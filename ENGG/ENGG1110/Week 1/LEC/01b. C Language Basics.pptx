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25" r:id="rId3"/>
    <p:sldId id="326" r:id="rId4"/>
    <p:sldId id="327" r:id="rId5"/>
    <p:sldId id="328" r:id="rId6"/>
    <p:sldId id="329" r:id="rId7"/>
    <p:sldId id="363" r:id="rId8"/>
    <p:sldId id="348" r:id="rId9"/>
    <p:sldId id="364" r:id="rId10"/>
    <p:sldId id="349" r:id="rId11"/>
    <p:sldId id="361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40" r:id="rId22"/>
    <p:sldId id="339" r:id="rId23"/>
    <p:sldId id="360" r:id="rId24"/>
    <p:sldId id="341" r:id="rId25"/>
    <p:sldId id="342" r:id="rId26"/>
    <p:sldId id="343" r:id="rId27"/>
    <p:sldId id="344" r:id="rId28"/>
    <p:sldId id="345" r:id="rId29"/>
    <p:sldId id="351" r:id="rId30"/>
    <p:sldId id="352" r:id="rId31"/>
    <p:sldId id="353" r:id="rId32"/>
    <p:sldId id="354" r:id="rId33"/>
    <p:sldId id="355" r:id="rId34"/>
    <p:sldId id="356" r:id="rId35"/>
    <p:sldId id="347" r:id="rId36"/>
    <p:sldId id="357" r:id="rId37"/>
    <p:sldId id="358" r:id="rId38"/>
    <p:sldId id="359" r:id="rId39"/>
    <p:sldId id="362" r:id="rId40"/>
  </p:sldIdLst>
  <p:sldSz cx="9144000" cy="6858000" type="screen4x3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20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William Hui (IEG)" initials="W(" lastIdx="2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08" autoAdjust="0"/>
    <p:restoredTop sz="73050" autoAdjust="0"/>
  </p:normalViewPr>
  <p:slideViewPr>
    <p:cSldViewPr>
      <p:cViewPr varScale="1">
        <p:scale>
          <a:sx n="85" d="100"/>
          <a:sy n="85" d="100"/>
        </p:scale>
        <p:origin x="266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3C38775F-6820-2AA5-C676-3A61E95955EE}"/>
    <pc:docChg chg="addSld delSld modSld sldOrd">
      <pc:chgData name="William Hui (IEG)" userId="S::kyhui@cuhk.edu.hk::07728535-8fdc-4325-b24f-20cc4d58a3a3" providerId="AD" clId="Web-{3C38775F-6820-2AA5-C676-3A61E95955EE}" dt="2019-08-23T11:40:53.081" v="1295" actId="20577"/>
      <pc:docMkLst>
        <pc:docMk/>
      </pc:docMkLst>
      <pc:sldChg chg="modSp ord">
        <pc:chgData name="William Hui (IEG)" userId="S::kyhui@cuhk.edu.hk::07728535-8fdc-4325-b24f-20cc4d58a3a3" providerId="AD" clId="Web-{3C38775F-6820-2AA5-C676-3A61E95955EE}" dt="2019-08-23T11:33:25.410" v="898" actId="20577"/>
        <pc:sldMkLst>
          <pc:docMk/>
          <pc:sldMk cId="2181055101" sldId="340"/>
        </pc:sldMkLst>
        <pc:spChg chg="mod">
          <ac:chgData name="William Hui (IEG)" userId="S::kyhui@cuhk.edu.hk::07728535-8fdc-4325-b24f-20cc4d58a3a3" providerId="AD" clId="Web-{3C38775F-6820-2AA5-C676-3A61E95955EE}" dt="2019-08-23T11:13:33.536" v="160" actId="20577"/>
          <ac:spMkLst>
            <pc:docMk/>
            <pc:sldMk cId="2181055101" sldId="340"/>
            <ac:spMk id="18434" creationId="{00000000-0000-0000-0000-000000000000}"/>
          </ac:spMkLst>
        </pc:spChg>
        <pc:spChg chg="mod">
          <ac:chgData name="William Hui (IEG)" userId="S::kyhui@cuhk.edu.hk::07728535-8fdc-4325-b24f-20cc4d58a3a3" providerId="AD" clId="Web-{3C38775F-6820-2AA5-C676-3A61E95955EE}" dt="2019-08-23T11:33:25.410" v="898" actId="20577"/>
          <ac:spMkLst>
            <pc:docMk/>
            <pc:sldMk cId="2181055101" sldId="340"/>
            <ac:spMk id="1843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C38775F-6820-2AA5-C676-3A61E95955EE}" dt="2019-08-23T11:33:36.754" v="900" actId="20577"/>
        <pc:sldMkLst>
          <pc:docMk/>
          <pc:sldMk cId="1120029056" sldId="341"/>
        </pc:sldMkLst>
        <pc:spChg chg="mod">
          <ac:chgData name="William Hui (IEG)" userId="S::kyhui@cuhk.edu.hk::07728535-8fdc-4325-b24f-20cc4d58a3a3" providerId="AD" clId="Web-{3C38775F-6820-2AA5-C676-3A61E95955EE}" dt="2019-08-23T11:33:36.754" v="900" actId="20577"/>
          <ac:spMkLst>
            <pc:docMk/>
            <pc:sldMk cId="1120029056" sldId="341"/>
            <ac:spMk id="19459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C38775F-6820-2AA5-C676-3A61E95955EE}" dt="2019-08-23T11:33:50.067" v="953" actId="20577"/>
        <pc:sldMkLst>
          <pc:docMk/>
          <pc:sldMk cId="4221234572" sldId="342"/>
        </pc:sldMkLst>
        <pc:spChg chg="mod">
          <ac:chgData name="William Hui (IEG)" userId="S::kyhui@cuhk.edu.hk::07728535-8fdc-4325-b24f-20cc4d58a3a3" providerId="AD" clId="Web-{3C38775F-6820-2AA5-C676-3A61E95955EE}" dt="2019-08-23T11:33:40.613" v="903" actId="20577"/>
          <ac:spMkLst>
            <pc:docMk/>
            <pc:sldMk cId="4221234572" sldId="342"/>
            <ac:spMk id="20482" creationId="{00000000-0000-0000-0000-000000000000}"/>
          </ac:spMkLst>
        </pc:spChg>
        <pc:spChg chg="mod">
          <ac:chgData name="William Hui (IEG)" userId="S::kyhui@cuhk.edu.hk::07728535-8fdc-4325-b24f-20cc4d58a3a3" providerId="AD" clId="Web-{3C38775F-6820-2AA5-C676-3A61E95955EE}" dt="2019-08-23T11:33:50.067" v="953" actId="20577"/>
          <ac:spMkLst>
            <pc:docMk/>
            <pc:sldMk cId="4221234572" sldId="342"/>
            <ac:spMk id="2048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C38775F-6820-2AA5-C676-3A61E95955EE}" dt="2019-08-23T11:35:39.883" v="1061" actId="20577"/>
        <pc:sldMkLst>
          <pc:docMk/>
          <pc:sldMk cId="2369753661" sldId="343"/>
        </pc:sldMkLst>
        <pc:spChg chg="mod">
          <ac:chgData name="William Hui (IEG)" userId="S::kyhui@cuhk.edu.hk::07728535-8fdc-4325-b24f-20cc4d58a3a3" providerId="AD" clId="Web-{3C38775F-6820-2AA5-C676-3A61E95955EE}" dt="2019-08-23T11:33:56.848" v="956" actId="20577"/>
          <ac:spMkLst>
            <pc:docMk/>
            <pc:sldMk cId="2369753661" sldId="343"/>
            <ac:spMk id="21507" creationId="{00000000-0000-0000-0000-000000000000}"/>
          </ac:spMkLst>
        </pc:spChg>
        <pc:spChg chg="mod">
          <ac:chgData name="William Hui (IEG)" userId="S::kyhui@cuhk.edu.hk::07728535-8fdc-4325-b24f-20cc4d58a3a3" providerId="AD" clId="Web-{3C38775F-6820-2AA5-C676-3A61E95955EE}" dt="2019-08-23T11:35:39.883" v="1061" actId="20577"/>
          <ac:spMkLst>
            <pc:docMk/>
            <pc:sldMk cId="2369753661" sldId="343"/>
            <ac:spMk id="21508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C38775F-6820-2AA5-C676-3A61E95955EE}" dt="2019-08-23T11:36:05.884" v="1066" actId="20577"/>
        <pc:sldMkLst>
          <pc:docMk/>
          <pc:sldMk cId="2991022684" sldId="344"/>
        </pc:sldMkLst>
        <pc:spChg chg="mod">
          <ac:chgData name="William Hui (IEG)" userId="S::kyhui@cuhk.edu.hk::07728535-8fdc-4325-b24f-20cc4d58a3a3" providerId="AD" clId="Web-{3C38775F-6820-2AA5-C676-3A61E95955EE}" dt="2019-08-23T11:36:05.884" v="1066" actId="20577"/>
          <ac:spMkLst>
            <pc:docMk/>
            <pc:sldMk cId="2991022684" sldId="344"/>
            <ac:spMk id="2253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C38775F-6820-2AA5-C676-3A61E95955EE}" dt="2019-08-23T11:36:10.243" v="1069" actId="20577"/>
        <pc:sldMkLst>
          <pc:docMk/>
          <pc:sldMk cId="1981361007" sldId="345"/>
        </pc:sldMkLst>
        <pc:spChg chg="mod">
          <ac:chgData name="William Hui (IEG)" userId="S::kyhui@cuhk.edu.hk::07728535-8fdc-4325-b24f-20cc4d58a3a3" providerId="AD" clId="Web-{3C38775F-6820-2AA5-C676-3A61E95955EE}" dt="2019-08-23T11:36:10.243" v="1069" actId="20577"/>
          <ac:spMkLst>
            <pc:docMk/>
            <pc:sldMk cId="1981361007" sldId="345"/>
            <ac:spMk id="23555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3C38775F-6820-2AA5-C676-3A61E95955EE}" dt="2019-08-23T11:40:09.283" v="1281" actId="14100"/>
        <pc:sldMkLst>
          <pc:docMk/>
          <pc:sldMk cId="3215333242" sldId="347"/>
        </pc:sldMkLst>
        <pc:spChg chg="mod">
          <ac:chgData name="William Hui (IEG)" userId="S::kyhui@cuhk.edu.hk::07728535-8fdc-4325-b24f-20cc4d58a3a3" providerId="AD" clId="Web-{3C38775F-6820-2AA5-C676-3A61E95955EE}" dt="2019-08-23T11:37:10.621" v="1089" actId="20577"/>
          <ac:spMkLst>
            <pc:docMk/>
            <pc:sldMk cId="3215333242" sldId="347"/>
            <ac:spMk id="25603" creationId="{00000000-0000-0000-0000-000000000000}"/>
          </ac:spMkLst>
        </pc:spChg>
        <pc:spChg chg="mod">
          <ac:chgData name="William Hui (IEG)" userId="S::kyhui@cuhk.edu.hk::07728535-8fdc-4325-b24f-20cc4d58a3a3" providerId="AD" clId="Web-{3C38775F-6820-2AA5-C676-3A61E95955EE}" dt="2019-08-23T11:40:09.283" v="1281" actId="14100"/>
          <ac:spMkLst>
            <pc:docMk/>
            <pc:sldMk cId="3215333242" sldId="347"/>
            <ac:spMk id="478211" creationId="{00000000-0000-0000-0000-000000000000}"/>
          </ac:spMkLst>
        </pc:spChg>
      </pc:sldChg>
      <pc:sldChg chg="delSp modSp ord">
        <pc:chgData name="William Hui (IEG)" userId="S::kyhui@cuhk.edu.hk::07728535-8fdc-4325-b24f-20cc4d58a3a3" providerId="AD" clId="Web-{3C38775F-6820-2AA5-C676-3A61E95955EE}" dt="2019-08-23T11:29:20.083" v="637" actId="20577"/>
        <pc:sldMkLst>
          <pc:docMk/>
          <pc:sldMk cId="1359056485" sldId="348"/>
        </pc:sldMkLst>
        <pc:spChg chg="mod">
          <ac:chgData name="William Hui (IEG)" userId="S::kyhui@cuhk.edu.hk::07728535-8fdc-4325-b24f-20cc4d58a3a3" providerId="AD" clId="Web-{3C38775F-6820-2AA5-C676-3A61E95955EE}" dt="2019-08-23T11:24:41.105" v="414" actId="20577"/>
          <ac:spMkLst>
            <pc:docMk/>
            <pc:sldMk cId="1359056485" sldId="348"/>
            <ac:spMk id="26627" creationId="{00000000-0000-0000-0000-000000000000}"/>
          </ac:spMkLst>
        </pc:spChg>
        <pc:spChg chg="mod">
          <ac:chgData name="William Hui (IEG)" userId="S::kyhui@cuhk.edu.hk::07728535-8fdc-4325-b24f-20cc4d58a3a3" providerId="AD" clId="Web-{3C38775F-6820-2AA5-C676-3A61E95955EE}" dt="2019-08-23T11:29:20.083" v="637" actId="20577"/>
          <ac:spMkLst>
            <pc:docMk/>
            <pc:sldMk cId="1359056485" sldId="348"/>
            <ac:spMk id="477187" creationId="{00000000-0000-0000-0000-000000000000}"/>
          </ac:spMkLst>
        </pc:spChg>
        <pc:graphicFrameChg chg="del">
          <ac:chgData name="William Hui (IEG)" userId="S::kyhui@cuhk.edu.hk::07728535-8fdc-4325-b24f-20cc4d58a3a3" providerId="AD" clId="Web-{3C38775F-6820-2AA5-C676-3A61E95955EE}" dt="2019-08-23T11:27:43.048" v="491"/>
          <ac:graphicFrameMkLst>
            <pc:docMk/>
            <pc:sldMk cId="1359056485" sldId="348"/>
            <ac:graphicFrameMk id="6" creationId="{00000000-0000-0000-0000-000000000000}"/>
          </ac:graphicFrameMkLst>
        </pc:graphicFrameChg>
      </pc:sldChg>
      <pc:sldChg chg="modSp ord">
        <pc:chgData name="William Hui (IEG)" userId="S::kyhui@cuhk.edu.hk::07728535-8fdc-4325-b24f-20cc4d58a3a3" providerId="AD" clId="Web-{3C38775F-6820-2AA5-C676-3A61E95955EE}" dt="2019-08-23T11:31:28.718" v="820" actId="20577"/>
        <pc:sldMkLst>
          <pc:docMk/>
          <pc:sldMk cId="3917142657" sldId="349"/>
        </pc:sldMkLst>
        <pc:spChg chg="mod">
          <ac:chgData name="William Hui (IEG)" userId="S::kyhui@cuhk.edu.hk::07728535-8fdc-4325-b24f-20cc4d58a3a3" providerId="AD" clId="Web-{3C38775F-6820-2AA5-C676-3A61E95955EE}" dt="2019-08-23T11:30:50.684" v="786" actId="20577"/>
          <ac:spMkLst>
            <pc:docMk/>
            <pc:sldMk cId="3917142657" sldId="349"/>
            <ac:spMk id="27651" creationId="{00000000-0000-0000-0000-000000000000}"/>
          </ac:spMkLst>
        </pc:spChg>
        <pc:spChg chg="mod">
          <ac:chgData name="William Hui (IEG)" userId="S::kyhui@cuhk.edu.hk::07728535-8fdc-4325-b24f-20cc4d58a3a3" providerId="AD" clId="Web-{3C38775F-6820-2AA5-C676-3A61E95955EE}" dt="2019-08-23T11:31:28.718" v="820" actId="20577"/>
          <ac:spMkLst>
            <pc:docMk/>
            <pc:sldMk cId="3917142657" sldId="349"/>
            <ac:spMk id="47718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C38775F-6820-2AA5-C676-3A61E95955EE}" dt="2019-08-23T11:14:29.054" v="227" actId="20577"/>
        <pc:sldMkLst>
          <pc:docMk/>
          <pc:sldMk cId="540535931" sldId="351"/>
        </pc:sldMkLst>
        <pc:spChg chg="mod">
          <ac:chgData name="William Hui (IEG)" userId="S::kyhui@cuhk.edu.hk::07728535-8fdc-4325-b24f-20cc4d58a3a3" providerId="AD" clId="Web-{3C38775F-6820-2AA5-C676-3A61E95955EE}" dt="2019-08-23T11:14:29.054" v="227" actId="20577"/>
          <ac:spMkLst>
            <pc:docMk/>
            <pc:sldMk cId="540535931" sldId="351"/>
            <ac:spMk id="25604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C38775F-6820-2AA5-C676-3A61E95955EE}" dt="2019-08-23T11:40:53.081" v="1295" actId="20577"/>
        <pc:sldMkLst>
          <pc:docMk/>
          <pc:sldMk cId="564181946" sldId="356"/>
        </pc:sldMkLst>
        <pc:spChg chg="mod">
          <ac:chgData name="William Hui (IEG)" userId="S::kyhui@cuhk.edu.hk::07728535-8fdc-4325-b24f-20cc4d58a3a3" providerId="AD" clId="Web-{3C38775F-6820-2AA5-C676-3A61E95955EE}" dt="2019-08-23T11:38:46.421" v="1177" actId="20577"/>
          <ac:spMkLst>
            <pc:docMk/>
            <pc:sldMk cId="564181946" sldId="356"/>
            <ac:spMk id="34823" creationId="{00000000-0000-0000-0000-000000000000}"/>
          </ac:spMkLst>
        </pc:spChg>
        <pc:spChg chg="mod">
          <ac:chgData name="William Hui (IEG)" userId="S::kyhui@cuhk.edu.hk::07728535-8fdc-4325-b24f-20cc4d58a3a3" providerId="AD" clId="Web-{3C38775F-6820-2AA5-C676-3A61E95955EE}" dt="2019-08-23T11:40:53.081" v="1295" actId="20577"/>
          <ac:spMkLst>
            <pc:docMk/>
            <pc:sldMk cId="564181946" sldId="356"/>
            <ac:spMk id="3482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3C38775F-6820-2AA5-C676-3A61E95955EE}" dt="2019-08-23T11:32:25.095" v="827" actId="20577"/>
        <pc:sldMkLst>
          <pc:docMk/>
          <pc:sldMk cId="1869095901" sldId="360"/>
        </pc:sldMkLst>
        <pc:spChg chg="mod">
          <ac:chgData name="William Hui (IEG)" userId="S::kyhui@cuhk.edu.hk::07728535-8fdc-4325-b24f-20cc4d58a3a3" providerId="AD" clId="Web-{3C38775F-6820-2AA5-C676-3A61E95955EE}" dt="2019-08-23T11:32:25.095" v="827" actId="20577"/>
          <ac:spMkLst>
            <pc:docMk/>
            <pc:sldMk cId="1869095901" sldId="360"/>
            <ac:spMk id="24579" creationId="{00000000-0000-0000-0000-000000000000}"/>
          </ac:spMkLst>
        </pc:spChg>
      </pc:sldChg>
      <pc:sldChg chg="addSp modSp new">
        <pc:chgData name="William Hui (IEG)" userId="S::kyhui@cuhk.edu.hk::07728535-8fdc-4325-b24f-20cc4d58a3a3" providerId="AD" clId="Web-{3C38775F-6820-2AA5-C676-3A61E95955EE}" dt="2019-08-23T11:27:18.735" v="486" actId="20577"/>
        <pc:sldMkLst>
          <pc:docMk/>
          <pc:sldMk cId="1743399565" sldId="363"/>
        </pc:sldMkLst>
        <pc:spChg chg="mod">
          <ac:chgData name="William Hui (IEG)" userId="S::kyhui@cuhk.edu.hk::07728535-8fdc-4325-b24f-20cc4d58a3a3" providerId="AD" clId="Web-{3C38775F-6820-2AA5-C676-3A61E95955EE}" dt="2019-08-23T11:16:54.043" v="247" actId="20577"/>
          <ac:spMkLst>
            <pc:docMk/>
            <pc:sldMk cId="1743399565" sldId="363"/>
            <ac:spMk id="2" creationId="{D65CB792-D7CC-4F77-928C-761184BE067A}"/>
          </ac:spMkLst>
        </pc:spChg>
        <pc:spChg chg="add mod">
          <ac:chgData name="William Hui (IEG)" userId="S::kyhui@cuhk.edu.hk::07728535-8fdc-4325-b24f-20cc4d58a3a3" providerId="AD" clId="Web-{3C38775F-6820-2AA5-C676-3A61E95955EE}" dt="2019-08-23T11:27:18.735" v="486" actId="20577"/>
          <ac:spMkLst>
            <pc:docMk/>
            <pc:sldMk cId="1743399565" sldId="363"/>
            <ac:spMk id="5" creationId="{89DE7BC4-E6F6-45D1-951D-64ABA9A6F49F}"/>
          </ac:spMkLst>
        </pc:spChg>
      </pc:sldChg>
      <pc:sldChg chg="modSp add replId">
        <pc:chgData name="William Hui (IEG)" userId="S::kyhui@cuhk.edu.hk::07728535-8fdc-4325-b24f-20cc4d58a3a3" providerId="AD" clId="Web-{3C38775F-6820-2AA5-C676-3A61E95955EE}" dt="2019-08-23T11:32:08.016" v="824" actId="20577"/>
        <pc:sldMkLst>
          <pc:docMk/>
          <pc:sldMk cId="3418438167" sldId="364"/>
        </pc:sldMkLst>
        <pc:spChg chg="mod">
          <ac:chgData name="William Hui (IEG)" userId="S::kyhui@cuhk.edu.hk::07728535-8fdc-4325-b24f-20cc4d58a3a3" providerId="AD" clId="Web-{3C38775F-6820-2AA5-C676-3A61E95955EE}" dt="2019-08-23T11:32:08.016" v="824" actId="20577"/>
          <ac:spMkLst>
            <pc:docMk/>
            <pc:sldMk cId="3418438167" sldId="364"/>
            <ac:spMk id="477187" creationId="{00000000-0000-0000-0000-000000000000}"/>
          </ac:spMkLst>
        </pc:spChg>
        <pc:graphicFrameChg chg="mod">
          <ac:chgData name="William Hui (IEG)" userId="S::kyhui@cuhk.edu.hk::07728535-8fdc-4325-b24f-20cc4d58a3a3" providerId="AD" clId="Web-{3C38775F-6820-2AA5-C676-3A61E95955EE}" dt="2019-08-23T11:30:41.606" v="784" actId="1076"/>
          <ac:graphicFrameMkLst>
            <pc:docMk/>
            <pc:sldMk cId="3418438167" sldId="364"/>
            <ac:graphicFrameMk id="6" creationId="{00000000-0000-0000-0000-000000000000}"/>
          </ac:graphicFrameMkLst>
        </pc:graphicFrameChg>
      </pc:sldChg>
    </pc:docChg>
  </pc:docChgLst>
  <pc:docChgLst>
    <pc:chgData name="William Hui (IEG)" userId="S::kyhui@cuhk.edu.hk::07728535-8fdc-4325-b24f-20cc4d58a3a3" providerId="AD" clId="Web-{96FAC72B-21ED-0AFA-960C-B878A4647297}"/>
    <pc:docChg chg="modSld">
      <pc:chgData name="William Hui (IEG)" userId="S::kyhui@cuhk.edu.hk::07728535-8fdc-4325-b24f-20cc4d58a3a3" providerId="AD" clId="Web-{96FAC72B-21ED-0AFA-960C-B878A4647297}" dt="2019-08-24T12:32:53.557" v="135" actId="20577"/>
      <pc:docMkLst>
        <pc:docMk/>
      </pc:docMkLst>
      <pc:sldChg chg="modSp">
        <pc:chgData name="William Hui (IEG)" userId="S::kyhui@cuhk.edu.hk::07728535-8fdc-4325-b24f-20cc4d58a3a3" providerId="AD" clId="Web-{96FAC72B-21ED-0AFA-960C-B878A4647297}" dt="2019-08-24T12:32:53.542" v="134" actId="20577"/>
        <pc:sldMkLst>
          <pc:docMk/>
          <pc:sldMk cId="2181055101" sldId="340"/>
        </pc:sldMkLst>
        <pc:spChg chg="mod">
          <ac:chgData name="William Hui (IEG)" userId="S::kyhui@cuhk.edu.hk::07728535-8fdc-4325-b24f-20cc4d58a3a3" providerId="AD" clId="Web-{96FAC72B-21ED-0AFA-960C-B878A4647297}" dt="2019-08-24T12:32:53.542" v="134" actId="20577"/>
          <ac:spMkLst>
            <pc:docMk/>
            <pc:sldMk cId="2181055101" sldId="340"/>
            <ac:spMk id="18435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DBF0935D-66FF-85E0-36F5-7EC010569612}"/>
    <pc:docChg chg="modSld">
      <pc:chgData name="William Hui (IEG)" userId="S::kyhui@cuhk.edu.hk::07728535-8fdc-4325-b24f-20cc4d58a3a3" providerId="AD" clId="Web-{DBF0935D-66FF-85E0-36F5-7EC010569612}" dt="2019-08-18T11:00:54.291" v="5" actId="20577"/>
      <pc:docMkLst>
        <pc:docMk/>
      </pc:docMkLst>
      <pc:sldChg chg="modSp">
        <pc:chgData name="William Hui (IEG)" userId="S::kyhui@cuhk.edu.hk::07728535-8fdc-4325-b24f-20cc4d58a3a3" providerId="AD" clId="Web-{DBF0935D-66FF-85E0-36F5-7EC010569612}" dt="2019-08-18T11:00:54.291" v="4" actId="20577"/>
        <pc:sldMkLst>
          <pc:docMk/>
          <pc:sldMk cId="3897951684" sldId="359"/>
        </pc:sldMkLst>
        <pc:spChg chg="mod">
          <ac:chgData name="William Hui (IEG)" userId="S::kyhui@cuhk.edu.hk::07728535-8fdc-4325-b24f-20cc4d58a3a3" providerId="AD" clId="Web-{DBF0935D-66FF-85E0-36F5-7EC010569612}" dt="2019-08-18T11:00:54.291" v="4" actId="20577"/>
          <ac:spMkLst>
            <pc:docMk/>
            <pc:sldMk cId="3897951684" sldId="359"/>
            <ac:spMk id="382979" creationId="{00000000-0000-0000-0000-000000000000}"/>
          </ac:spMkLst>
        </pc:spChg>
      </pc:sldChg>
    </pc:docChg>
  </pc:docChgLst>
  <pc:docChgLst>
    <pc:chgData name="Chuck Jee Chau, Dr. (CSD)" userId="7aa7a09e-983f-4214-9e5a-071cbb678e81" providerId="ADAL" clId="{920F2E9E-74EA-3B4D-960C-F1866A196F88}"/>
    <pc:docChg chg="undo custSel modSld sldOrd">
      <pc:chgData name="Chuck Jee Chau, Dr. (CSD)" userId="7aa7a09e-983f-4214-9e5a-071cbb678e81" providerId="ADAL" clId="{920F2E9E-74EA-3B4D-960C-F1866A196F88}" dt="2019-08-27T06:22:01.753" v="891" actId="404"/>
      <pc:docMkLst>
        <pc:docMk/>
      </pc:docMkLst>
      <pc:sldChg chg="modSp">
        <pc:chgData name="Chuck Jee Chau, Dr. (CSD)" userId="7aa7a09e-983f-4214-9e5a-071cbb678e81" providerId="ADAL" clId="{920F2E9E-74EA-3B4D-960C-F1866A196F88}" dt="2019-08-26T09:28:30.837" v="1" actId="20577"/>
        <pc:sldMkLst>
          <pc:docMk/>
          <pc:sldMk cId="2196830995" sldId="325"/>
        </pc:sldMkLst>
        <pc:spChg chg="mod">
          <ac:chgData name="Chuck Jee Chau, Dr. (CSD)" userId="7aa7a09e-983f-4214-9e5a-071cbb678e81" providerId="ADAL" clId="{920F2E9E-74EA-3B4D-960C-F1866A196F88}" dt="2019-08-26T09:28:30.837" v="1" actId="20577"/>
          <ac:spMkLst>
            <pc:docMk/>
            <pc:sldMk cId="2196830995" sldId="325"/>
            <ac:spMk id="3076" creationId="{00000000-0000-0000-0000-000000000000}"/>
          </ac:spMkLst>
        </pc:spChg>
      </pc:sldChg>
      <pc:sldChg chg="addSp modSp addCm modCm">
        <pc:chgData name="Chuck Jee Chau, Dr. (CSD)" userId="7aa7a09e-983f-4214-9e5a-071cbb678e81" providerId="ADAL" clId="{920F2E9E-74EA-3B4D-960C-F1866A196F88}" dt="2019-08-26T10:20:42.392" v="648" actId="14100"/>
        <pc:sldMkLst>
          <pc:docMk/>
          <pc:sldMk cId="727237028" sldId="326"/>
        </pc:sldMkLst>
        <pc:spChg chg="add mod">
          <ac:chgData name="Chuck Jee Chau, Dr. (CSD)" userId="7aa7a09e-983f-4214-9e5a-071cbb678e81" providerId="ADAL" clId="{920F2E9E-74EA-3B4D-960C-F1866A196F88}" dt="2019-08-26T10:17:31.936" v="533" actId="14100"/>
          <ac:spMkLst>
            <pc:docMk/>
            <pc:sldMk cId="727237028" sldId="326"/>
            <ac:spMk id="2" creationId="{331AC011-A00E-2249-B954-AEFDD237E596}"/>
          </ac:spMkLst>
        </pc:spChg>
        <pc:spChg chg="add mod">
          <ac:chgData name="Chuck Jee Chau, Dr. (CSD)" userId="7aa7a09e-983f-4214-9e5a-071cbb678e81" providerId="ADAL" clId="{920F2E9E-74EA-3B4D-960C-F1866A196F88}" dt="2019-08-26T10:18:08.353" v="585" actId="14100"/>
          <ac:spMkLst>
            <pc:docMk/>
            <pc:sldMk cId="727237028" sldId="326"/>
            <ac:spMk id="9" creationId="{983217F5-F05A-C04A-B9FF-598C8871B2E9}"/>
          </ac:spMkLst>
        </pc:spChg>
        <pc:spChg chg="add mod">
          <ac:chgData name="Chuck Jee Chau, Dr. (CSD)" userId="7aa7a09e-983f-4214-9e5a-071cbb678e81" providerId="ADAL" clId="{920F2E9E-74EA-3B4D-960C-F1866A196F88}" dt="2019-08-26T10:20:42.392" v="648" actId="14100"/>
          <ac:spMkLst>
            <pc:docMk/>
            <pc:sldMk cId="727237028" sldId="326"/>
            <ac:spMk id="11" creationId="{D6EEF889-5084-3643-913B-2416F6D42852}"/>
          </ac:spMkLst>
        </pc:spChg>
        <pc:spChg chg="add mod">
          <ac:chgData name="Chuck Jee Chau, Dr. (CSD)" userId="7aa7a09e-983f-4214-9e5a-071cbb678e81" providerId="ADAL" clId="{920F2E9E-74EA-3B4D-960C-F1866A196F88}" dt="2019-08-26T10:19:21.896" v="643" actId="1076"/>
          <ac:spMkLst>
            <pc:docMk/>
            <pc:sldMk cId="727237028" sldId="326"/>
            <ac:spMk id="12" creationId="{4FE002CA-E1F4-F342-BDCD-8B1E72E33849}"/>
          </ac:spMkLst>
        </pc:spChg>
        <pc:spChg chg="add mod">
          <ac:chgData name="Chuck Jee Chau, Dr. (CSD)" userId="7aa7a09e-983f-4214-9e5a-071cbb678e81" providerId="ADAL" clId="{920F2E9E-74EA-3B4D-960C-F1866A196F88}" dt="2019-08-26T10:19:17.071" v="642" actId="1076"/>
          <ac:spMkLst>
            <pc:docMk/>
            <pc:sldMk cId="727237028" sldId="326"/>
            <ac:spMk id="13" creationId="{20A71B93-8E03-3847-B89E-1317EED742A6}"/>
          </ac:spMkLst>
        </pc:spChg>
      </pc:sldChg>
      <pc:sldChg chg="addSp delSp modSp modAnim addCm modCm">
        <pc:chgData name="Chuck Jee Chau, Dr. (CSD)" userId="7aa7a09e-983f-4214-9e5a-071cbb678e81" providerId="ADAL" clId="{920F2E9E-74EA-3B4D-960C-F1866A196F88}" dt="2019-08-27T06:19:41.810" v="868" actId="255"/>
        <pc:sldMkLst>
          <pc:docMk/>
          <pc:sldMk cId="3824347681" sldId="327"/>
        </pc:sldMkLst>
        <pc:spChg chg="add del">
          <ac:chgData name="Chuck Jee Chau, Dr. (CSD)" userId="7aa7a09e-983f-4214-9e5a-071cbb678e81" providerId="ADAL" clId="{920F2E9E-74EA-3B4D-960C-F1866A196F88}" dt="2019-08-26T09:30:17.074" v="3"/>
          <ac:spMkLst>
            <pc:docMk/>
            <pc:sldMk cId="3824347681" sldId="327"/>
            <ac:spMk id="2" creationId="{B105F1C3-132F-6448-ACC4-4327C1E687C7}"/>
          </ac:spMkLst>
        </pc:spChg>
        <pc:spChg chg="add mod">
          <ac:chgData name="Chuck Jee Chau, Dr. (CSD)" userId="7aa7a09e-983f-4214-9e5a-071cbb678e81" providerId="ADAL" clId="{920F2E9E-74EA-3B4D-960C-F1866A196F88}" dt="2019-08-26T10:47:09.405" v="864" actId="14100"/>
          <ac:spMkLst>
            <pc:docMk/>
            <pc:sldMk cId="3824347681" sldId="327"/>
            <ac:spMk id="8" creationId="{0CD6CCB2-DF97-BE48-8E87-CD289CC7DB31}"/>
          </ac:spMkLst>
        </pc:spChg>
        <pc:spChg chg="mod">
          <ac:chgData name="Chuck Jee Chau, Dr. (CSD)" userId="7aa7a09e-983f-4214-9e5a-071cbb678e81" providerId="ADAL" clId="{920F2E9E-74EA-3B4D-960C-F1866A196F88}" dt="2019-08-27T06:19:41.810" v="868" actId="255"/>
          <ac:spMkLst>
            <pc:docMk/>
            <pc:sldMk cId="3824347681" sldId="327"/>
            <ac:spMk id="5123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22:17.211" v="796" actId="6549"/>
          <ac:spMkLst>
            <pc:docMk/>
            <pc:sldMk cId="3824347681" sldId="327"/>
            <ac:spMk id="431107" creationId="{00000000-0000-0000-0000-000000000000}"/>
          </ac:spMkLst>
        </pc:spChg>
        <pc:picChg chg="add mod">
          <ac:chgData name="Chuck Jee Chau, Dr. (CSD)" userId="7aa7a09e-983f-4214-9e5a-071cbb678e81" providerId="ADAL" clId="{920F2E9E-74EA-3B4D-960C-F1866A196F88}" dt="2019-08-26T10:22:23.364" v="797" actId="1076"/>
          <ac:picMkLst>
            <pc:docMk/>
            <pc:sldMk cId="3824347681" sldId="327"/>
            <ac:picMk id="4" creationId="{C6716F7B-BE50-9A4C-8C38-49F3BF52316D}"/>
          </ac:picMkLst>
        </pc:picChg>
      </pc:sldChg>
      <pc:sldChg chg="modSp modAnim addCm modCm">
        <pc:chgData name="Chuck Jee Chau, Dr. (CSD)" userId="7aa7a09e-983f-4214-9e5a-071cbb678e81" providerId="ADAL" clId="{920F2E9E-74EA-3B4D-960C-F1866A196F88}" dt="2019-08-26T09:33:56.480" v="272"/>
        <pc:sldMkLst>
          <pc:docMk/>
          <pc:sldMk cId="2357891239" sldId="328"/>
        </pc:sldMkLst>
        <pc:spChg chg="mod">
          <ac:chgData name="Chuck Jee Chau, Dr. (CSD)" userId="7aa7a09e-983f-4214-9e5a-071cbb678e81" providerId="ADAL" clId="{920F2E9E-74EA-3B4D-960C-F1866A196F88}" dt="2019-08-26T09:33:39.386" v="270" actId="1036"/>
          <ac:spMkLst>
            <pc:docMk/>
            <pc:sldMk cId="2357891239" sldId="328"/>
            <ac:spMk id="432133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7T06:19:47.548" v="869" actId="255"/>
        <pc:sldMkLst>
          <pc:docMk/>
          <pc:sldMk cId="2151450208" sldId="329"/>
        </pc:sldMkLst>
        <pc:spChg chg="mod">
          <ac:chgData name="Chuck Jee Chau, Dr. (CSD)" userId="7aa7a09e-983f-4214-9e5a-071cbb678e81" providerId="ADAL" clId="{920F2E9E-74EA-3B4D-960C-F1866A196F88}" dt="2019-08-27T06:19:47.548" v="869" actId="255"/>
          <ac:spMkLst>
            <pc:docMk/>
            <pc:sldMk cId="2151450208" sldId="329"/>
            <ac:spMk id="7170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7T06:20:34.489" v="875" actId="20577"/>
        <pc:sldMkLst>
          <pc:docMk/>
          <pc:sldMk cId="3661672848" sldId="330"/>
        </pc:sldMkLst>
        <pc:spChg chg="mod">
          <ac:chgData name="Chuck Jee Chau, Dr. (CSD)" userId="7aa7a09e-983f-4214-9e5a-071cbb678e81" providerId="ADAL" clId="{920F2E9E-74EA-3B4D-960C-F1866A196F88}" dt="2019-08-27T06:20:34.489" v="875" actId="20577"/>
          <ac:spMkLst>
            <pc:docMk/>
            <pc:sldMk cId="3661672848" sldId="330"/>
            <ac:spMk id="8195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920F2E9E-74EA-3B4D-960C-F1866A196F88}" dt="2019-08-26T10:03:08.705" v="414"/>
        <pc:sldMkLst>
          <pc:docMk/>
          <pc:sldMk cId="106795860" sldId="331"/>
        </pc:sldMkLst>
        <pc:spChg chg="mod">
          <ac:chgData name="Chuck Jee Chau, Dr. (CSD)" userId="7aa7a09e-983f-4214-9e5a-071cbb678e81" providerId="ADAL" clId="{920F2E9E-74EA-3B4D-960C-F1866A196F88}" dt="2019-08-26T10:02:34.388" v="410" actId="20577"/>
          <ac:spMkLst>
            <pc:docMk/>
            <pc:sldMk cId="106795860" sldId="331"/>
            <ac:spMk id="9219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02:35.197" v="411" actId="20577"/>
          <ac:spMkLst>
            <pc:docMk/>
            <pc:sldMk cId="106795860" sldId="331"/>
            <ac:spMk id="9220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09:41:12.843" v="303" actId="20577"/>
          <ac:spMkLst>
            <pc:docMk/>
            <pc:sldMk cId="106795860" sldId="331"/>
            <ac:spMk id="9224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7T06:20:20.388" v="874" actId="404"/>
        <pc:sldMkLst>
          <pc:docMk/>
          <pc:sldMk cId="441537846" sldId="332"/>
        </pc:sldMkLst>
        <pc:spChg chg="mod">
          <ac:chgData name="Chuck Jee Chau, Dr. (CSD)" userId="7aa7a09e-983f-4214-9e5a-071cbb678e81" providerId="ADAL" clId="{920F2E9E-74EA-3B4D-960C-F1866A196F88}" dt="2019-08-27T06:20:20.388" v="874" actId="404"/>
          <ac:spMkLst>
            <pc:docMk/>
            <pc:sldMk cId="441537846" sldId="332"/>
            <ac:spMk id="10243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6T10:02:43.463" v="412" actId="20577"/>
        <pc:sldMkLst>
          <pc:docMk/>
          <pc:sldMk cId="3324577349" sldId="333"/>
        </pc:sldMkLst>
        <pc:spChg chg="mod">
          <ac:chgData name="Chuck Jee Chau, Dr. (CSD)" userId="7aa7a09e-983f-4214-9e5a-071cbb678e81" providerId="ADAL" clId="{920F2E9E-74EA-3B4D-960C-F1866A196F88}" dt="2019-08-26T10:02:43.463" v="412" actId="20577"/>
          <ac:spMkLst>
            <pc:docMk/>
            <pc:sldMk cId="3324577349" sldId="333"/>
            <ac:spMk id="11267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6T10:03:37.406" v="415"/>
        <pc:sldMkLst>
          <pc:docMk/>
          <pc:sldMk cId="3168597707" sldId="334"/>
        </pc:sldMkLst>
        <pc:spChg chg="mod">
          <ac:chgData name="Chuck Jee Chau, Dr. (CSD)" userId="7aa7a09e-983f-4214-9e5a-071cbb678e81" providerId="ADAL" clId="{920F2E9E-74EA-3B4D-960C-F1866A196F88}" dt="2019-08-26T10:03:37.406" v="415"/>
          <ac:spMkLst>
            <pc:docMk/>
            <pc:sldMk cId="3168597707" sldId="334"/>
            <ac:spMk id="12291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6T10:03:37.406" v="415"/>
        <pc:sldMkLst>
          <pc:docMk/>
          <pc:sldMk cId="4130900195" sldId="335"/>
        </pc:sldMkLst>
        <pc:spChg chg="mod">
          <ac:chgData name="Chuck Jee Chau, Dr. (CSD)" userId="7aa7a09e-983f-4214-9e5a-071cbb678e81" providerId="ADAL" clId="{920F2E9E-74EA-3B4D-960C-F1866A196F88}" dt="2019-08-26T10:03:37.406" v="415"/>
          <ac:spMkLst>
            <pc:docMk/>
            <pc:sldMk cId="4130900195" sldId="335"/>
            <ac:spMk id="13315" creationId="{00000000-0000-0000-0000-000000000000}"/>
          </ac:spMkLst>
        </pc:spChg>
      </pc:sldChg>
      <pc:sldChg chg="addSp modSp addCm modCm">
        <pc:chgData name="Chuck Jee Chau, Dr. (CSD)" userId="7aa7a09e-983f-4214-9e5a-071cbb678e81" providerId="ADAL" clId="{920F2E9E-74EA-3B4D-960C-F1866A196F88}" dt="2019-08-27T06:20:47.173" v="878" actId="20577"/>
        <pc:sldMkLst>
          <pc:docMk/>
          <pc:sldMk cId="3348273353" sldId="336"/>
        </pc:sldMkLst>
        <pc:spChg chg="add mod">
          <ac:chgData name="Chuck Jee Chau, Dr. (CSD)" userId="7aa7a09e-983f-4214-9e5a-071cbb678e81" providerId="ADAL" clId="{920F2E9E-74EA-3B4D-960C-F1866A196F88}" dt="2019-08-26T09:44:20.013" v="312" actId="1076"/>
          <ac:spMkLst>
            <pc:docMk/>
            <pc:sldMk cId="3348273353" sldId="336"/>
            <ac:spMk id="2" creationId="{3E68ED9C-5398-BB48-8AC3-14E309DE5339}"/>
          </ac:spMkLst>
        </pc:spChg>
        <pc:spChg chg="mod">
          <ac:chgData name="Chuck Jee Chau, Dr. (CSD)" userId="7aa7a09e-983f-4214-9e5a-071cbb678e81" providerId="ADAL" clId="{920F2E9E-74EA-3B4D-960C-F1866A196F88}" dt="2019-08-27T06:20:47.173" v="878" actId="20577"/>
          <ac:spMkLst>
            <pc:docMk/>
            <pc:sldMk cId="3348273353" sldId="336"/>
            <ac:spMk id="14339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09:58:35.258" v="392"/>
          <ac:spMkLst>
            <pc:docMk/>
            <pc:sldMk cId="3348273353" sldId="336"/>
            <ac:spMk id="14340" creationId="{00000000-0000-0000-0000-000000000000}"/>
          </ac:spMkLst>
        </pc:spChg>
      </pc:sldChg>
      <pc:sldChg chg="addSp modSp modAnim addCm modCm">
        <pc:chgData name="Chuck Jee Chau, Dr. (CSD)" userId="7aa7a09e-983f-4214-9e5a-071cbb678e81" providerId="ADAL" clId="{920F2E9E-74EA-3B4D-960C-F1866A196F88}" dt="2019-08-26T10:03:37.406" v="415"/>
        <pc:sldMkLst>
          <pc:docMk/>
          <pc:sldMk cId="1249734811" sldId="337"/>
        </pc:sldMkLst>
        <pc:spChg chg="add mod">
          <ac:chgData name="Chuck Jee Chau, Dr. (CSD)" userId="7aa7a09e-983f-4214-9e5a-071cbb678e81" providerId="ADAL" clId="{920F2E9E-74EA-3B4D-960C-F1866A196F88}" dt="2019-08-26T09:49:03.442" v="345" actId="1076"/>
          <ac:spMkLst>
            <pc:docMk/>
            <pc:sldMk cId="1249734811" sldId="337"/>
            <ac:spMk id="2" creationId="{35D99F04-B1B5-5E4A-B976-15D03CF4EF53}"/>
          </ac:spMkLst>
        </pc:spChg>
        <pc:spChg chg="add mod">
          <ac:chgData name="Chuck Jee Chau, Dr. (CSD)" userId="7aa7a09e-983f-4214-9e5a-071cbb678e81" providerId="ADAL" clId="{920F2E9E-74EA-3B4D-960C-F1866A196F88}" dt="2019-08-26T09:48:29.989" v="341" actId="207"/>
          <ac:spMkLst>
            <pc:docMk/>
            <pc:sldMk cId="1249734811" sldId="337"/>
            <ac:spMk id="14" creationId="{AFAE2F89-BF81-2641-A166-CF74D8FE0486}"/>
          </ac:spMkLst>
        </pc:spChg>
        <pc:spChg chg="mod">
          <ac:chgData name="Chuck Jee Chau, Dr. (CSD)" userId="7aa7a09e-983f-4214-9e5a-071cbb678e81" providerId="ADAL" clId="{920F2E9E-74EA-3B4D-960C-F1866A196F88}" dt="2019-08-26T09:43:06.291" v="306" actId="108"/>
          <ac:spMkLst>
            <pc:docMk/>
            <pc:sldMk cId="1249734811" sldId="337"/>
            <ac:spMk id="10252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03:37.406" v="415"/>
          <ac:spMkLst>
            <pc:docMk/>
            <pc:sldMk cId="1249734811" sldId="337"/>
            <ac:spMk id="15363" creationId="{00000000-0000-0000-0000-000000000000}"/>
          </ac:spMkLst>
        </pc:spChg>
      </pc:sldChg>
      <pc:sldChg chg="addSp modSp modAnim addCm delCm modCm">
        <pc:chgData name="Chuck Jee Chau, Dr. (CSD)" userId="7aa7a09e-983f-4214-9e5a-071cbb678e81" providerId="ADAL" clId="{920F2E9E-74EA-3B4D-960C-F1866A196F88}" dt="2019-08-26T10:03:37.406" v="415"/>
        <pc:sldMkLst>
          <pc:docMk/>
          <pc:sldMk cId="3481631879" sldId="338"/>
        </pc:sldMkLst>
        <pc:spChg chg="add mod">
          <ac:chgData name="Chuck Jee Chau, Dr. (CSD)" userId="7aa7a09e-983f-4214-9e5a-071cbb678e81" providerId="ADAL" clId="{920F2E9E-74EA-3B4D-960C-F1866A196F88}" dt="2019-08-26T09:54:35.878" v="358" actId="554"/>
          <ac:spMkLst>
            <pc:docMk/>
            <pc:sldMk cId="3481631879" sldId="338"/>
            <ac:spMk id="13" creationId="{98CCC89C-88F9-5741-8878-5697B5E61FDD}"/>
          </ac:spMkLst>
        </pc:spChg>
        <pc:spChg chg="add mod">
          <ac:chgData name="Chuck Jee Chau, Dr. (CSD)" userId="7aa7a09e-983f-4214-9e5a-071cbb678e81" providerId="ADAL" clId="{920F2E9E-74EA-3B4D-960C-F1866A196F88}" dt="2019-08-26T09:54:35.878" v="358" actId="554"/>
          <ac:spMkLst>
            <pc:docMk/>
            <pc:sldMk cId="3481631879" sldId="338"/>
            <ac:spMk id="14" creationId="{5189A3F6-8C7A-8942-8391-E4200B35F103}"/>
          </ac:spMkLst>
        </pc:spChg>
        <pc:spChg chg="add mod">
          <ac:chgData name="Chuck Jee Chau, Dr. (CSD)" userId="7aa7a09e-983f-4214-9e5a-071cbb678e81" providerId="ADAL" clId="{920F2E9E-74EA-3B4D-960C-F1866A196F88}" dt="2019-08-26T09:55:16.244" v="370" actId="1035"/>
          <ac:spMkLst>
            <pc:docMk/>
            <pc:sldMk cId="3481631879" sldId="338"/>
            <ac:spMk id="15" creationId="{099D9598-6976-2343-9EC2-1C27E7C7B5DA}"/>
          </ac:spMkLst>
        </pc:spChg>
        <pc:spChg chg="mod">
          <ac:chgData name="Chuck Jee Chau, Dr. (CSD)" userId="7aa7a09e-983f-4214-9e5a-071cbb678e81" providerId="ADAL" clId="{920F2E9E-74EA-3B4D-960C-F1866A196F88}" dt="2019-08-26T10:03:37.406" v="415"/>
          <ac:spMkLst>
            <pc:docMk/>
            <pc:sldMk cId="3481631879" sldId="338"/>
            <ac:spMk id="16387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09:58:35.258" v="392"/>
          <ac:spMkLst>
            <pc:docMk/>
            <pc:sldMk cId="3481631879" sldId="338"/>
            <ac:spMk id="16389" creationId="{00000000-0000-0000-0000-000000000000}"/>
          </ac:spMkLst>
        </pc:spChg>
      </pc:sldChg>
      <pc:sldChg chg="modSp ord">
        <pc:chgData name="Chuck Jee Chau, Dr. (CSD)" userId="7aa7a09e-983f-4214-9e5a-071cbb678e81" providerId="ADAL" clId="{920F2E9E-74EA-3B4D-960C-F1866A196F88}" dt="2019-08-26T10:03:37.406" v="415"/>
        <pc:sldMkLst>
          <pc:docMk/>
          <pc:sldMk cId="3868521194" sldId="339"/>
        </pc:sldMkLst>
        <pc:spChg chg="mod">
          <ac:chgData name="Chuck Jee Chau, Dr. (CSD)" userId="7aa7a09e-983f-4214-9e5a-071cbb678e81" providerId="ADAL" clId="{920F2E9E-74EA-3B4D-960C-F1866A196F88}" dt="2019-08-26T10:03:37.406" v="415"/>
          <ac:spMkLst>
            <pc:docMk/>
            <pc:sldMk cId="3868521194" sldId="339"/>
            <ac:spMk id="17411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920F2E9E-74EA-3B4D-960C-F1866A196F88}" dt="2019-08-27T06:20:58.481" v="882" actId="27636"/>
        <pc:sldMkLst>
          <pc:docMk/>
          <pc:sldMk cId="2181055101" sldId="340"/>
        </pc:sldMkLst>
        <pc:spChg chg="mod">
          <ac:chgData name="Chuck Jee Chau, Dr. (CSD)" userId="7aa7a09e-983f-4214-9e5a-071cbb678e81" providerId="ADAL" clId="{920F2E9E-74EA-3B4D-960C-F1866A196F88}" dt="2019-08-27T06:20:58.481" v="882" actId="27636"/>
          <ac:spMkLst>
            <pc:docMk/>
            <pc:sldMk cId="2181055101" sldId="340"/>
            <ac:spMk id="18434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01:15.434" v="407" actId="207"/>
          <ac:spMkLst>
            <pc:docMk/>
            <pc:sldMk cId="2181055101" sldId="340"/>
            <ac:spMk id="18435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920F2E9E-74EA-3B4D-960C-F1866A196F88}" dt="2019-08-27T06:21:07.302" v="883" actId="404"/>
        <pc:sldMkLst>
          <pc:docMk/>
          <pc:sldMk cId="1120029056" sldId="341"/>
        </pc:sldMkLst>
        <pc:spChg chg="mod">
          <ac:chgData name="Chuck Jee Chau, Dr. (CSD)" userId="7aa7a09e-983f-4214-9e5a-071cbb678e81" providerId="ADAL" clId="{920F2E9E-74EA-3B4D-960C-F1866A196F88}" dt="2019-08-27T06:21:07.302" v="883" actId="404"/>
          <ac:spMkLst>
            <pc:docMk/>
            <pc:sldMk cId="1120029056" sldId="341"/>
            <ac:spMk id="19459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05:56.622" v="469" actId="20577"/>
          <ac:spMkLst>
            <pc:docMk/>
            <pc:sldMk cId="1120029056" sldId="341"/>
            <ac:spMk id="366595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7T06:21:11.499" v="884" actId="404"/>
        <pc:sldMkLst>
          <pc:docMk/>
          <pc:sldMk cId="4221234572" sldId="342"/>
        </pc:sldMkLst>
        <pc:spChg chg="mod">
          <ac:chgData name="Chuck Jee Chau, Dr. (CSD)" userId="7aa7a09e-983f-4214-9e5a-071cbb678e81" providerId="ADAL" clId="{920F2E9E-74EA-3B4D-960C-F1866A196F88}" dt="2019-08-27T06:21:11.499" v="884" actId="404"/>
          <ac:spMkLst>
            <pc:docMk/>
            <pc:sldMk cId="4221234572" sldId="342"/>
            <ac:spMk id="20482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7T06:21:15.897" v="885" actId="404"/>
        <pc:sldMkLst>
          <pc:docMk/>
          <pc:sldMk cId="2369753661" sldId="343"/>
        </pc:sldMkLst>
        <pc:spChg chg="mod">
          <ac:chgData name="Chuck Jee Chau, Dr. (CSD)" userId="7aa7a09e-983f-4214-9e5a-071cbb678e81" providerId="ADAL" clId="{920F2E9E-74EA-3B4D-960C-F1866A196F88}" dt="2019-08-27T06:21:15.897" v="885" actId="404"/>
          <ac:spMkLst>
            <pc:docMk/>
            <pc:sldMk cId="2369753661" sldId="343"/>
            <ac:spMk id="21507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06:59.771" v="472" actId="20577"/>
          <ac:spMkLst>
            <pc:docMk/>
            <pc:sldMk cId="2369753661" sldId="343"/>
            <ac:spMk id="21508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7T06:21:26.033" v="887" actId="20577"/>
        <pc:sldMkLst>
          <pc:docMk/>
          <pc:sldMk cId="2991022684" sldId="344"/>
        </pc:sldMkLst>
        <pc:spChg chg="mod">
          <ac:chgData name="Chuck Jee Chau, Dr. (CSD)" userId="7aa7a09e-983f-4214-9e5a-071cbb678e81" providerId="ADAL" clId="{920F2E9E-74EA-3B4D-960C-F1866A196F88}" dt="2019-08-27T06:21:26.033" v="887" actId="20577"/>
          <ac:spMkLst>
            <pc:docMk/>
            <pc:sldMk cId="2991022684" sldId="344"/>
            <ac:spMk id="22531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07:20.257" v="473" actId="114"/>
          <ac:spMkLst>
            <pc:docMk/>
            <pc:sldMk cId="2991022684" sldId="344"/>
            <ac:spMk id="22533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6T10:24:40.232" v="804" actId="115"/>
        <pc:sldMkLst>
          <pc:docMk/>
          <pc:sldMk cId="3215333242" sldId="347"/>
        </pc:sldMkLst>
        <pc:spChg chg="mod">
          <ac:chgData name="Chuck Jee Chau, Dr. (CSD)" userId="7aa7a09e-983f-4214-9e5a-071cbb678e81" providerId="ADAL" clId="{920F2E9E-74EA-3B4D-960C-F1866A196F88}" dt="2019-08-26T10:24:40.232" v="804" actId="115"/>
          <ac:spMkLst>
            <pc:docMk/>
            <pc:sldMk cId="3215333242" sldId="347"/>
            <ac:spMk id="478211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920F2E9E-74EA-3B4D-960C-F1866A196F88}" dt="2019-08-27T06:19:30.965" v="867" actId="20577"/>
        <pc:sldMkLst>
          <pc:docMk/>
          <pc:sldMk cId="1359056485" sldId="348"/>
        </pc:sldMkLst>
        <pc:spChg chg="mod">
          <ac:chgData name="Chuck Jee Chau, Dr. (CSD)" userId="7aa7a09e-983f-4214-9e5a-071cbb678e81" providerId="ADAL" clId="{920F2E9E-74EA-3B4D-960C-F1866A196F88}" dt="2019-08-27T06:19:30.965" v="867" actId="20577"/>
          <ac:spMkLst>
            <pc:docMk/>
            <pc:sldMk cId="1359056485" sldId="348"/>
            <ac:spMk id="26627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09:58:35.258" v="392"/>
          <ac:spMkLst>
            <pc:docMk/>
            <pc:sldMk cId="1359056485" sldId="348"/>
            <ac:spMk id="477187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7T06:20:07.426" v="872" actId="20577"/>
        <pc:sldMkLst>
          <pc:docMk/>
          <pc:sldMk cId="3917142657" sldId="349"/>
        </pc:sldMkLst>
        <pc:spChg chg="mod">
          <ac:chgData name="Chuck Jee Chau, Dr. (CSD)" userId="7aa7a09e-983f-4214-9e5a-071cbb678e81" providerId="ADAL" clId="{920F2E9E-74EA-3B4D-960C-F1866A196F88}" dt="2019-08-27T06:20:07.426" v="872" actId="20577"/>
          <ac:spMkLst>
            <pc:docMk/>
            <pc:sldMk cId="3917142657" sldId="349"/>
            <ac:spMk id="27651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09:58:35.258" v="392"/>
          <ac:spMkLst>
            <pc:docMk/>
            <pc:sldMk cId="3917142657" sldId="349"/>
            <ac:spMk id="477187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6T10:07:52.783" v="474" actId="20577"/>
        <pc:sldMkLst>
          <pc:docMk/>
          <pc:sldMk cId="540535931" sldId="351"/>
        </pc:sldMkLst>
        <pc:spChg chg="mod">
          <ac:chgData name="Chuck Jee Chau, Dr. (CSD)" userId="7aa7a09e-983f-4214-9e5a-071cbb678e81" providerId="ADAL" clId="{920F2E9E-74EA-3B4D-960C-F1866A196F88}" dt="2019-08-26T10:07:52.783" v="474" actId="20577"/>
          <ac:spMkLst>
            <pc:docMk/>
            <pc:sldMk cId="540535931" sldId="351"/>
            <ac:spMk id="25604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6T10:08:28.834" v="477" actId="20577"/>
        <pc:sldMkLst>
          <pc:docMk/>
          <pc:sldMk cId="3441985897" sldId="352"/>
        </pc:sldMkLst>
        <pc:spChg chg="mod">
          <ac:chgData name="Chuck Jee Chau, Dr. (CSD)" userId="7aa7a09e-983f-4214-9e5a-071cbb678e81" providerId="ADAL" clId="{920F2E9E-74EA-3B4D-960C-F1866A196F88}" dt="2019-08-26T10:08:28.834" v="477" actId="20577"/>
          <ac:spMkLst>
            <pc:docMk/>
            <pc:sldMk cId="3441985897" sldId="352"/>
            <ac:spMk id="30724" creationId="{00000000-0000-0000-0000-000000000000}"/>
          </ac:spMkLst>
        </pc:spChg>
      </pc:sldChg>
      <pc:sldChg chg="modSp ord addCm modCm">
        <pc:chgData name="Chuck Jee Chau, Dr. (CSD)" userId="7aa7a09e-983f-4214-9e5a-071cbb678e81" providerId="ADAL" clId="{920F2E9E-74EA-3B4D-960C-F1866A196F88}" dt="2019-08-27T06:21:36.421" v="888" actId="404"/>
        <pc:sldMkLst>
          <pc:docMk/>
          <pc:sldMk cId="2448300194" sldId="353"/>
        </pc:sldMkLst>
        <pc:spChg chg="mod">
          <ac:chgData name="Chuck Jee Chau, Dr. (CSD)" userId="7aa7a09e-983f-4214-9e5a-071cbb678e81" providerId="ADAL" clId="{920F2E9E-74EA-3B4D-960C-F1866A196F88}" dt="2019-08-27T06:21:36.421" v="888" actId="404"/>
          <ac:spMkLst>
            <pc:docMk/>
            <pc:sldMk cId="2448300194" sldId="353"/>
            <ac:spMk id="31747" creationId="{00000000-0000-0000-0000-000000000000}"/>
          </ac:spMkLst>
        </pc:spChg>
      </pc:sldChg>
      <pc:sldChg chg="modAnim">
        <pc:chgData name="Chuck Jee Chau, Dr. (CSD)" userId="7aa7a09e-983f-4214-9e5a-071cbb678e81" providerId="ADAL" clId="{920F2E9E-74EA-3B4D-960C-F1866A196F88}" dt="2019-08-26T10:11:41.927" v="487"/>
        <pc:sldMkLst>
          <pc:docMk/>
          <pc:sldMk cId="514324639" sldId="354"/>
        </pc:sldMkLst>
      </pc:sldChg>
      <pc:sldChg chg="modSp">
        <pc:chgData name="Chuck Jee Chau, Dr. (CSD)" userId="7aa7a09e-983f-4214-9e5a-071cbb678e81" providerId="ADAL" clId="{920F2E9E-74EA-3B4D-960C-F1866A196F88}" dt="2019-08-27T06:21:40.963" v="889" actId="404"/>
        <pc:sldMkLst>
          <pc:docMk/>
          <pc:sldMk cId="162278486" sldId="355"/>
        </pc:sldMkLst>
        <pc:spChg chg="mod">
          <ac:chgData name="Chuck Jee Chau, Dr. (CSD)" userId="7aa7a09e-983f-4214-9e5a-071cbb678e81" providerId="ADAL" clId="{920F2E9E-74EA-3B4D-960C-F1866A196F88}" dt="2019-08-27T06:21:40.963" v="889" actId="404"/>
          <ac:spMkLst>
            <pc:docMk/>
            <pc:sldMk cId="162278486" sldId="355"/>
            <ac:spMk id="33795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12:20.281" v="488" actId="20577"/>
          <ac:spMkLst>
            <pc:docMk/>
            <pc:sldMk cId="162278486" sldId="355"/>
            <ac:spMk id="33796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6T10:14:09.611" v="497" actId="14100"/>
        <pc:sldMkLst>
          <pc:docMk/>
          <pc:sldMk cId="564181946" sldId="356"/>
        </pc:sldMkLst>
        <pc:spChg chg="mod">
          <ac:chgData name="Chuck Jee Chau, Dr. (CSD)" userId="7aa7a09e-983f-4214-9e5a-071cbb678e81" providerId="ADAL" clId="{920F2E9E-74EA-3B4D-960C-F1866A196F88}" dt="2019-08-26T10:13:20.053" v="492" actId="113"/>
          <ac:spMkLst>
            <pc:docMk/>
            <pc:sldMk cId="564181946" sldId="356"/>
            <ac:spMk id="34823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14:09.611" v="497" actId="14100"/>
          <ac:spMkLst>
            <pc:docMk/>
            <pc:sldMk cId="564181946" sldId="356"/>
            <ac:spMk id="34824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6T10:25:11.682" v="806" actId="1076"/>
        <pc:sldMkLst>
          <pc:docMk/>
          <pc:sldMk cId="1410465030" sldId="357"/>
        </pc:sldMkLst>
        <pc:spChg chg="mod">
          <ac:chgData name="Chuck Jee Chau, Dr. (CSD)" userId="7aa7a09e-983f-4214-9e5a-071cbb678e81" providerId="ADAL" clId="{920F2E9E-74EA-3B4D-960C-F1866A196F88}" dt="2019-08-26T10:25:11.682" v="806" actId="1076"/>
          <ac:spMkLst>
            <pc:docMk/>
            <pc:sldMk cId="1410465030" sldId="357"/>
            <ac:spMk id="35843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920F2E9E-74EA-3B4D-960C-F1866A196F88}" dt="2019-08-27T06:21:53.103" v="890" actId="255"/>
        <pc:sldMkLst>
          <pc:docMk/>
          <pc:sldMk cId="1022771807" sldId="358"/>
        </pc:sldMkLst>
        <pc:spChg chg="mod">
          <ac:chgData name="Chuck Jee Chau, Dr. (CSD)" userId="7aa7a09e-983f-4214-9e5a-071cbb678e81" providerId="ADAL" clId="{920F2E9E-74EA-3B4D-960C-F1866A196F88}" dt="2019-08-27T06:21:53.103" v="890" actId="255"/>
          <ac:spMkLst>
            <pc:docMk/>
            <pc:sldMk cId="1022771807" sldId="358"/>
            <ac:spMk id="36867" creationId="{00000000-0000-0000-0000-000000000000}"/>
          </ac:spMkLst>
        </pc:spChg>
        <pc:spChg chg="mod">
          <ac:chgData name="Chuck Jee Chau, Dr. (CSD)" userId="7aa7a09e-983f-4214-9e5a-071cbb678e81" providerId="ADAL" clId="{920F2E9E-74EA-3B4D-960C-F1866A196F88}" dt="2019-08-26T10:26:43.150" v="811" actId="207"/>
          <ac:spMkLst>
            <pc:docMk/>
            <pc:sldMk cId="1022771807" sldId="358"/>
            <ac:spMk id="481283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920F2E9E-74EA-3B4D-960C-F1866A196F88}" dt="2019-08-26T10:28:36.581" v="817"/>
        <pc:sldMkLst>
          <pc:docMk/>
          <pc:sldMk cId="3897951684" sldId="359"/>
        </pc:sldMkLst>
        <pc:spChg chg="mod">
          <ac:chgData name="Chuck Jee Chau, Dr. (CSD)" userId="7aa7a09e-983f-4214-9e5a-071cbb678e81" providerId="ADAL" clId="{920F2E9E-74EA-3B4D-960C-F1866A196F88}" dt="2019-08-26T10:28:26.187" v="815" actId="20577"/>
          <ac:spMkLst>
            <pc:docMk/>
            <pc:sldMk cId="3897951684" sldId="359"/>
            <ac:spMk id="382979" creationId="{00000000-0000-0000-0000-000000000000}"/>
          </ac:spMkLst>
        </pc:spChg>
      </pc:sldChg>
      <pc:sldChg chg="modSp">
        <pc:chgData name="Chuck Jee Chau, Dr. (CSD)" userId="7aa7a09e-983f-4214-9e5a-071cbb678e81" providerId="ADAL" clId="{920F2E9E-74EA-3B4D-960C-F1866A196F88}" dt="2019-08-27T06:22:01.753" v="891" actId="404"/>
        <pc:sldMkLst>
          <pc:docMk/>
          <pc:sldMk cId="3592603001" sldId="362"/>
        </pc:sldMkLst>
        <pc:spChg chg="mod">
          <ac:chgData name="Chuck Jee Chau, Dr. (CSD)" userId="7aa7a09e-983f-4214-9e5a-071cbb678e81" providerId="ADAL" clId="{920F2E9E-74EA-3B4D-960C-F1866A196F88}" dt="2019-08-27T06:22:01.753" v="891" actId="404"/>
          <ac:spMkLst>
            <pc:docMk/>
            <pc:sldMk cId="3592603001" sldId="362"/>
            <ac:spMk id="2" creationId="{00000000-0000-0000-0000-000000000000}"/>
          </ac:spMkLst>
        </pc:spChg>
      </pc:sldChg>
      <pc:sldChg chg="modSp addCm modCm">
        <pc:chgData name="Chuck Jee Chau, Dr. (CSD)" userId="7aa7a09e-983f-4214-9e5a-071cbb678e81" providerId="ADAL" clId="{920F2E9E-74EA-3B4D-960C-F1866A196F88}" dt="2019-08-27T06:19:54.299" v="870" actId="255"/>
        <pc:sldMkLst>
          <pc:docMk/>
          <pc:sldMk cId="1743399565" sldId="363"/>
        </pc:sldMkLst>
        <pc:spChg chg="mod">
          <ac:chgData name="Chuck Jee Chau, Dr. (CSD)" userId="7aa7a09e-983f-4214-9e5a-071cbb678e81" providerId="ADAL" clId="{920F2E9E-74EA-3B4D-960C-F1866A196F88}" dt="2019-08-27T06:19:54.299" v="870" actId="255"/>
          <ac:spMkLst>
            <pc:docMk/>
            <pc:sldMk cId="1743399565" sldId="363"/>
            <ac:spMk id="2" creationId="{D65CB792-D7CC-4F77-928C-761184BE067A}"/>
          </ac:spMkLst>
        </pc:spChg>
        <pc:spChg chg="mod">
          <ac:chgData name="Chuck Jee Chau, Dr. (CSD)" userId="7aa7a09e-983f-4214-9e5a-071cbb678e81" providerId="ADAL" clId="{920F2E9E-74EA-3B4D-960C-F1866A196F88}" dt="2019-08-26T09:37:12.452" v="284" actId="403"/>
          <ac:spMkLst>
            <pc:docMk/>
            <pc:sldMk cId="1743399565" sldId="363"/>
            <ac:spMk id="5" creationId="{89DE7BC4-E6F6-45D1-951D-64ABA9A6F49F}"/>
          </ac:spMkLst>
        </pc:spChg>
      </pc:sldChg>
      <pc:sldChg chg="modSp">
        <pc:chgData name="Chuck Jee Chau, Dr. (CSD)" userId="7aa7a09e-983f-4214-9e5a-071cbb678e81" providerId="ADAL" clId="{920F2E9E-74EA-3B4D-960C-F1866A196F88}" dt="2019-08-27T06:20:03.207" v="871" actId="20577"/>
        <pc:sldMkLst>
          <pc:docMk/>
          <pc:sldMk cId="3418438167" sldId="364"/>
        </pc:sldMkLst>
        <pc:spChg chg="mod">
          <ac:chgData name="Chuck Jee Chau, Dr. (CSD)" userId="7aa7a09e-983f-4214-9e5a-071cbb678e81" providerId="ADAL" clId="{920F2E9E-74EA-3B4D-960C-F1866A196F88}" dt="2019-08-27T06:20:03.207" v="871" actId="20577"/>
          <ac:spMkLst>
            <pc:docMk/>
            <pc:sldMk cId="3418438167" sldId="364"/>
            <ac:spMk id="26627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23CABD1B-98C2-3E0F-3D96-BFF5EE6A2702}"/>
    <pc:docChg chg="modSld">
      <pc:chgData name="William Hui (IEG)" userId="S::kyhui@cuhk.edu.hk::07728535-8fdc-4325-b24f-20cc4d58a3a3" providerId="AD" clId="Web-{23CABD1B-98C2-3E0F-3D96-BFF5EE6A2702}" dt="2019-08-23T09:50:56.213" v="2" actId="20577"/>
      <pc:docMkLst>
        <pc:docMk/>
      </pc:docMkLst>
      <pc:sldChg chg="modSp">
        <pc:chgData name="William Hui (IEG)" userId="S::kyhui@cuhk.edu.hk::07728535-8fdc-4325-b24f-20cc4d58a3a3" providerId="AD" clId="Web-{23CABD1B-98C2-3E0F-3D96-BFF5EE6A2702}" dt="2019-08-23T09:50:54.991" v="0" actId="20577"/>
        <pc:sldMkLst>
          <pc:docMk/>
          <pc:sldMk cId="0" sldId="256"/>
        </pc:sldMkLst>
        <pc:spChg chg="mod">
          <ac:chgData name="William Hui (IEG)" userId="S::kyhui@cuhk.edu.hk::07728535-8fdc-4325-b24f-20cc4d58a3a3" providerId="AD" clId="Web-{23CABD1B-98C2-3E0F-3D96-BFF5EE6A2702}" dt="2019-08-23T09:50:54.991" v="0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56C684EF-BC39-FA05-0EA1-8D7F03809F20}"/>
    <pc:docChg chg="modSld">
      <pc:chgData name="William Hui (IEG)" userId="S::kyhui@cuhk.edu.hk::07728535-8fdc-4325-b24f-20cc4d58a3a3" providerId="AD" clId="Web-{56C684EF-BC39-FA05-0EA1-8D7F03809F20}" dt="2019-08-26T14:24:40.725" v="139"/>
      <pc:docMkLst>
        <pc:docMk/>
      </pc:docMkLst>
      <pc:sldChg chg="addCm">
        <pc:chgData name="William Hui (IEG)" userId="S::kyhui@cuhk.edu.hk::07728535-8fdc-4325-b24f-20cc4d58a3a3" providerId="AD" clId="Web-{56C684EF-BC39-FA05-0EA1-8D7F03809F20}" dt="2019-08-26T14:24:40.725" v="139"/>
        <pc:sldMkLst>
          <pc:docMk/>
          <pc:sldMk cId="3481631879" sldId="338"/>
        </pc:sldMkLst>
      </pc:sldChg>
      <pc:sldChg chg="modSp addCm">
        <pc:chgData name="William Hui (IEG)" userId="S::kyhui@cuhk.edu.hk::07728535-8fdc-4325-b24f-20cc4d58a3a3" providerId="AD" clId="Web-{56C684EF-BC39-FA05-0EA1-8D7F03809F20}" dt="2019-08-26T14:23:43.256" v="137" actId="20577"/>
        <pc:sldMkLst>
          <pc:docMk/>
          <pc:sldMk cId="2448300194" sldId="353"/>
        </pc:sldMkLst>
        <pc:spChg chg="mod">
          <ac:chgData name="William Hui (IEG)" userId="S::kyhui@cuhk.edu.hk::07728535-8fdc-4325-b24f-20cc4d58a3a3" providerId="AD" clId="Web-{56C684EF-BC39-FA05-0EA1-8D7F03809F20}" dt="2019-08-26T14:23:43.256" v="137" actId="20577"/>
          <ac:spMkLst>
            <pc:docMk/>
            <pc:sldMk cId="2448300194" sldId="353"/>
            <ac:spMk id="31748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24EB2965-E3DA-1B49-8457-08B2E77D3534}"/>
    <pc:docChg chg="modSld">
      <pc:chgData name="Chuck jee Chau (CSD)" userId="7aa7a09e-983f-4214-9e5a-071cbb678e81" providerId="ADAL" clId="{24EB2965-E3DA-1B49-8457-08B2E77D3534}" dt="2020-09-09T11:04:09.292" v="0" actId="20577"/>
      <pc:docMkLst>
        <pc:docMk/>
      </pc:docMkLst>
      <pc:sldChg chg="modSp">
        <pc:chgData name="Chuck jee Chau (CSD)" userId="7aa7a09e-983f-4214-9e5a-071cbb678e81" providerId="ADAL" clId="{24EB2965-E3DA-1B49-8457-08B2E77D3534}" dt="2020-09-09T11:04:09.292" v="0" actId="20577"/>
        <pc:sldMkLst>
          <pc:docMk/>
          <pc:sldMk cId="3917142657" sldId="349"/>
        </pc:sldMkLst>
        <pc:spChg chg="mod">
          <ac:chgData name="Chuck jee Chau (CSD)" userId="7aa7a09e-983f-4214-9e5a-071cbb678e81" providerId="ADAL" clId="{24EB2965-E3DA-1B49-8457-08B2E77D3534}" dt="2020-09-09T11:04:09.292" v="0" actId="20577"/>
          <ac:spMkLst>
            <pc:docMk/>
            <pc:sldMk cId="3917142657" sldId="349"/>
            <ac:spMk id="47718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2023-01-05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2023-01-05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新細明體" charset="-12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B21B2E8-5D10-460F-AC07-2B2E79348306}" type="slidenum">
              <a:rPr lang="zh-TW" altLang="en-US" smtClean="0">
                <a:latin typeface="Helvetica" pitchFamily="34" charset="0"/>
              </a:rPr>
              <a:pPr/>
              <a:t>5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72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27B08E5-C3DA-4EF9-94CB-1DFB3EB32FA0}" type="slidenum">
              <a:rPr lang="zh-TW" altLang="en-US" smtClean="0">
                <a:latin typeface="Helvetica" pitchFamily="34" charset="0"/>
              </a:rPr>
              <a:pPr/>
              <a:t>11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6859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>
                <a:ea typeface="新細明體" charset="-120"/>
              </a:rPr>
              <a:t>This example is used to illustrate some basic concepts: Variables, assignment operators, </a:t>
            </a:r>
            <a:r>
              <a:rPr lang="en-US" altLang="en-US" dirty="0" err="1" smtClean="0">
                <a:ea typeface="新細明體" charset="-120"/>
              </a:rPr>
              <a:t>printf</a:t>
            </a:r>
            <a:r>
              <a:rPr lang="en-US" altLang="en-US" dirty="0">
                <a:ea typeface="新細明體" charset="-120"/>
              </a:rPr>
              <a:t>().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C8E7455-0761-4920-B7BE-138E2B933C2A}" type="slidenum">
              <a:rPr lang="zh-TW" altLang="en-US" smtClean="0">
                <a:latin typeface="Helvetica" pitchFamily="34" charset="0"/>
              </a:rPr>
              <a:pPr/>
              <a:t>13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214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65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70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54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27B08E5-C3DA-4EF9-94CB-1DFB3EB32FA0}" type="slidenum">
              <a:rPr lang="zh-TW" altLang="en-US" smtClean="0">
                <a:latin typeface="Helvetica" pitchFamily="34" charset="0"/>
              </a:rPr>
              <a:pPr/>
              <a:t>23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5572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What would happen if you use these names as identifiers in your program</a:t>
            </a:r>
            <a:r>
              <a:rPr lang="en-US" altLang="zh-TW" dirty="0">
                <a:ea typeface="新細明體" charset="-120"/>
              </a:rPr>
              <a:t>?</a:t>
            </a:r>
          </a:p>
          <a:p>
            <a:endParaRPr lang="en-US" altLang="en-US" dirty="0">
              <a:ea typeface="新細明體" charset="-12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03F6FBF-C61F-44BB-B039-B7D86A8C92C9}" type="slidenum">
              <a:rPr lang="zh-TW" altLang="en-US" smtClean="0">
                <a:latin typeface="Helvetica" pitchFamily="34" charset="0"/>
              </a:rPr>
              <a:pPr/>
              <a:t>26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569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617A55F-FC8E-41F4-A5A1-C5644FD23A57}" type="slidenum">
              <a:rPr lang="zh-TW" altLang="en-US" smtClean="0">
                <a:latin typeface="Helvetica" pitchFamily="34" charset="0"/>
              </a:rPr>
              <a:pPr/>
              <a:t>27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2</a:t>
            </a:r>
            <a:r>
              <a:rPr lang="en-US" altLang="zh-TW" dirty="0" smtClean="0">
                <a:ea typeface="新細明體" charset="-120"/>
              </a:rPr>
              <a:t>, 5, 7, 8, 10, 11, 12, 13, 14, 15, 16, 17, 18, 19: Valid identifiers</a:t>
            </a:r>
            <a:endParaRPr lang="en-US" altLang="zh-TW" dirty="0">
              <a:ea typeface="新細明體" charset="-120"/>
            </a:endParaRPr>
          </a:p>
          <a:p>
            <a:pPr eaLnBrk="1" hangingPunct="1"/>
            <a:r>
              <a:rPr lang="en-US" altLang="zh-TW" dirty="0">
                <a:ea typeface="新細明體" charset="-120"/>
              </a:rPr>
              <a:t>6</a:t>
            </a:r>
            <a:r>
              <a:rPr lang="en-US" altLang="zh-TW" dirty="0" smtClean="0">
                <a:ea typeface="新細明體" charset="-120"/>
              </a:rPr>
              <a:t>:  A reserved word</a:t>
            </a:r>
            <a:endParaRPr lang="en-US" altLang="zh-TW" dirty="0">
              <a:ea typeface="新細明體" charset="-120"/>
            </a:endParaRPr>
          </a:p>
          <a:p>
            <a:pPr eaLnBrk="1" hangingPunct="1"/>
            <a:r>
              <a:rPr lang="en-US" altLang="zh-TW" dirty="0">
                <a:ea typeface="新細明體" charset="-120"/>
              </a:rPr>
              <a:t>7</a:t>
            </a:r>
            <a:r>
              <a:rPr lang="en-US" altLang="zh-TW" dirty="0" smtClean="0">
                <a:ea typeface="新細明體" charset="-120"/>
              </a:rPr>
              <a:t>, 11: They are predefined identifiers but they are still valid identifiers</a:t>
            </a:r>
            <a:r>
              <a:rPr lang="en-US" altLang="zh-TW" dirty="0">
                <a:ea typeface="新細明體" charset="-120"/>
              </a:rPr>
              <a:t>.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17</a:t>
            </a:r>
            <a:r>
              <a:rPr lang="en-US" altLang="zh-TW" dirty="0" smtClean="0">
                <a:ea typeface="新細明體" charset="-120"/>
              </a:rPr>
              <a:t>: "#</a:t>
            </a:r>
            <a:r>
              <a:rPr lang="en-US" altLang="zh-TW" dirty="0">
                <a:ea typeface="新細明體" charset="-120"/>
              </a:rPr>
              <a:t>include</a:t>
            </a:r>
            <a:r>
              <a:rPr lang="en-US" altLang="zh-TW" dirty="0" smtClean="0">
                <a:ea typeface="新細明體" charset="-120"/>
              </a:rPr>
              <a:t>" is a preprocessor directive, "</a:t>
            </a:r>
            <a:r>
              <a:rPr lang="en-US" altLang="zh-TW" dirty="0">
                <a:ea typeface="新細明體" charset="-120"/>
              </a:rPr>
              <a:t>include</a:t>
            </a:r>
            <a:r>
              <a:rPr lang="en-US" altLang="zh-TW" dirty="0" smtClean="0">
                <a:ea typeface="新細明體" charset="-120"/>
              </a:rPr>
              <a:t>" itself is not a reserved word and thus it is a valid identifier.</a:t>
            </a:r>
          </a:p>
          <a:p>
            <a:pPr eaLnBrk="1" hangingPunct="1"/>
            <a:endParaRPr lang="en-US" altLang="zh-TW" dirty="0" smtClean="0">
              <a:ea typeface="新細明體" charset="-120"/>
            </a:endParaRPr>
          </a:p>
          <a:p>
            <a:pPr eaLnBrk="1" hangingPunct="1"/>
            <a:r>
              <a:rPr lang="en-US" altLang="zh-TW" dirty="0" smtClean="0">
                <a:ea typeface="新細明體" charset="-120"/>
              </a:rPr>
              <a:t>Note: a valid identifier does not imply that it</a:t>
            </a:r>
            <a:r>
              <a:rPr lang="en-US" altLang="zh-TW" baseline="0" dirty="0" smtClean="0">
                <a:ea typeface="新細明體" charset="-120"/>
              </a:rPr>
              <a:t> is a </a:t>
            </a:r>
            <a:r>
              <a:rPr lang="en-US" altLang="zh-TW" baseline="0" smtClean="0">
                <a:ea typeface="新細明體" charset="-120"/>
              </a:rPr>
              <a:t>meaningful name</a:t>
            </a:r>
            <a:endParaRPr lang="en-US" altLang="zh-TW" dirty="0">
              <a:ea typeface="新細明體" charset="-120"/>
            </a:endParaRPr>
          </a:p>
          <a:p>
            <a:pPr eaLnBrk="1" hangingPunct="1"/>
            <a:endParaRPr lang="en-US" altLang="zh-TW" dirty="0">
              <a:ea typeface="新細明體" charset="-120"/>
            </a:endParaRPr>
          </a:p>
          <a:p>
            <a:pPr eaLnBrk="1" hangingPunct="1"/>
            <a:endParaRPr lang="en-US" altLang="zh-TW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9651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D1D4EE1-9454-4CAB-B6CB-73D99EBE58FA}" type="slidenum">
              <a:rPr lang="zh-TW" altLang="en-US" smtClean="0">
                <a:latin typeface="Helvetica" pitchFamily="34" charset="0"/>
              </a:rPr>
              <a:pPr/>
              <a:t>29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1244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新細明體" charset="-12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CD5E0E0-E318-4329-BA42-56459AAE1C63}" type="slidenum">
              <a:rPr lang="zh-TW" altLang="en-US" smtClean="0">
                <a:latin typeface="Helvetica" pitchFamily="34" charset="0"/>
              </a:rPr>
              <a:pPr/>
              <a:t>30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55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7DE8395-3863-48F5-9285-C77BB51D63E2}" type="slidenum">
              <a:rPr lang="zh-TW" altLang="en-US" smtClean="0">
                <a:latin typeface="Helvetica" pitchFamily="34" charset="0"/>
              </a:rPr>
              <a:pPr/>
              <a:t>31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410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新細明體" charset="-12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63B9EAA-F4EA-452F-AAE0-C6444E8B0AB6}" type="slidenum">
              <a:rPr lang="zh-TW" altLang="en-US" smtClean="0">
                <a:latin typeface="Helvetica" pitchFamily="34" charset="0"/>
              </a:rPr>
              <a:pPr/>
              <a:t>32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51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0C450CB-D5CC-47F8-98AF-AC41881E8482}" type="slidenum">
              <a:rPr lang="zh-TW" altLang="en-US" smtClean="0">
                <a:latin typeface="Helvetica" pitchFamily="34" charset="0"/>
              </a:rPr>
              <a:pPr/>
              <a:t>33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b="0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1608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0" dirty="0">
              <a:ea typeface="新細明體" charset="-12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47A7E00-2EDE-4ABE-8952-ED91CEF9103D}" type="slidenum">
              <a:rPr lang="zh-TW" altLang="en-US" smtClean="0">
                <a:latin typeface="Helvetica" pitchFamily="34" charset="0"/>
              </a:rPr>
              <a:pPr/>
              <a:t>34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245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0" dirty="0">
              <a:ea typeface="新細明體" charset="-12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9D99876-C296-4930-B8EC-B304D55E6F02}" type="slidenum">
              <a:rPr lang="zh-TW" altLang="en-US" smtClean="0">
                <a:latin typeface="Helvetica" pitchFamily="34" charset="0"/>
              </a:rPr>
              <a:pPr/>
              <a:t>36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58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644A930-126D-4FE2-B8A6-77084D3D0002}" type="slidenum">
              <a:rPr lang="zh-TW" altLang="en-US" smtClean="0">
                <a:latin typeface="Helvetica" pitchFamily="34" charset="0"/>
              </a:rPr>
              <a:pPr/>
              <a:t>37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6085" indent="-226085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6453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2011_Trampeltier_1528.JP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reativecommons.org/licenses/by-sa/3.0" TargetMode="External"/><Relationship Id="rId4" Type="http://schemas.openxmlformats.org/officeDocument/2006/relationships/hyperlink" Target="http://commons.wikimedia.org/wiki/User:J._Patrick_Fischer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1470025"/>
          </a:xfrm>
        </p:spPr>
        <p:txBody>
          <a:bodyPr>
            <a:normAutofit/>
          </a:bodyPr>
          <a:lstStyle/>
          <a:p>
            <a:r>
              <a:rPr lang="en-US" altLang="zh-TW" b="1" dirty="0" smtClean="0">
                <a:ea typeface="新細明體"/>
              </a:rPr>
              <a:t>C Language Basics </a:t>
            </a:r>
            <a:endParaRPr lang="en-US" altLang="zh-TW" b="1" dirty="0">
              <a:ea typeface="新細明體" charset="-120"/>
              <a:cs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973D95-B900-4444-8E0A-8EA40B5117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TW" sz="1000" dirty="0">
              <a:ea typeface="新細明體" charset="-12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ea typeface="新細明體" charset="-120"/>
              </a:rPr>
              <a:t>Outline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7938"/>
            <a:ext cx="8339138" cy="4954587"/>
          </a:xfrm>
        </p:spPr>
        <p:txBody>
          <a:bodyPr>
            <a:normAutofit/>
          </a:bodyPr>
          <a:lstStyle/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zh-TW" dirty="0" smtClean="0">
                <a:ea typeface="新細明體" charset="-120"/>
              </a:rPr>
              <a:t>First C program &amp; Language Syntax</a:t>
            </a:r>
            <a:endParaRPr lang="en-US" altLang="zh-TW" dirty="0">
              <a:ea typeface="新細明體" charset="-120"/>
            </a:endParaRP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zh-TW" dirty="0" smtClean="0">
                <a:ea typeface="新細明體" charset="-120"/>
              </a:rPr>
              <a:t>Variables and Assignment Operators</a:t>
            </a:r>
            <a:endParaRPr lang="en-US" altLang="zh-TW" dirty="0">
              <a:ea typeface="新細明體" charset="-120"/>
            </a:endParaRP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Identifiers</a:t>
            </a:r>
            <a:r>
              <a:rPr lang="en-US" altLang="zh-TW" dirty="0" smtClean="0">
                <a:ea typeface="新細明體" charset="-120"/>
              </a:rPr>
              <a:t>, Reserved Words, Predefined Identifiers</a:t>
            </a:r>
            <a:endParaRPr lang="en-US" altLang="zh-TW" dirty="0">
              <a:ea typeface="新細明體" charset="-120"/>
            </a:endParaRP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zh-TW" dirty="0" smtClean="0">
                <a:ea typeface="新細明體" charset="-120"/>
              </a:rPr>
              <a:t>Data Types, Numeric Constants, String Literals</a:t>
            </a:r>
            <a:endParaRPr lang="en-US" altLang="zh-TW" dirty="0">
              <a:ea typeface="新細明體" charset="-120"/>
            </a:endParaRPr>
          </a:p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altLang="zh-TW" dirty="0" smtClean="0">
                <a:ea typeface="新細明體" charset="-120"/>
              </a:rPr>
              <a:t>Console </a:t>
            </a:r>
            <a:r>
              <a:rPr lang="en-US" altLang="zh-TW" dirty="0" err="1" smtClean="0">
                <a:ea typeface="新細明體" charset="-120"/>
              </a:rPr>
              <a:t>Input/Output</a:t>
            </a:r>
            <a:r>
              <a:rPr lang="en-US" altLang="zh-TW" dirty="0" smtClean="0">
                <a:ea typeface="新細明體" charset="-120"/>
              </a:rPr>
              <a:t> Using </a:t>
            </a:r>
            <a:r>
              <a:rPr lang="en-US" altLang="zh-TW" dirty="0" err="1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dirty="0" smtClean="0">
                <a:ea typeface="新細明體" charset="-120"/>
              </a:rPr>
              <a:t> and </a:t>
            </a:r>
            <a:r>
              <a:rPr lang="en-US" altLang="zh-TW" dirty="0" err="1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9683099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zh-TW" b="1" dirty="0">
                <a:ea typeface="新細明體" charset="-120"/>
              </a:rPr>
              <a:t>1</a:t>
            </a:r>
            <a:r>
              <a:rPr lang="en-US" altLang="zh-TW" b="1" dirty="0" smtClean="0">
                <a:ea typeface="新細明體" charset="-120"/>
              </a:rPr>
              <a:t>. Overview of C Language</a:t>
            </a:r>
            <a:endParaRPr lang="en-US" altLang="zh-TW" b="1" dirty="0">
              <a:ea typeface="新細明體" charset="-120"/>
            </a:endParaRPr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546100" y="888842"/>
            <a:ext cx="8604250" cy="3841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CC66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solidFill>
                  <a:srgbClr val="CC66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, world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, universe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0" y="888842"/>
            <a:ext cx="539750" cy="3841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4101" name="Rectangle 3"/>
          <p:cNvSpPr>
            <a:spLocks noChangeArrowheads="1"/>
          </p:cNvSpPr>
          <p:nvPr/>
        </p:nvSpPr>
        <p:spPr bwMode="auto">
          <a:xfrm>
            <a:off x="0" y="4725829"/>
            <a:ext cx="9144000" cy="88423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Hello</a:t>
            </a:r>
            <a:r>
              <a:rPr lang="en-US" altLang="zh-TW" sz="2000" dirty="0" smtClean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, world</a:t>
            </a:r>
            <a:r>
              <a:rPr lang="en-US" altLang="zh-TW" sz="2000" dirty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!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Hello</a:t>
            </a:r>
            <a:r>
              <a:rPr kumimoji="1" lang="en-US" altLang="zh-TW" sz="2000" dirty="0" smtClean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, universe</a:t>
            </a:r>
            <a:r>
              <a:rPr kumimoji="1" lang="en-US" altLang="zh-TW" sz="2000" dirty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!</a:t>
            </a:r>
          </a:p>
        </p:txBody>
      </p:sp>
      <p:sp>
        <p:nvSpPr>
          <p:cNvPr id="4102" name="Rectangle 12"/>
          <p:cNvSpPr>
            <a:spLocks noChangeArrowheads="1"/>
          </p:cNvSpPr>
          <p:nvPr/>
        </p:nvSpPr>
        <p:spPr bwMode="auto">
          <a:xfrm>
            <a:off x="5375275" y="888842"/>
            <a:ext cx="3636963" cy="4530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Basic structure of a C program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Statements are executed sequentially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3250" y="1876267"/>
            <a:ext cx="3117850" cy="25542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1600" dirty="0" err="1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defRPr/>
            </a:pPr>
            <a:endParaRPr kumimoji="1" lang="en-US" altLang="zh-TW" sz="1600" dirty="0">
              <a:solidFill>
                <a:srgbClr val="FF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TW" sz="1600" dirty="0" err="1" smtClean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kumimoji="1" lang="en-US" altLang="zh-TW" sz="16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main(void</a:t>
            </a: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defRPr/>
            </a:pPr>
            <a:r>
              <a:rPr kumimoji="1" lang="en-US" altLang="zh-TW" sz="16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statement_1</a:t>
            </a:r>
            <a:r>
              <a:rPr kumimoji="1" lang="en-US" altLang="zh-TW" sz="16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defRPr/>
            </a:pPr>
            <a:r>
              <a:rPr kumimoji="1" lang="en-US" altLang="zh-TW" sz="16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statement_2</a:t>
            </a:r>
            <a:r>
              <a:rPr kumimoji="1" lang="en-US" altLang="zh-TW" sz="16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defRPr/>
            </a:pPr>
            <a:r>
              <a:rPr kumimoji="1" lang="en-US" altLang="zh-TW" sz="16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…</a:t>
            </a:r>
            <a:endParaRPr kumimoji="1" lang="en-US" altLang="zh-TW" sz="16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defRPr/>
            </a:pPr>
            <a:endParaRPr kumimoji="1" lang="en-US" altLang="zh-TW" sz="1600" dirty="0">
              <a:solidFill>
                <a:srgbClr val="FF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TW" sz="16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return 0</a:t>
            </a: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331AC011-A00E-2249-B954-AEFDD237E596}"/>
              </a:ext>
            </a:extLst>
          </p:cNvPr>
          <p:cNvSpPr/>
          <p:nvPr/>
        </p:nvSpPr>
        <p:spPr>
          <a:xfrm>
            <a:off x="7870264" y="1567552"/>
            <a:ext cx="1045136" cy="718447"/>
          </a:xfrm>
          <a:prstGeom prst="wedgeRoundRectCallout">
            <a:avLst>
              <a:gd name="adj1" fmla="val -70682"/>
              <a:gd name="adj2" fmla="val -27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/>
              <a:t>Standard libraries to load</a:t>
            </a:r>
            <a:endParaRPr lang="en-US" sz="1600" i="1" dirty="0"/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983217F5-F05A-C04A-B9FF-598C8871B2E9}"/>
              </a:ext>
            </a:extLst>
          </p:cNvPr>
          <p:cNvSpPr/>
          <p:nvPr/>
        </p:nvSpPr>
        <p:spPr>
          <a:xfrm>
            <a:off x="7760568" y="2526436"/>
            <a:ext cx="1154831" cy="718447"/>
          </a:xfrm>
          <a:prstGeom prst="wedgeRoundRectCallout">
            <a:avLst>
              <a:gd name="adj1" fmla="val -87379"/>
              <a:gd name="adj2" fmla="val -494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/>
              <a:t>Entrance point of C program</a:t>
            </a:r>
            <a:endParaRPr lang="en-US" sz="1600" i="1" dirty="0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D6EEF889-5084-3643-913B-2416F6D42852}"/>
              </a:ext>
            </a:extLst>
          </p:cNvPr>
          <p:cNvSpPr/>
          <p:nvPr/>
        </p:nvSpPr>
        <p:spPr>
          <a:xfrm>
            <a:off x="7337141" y="3846354"/>
            <a:ext cx="1349659" cy="485211"/>
          </a:xfrm>
          <a:prstGeom prst="wedgeRoundRectCallout">
            <a:avLst>
              <a:gd name="adj1" fmla="val -74000"/>
              <a:gd name="adj2" fmla="val -161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/>
              <a:t>This program is done</a:t>
            </a:r>
            <a:r>
              <a:rPr lang="en-US" sz="1600" i="1" dirty="0"/>
              <a:t>!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FE002CA-E1F4-F342-BDCD-8B1E72E33849}"/>
              </a:ext>
            </a:extLst>
          </p:cNvPr>
          <p:cNvSpPr/>
          <p:nvPr/>
        </p:nvSpPr>
        <p:spPr>
          <a:xfrm>
            <a:off x="4718001" y="3776798"/>
            <a:ext cx="896938" cy="520112"/>
          </a:xfrm>
          <a:prstGeom prst="wedgeRoundRectCallout">
            <a:avLst>
              <a:gd name="adj1" fmla="val 64334"/>
              <a:gd name="adj2" fmla="val 351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/>
              <a:t>The end </a:t>
            </a:r>
            <a:r>
              <a:rPr lang="en-US" sz="1600" i="1" dirty="0"/>
              <a:t/>
            </a:r>
            <a:br>
              <a:rPr lang="en-US" sz="1600" i="1" dirty="0"/>
            </a:br>
            <a:r>
              <a:rPr lang="en-US" sz="1600" i="1" dirty="0" smtClean="0"/>
              <a:t>of block</a:t>
            </a:r>
            <a:endParaRPr lang="en-US" sz="1600" i="1" dirty="0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20A71B93-8E03-3847-B89E-1317EED742A6}"/>
              </a:ext>
            </a:extLst>
          </p:cNvPr>
          <p:cNvSpPr/>
          <p:nvPr/>
        </p:nvSpPr>
        <p:spPr>
          <a:xfrm>
            <a:off x="4648200" y="2883648"/>
            <a:ext cx="966739" cy="520112"/>
          </a:xfrm>
          <a:prstGeom prst="wedgeRoundRectCallout">
            <a:avLst>
              <a:gd name="adj1" fmla="val 62521"/>
              <a:gd name="adj2" fmla="val -467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/>
              <a:t>The start of block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72723702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7B1810-1103-44E0-996D-D58BDF2AC8A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1.1</a:t>
            </a:r>
            <a:r>
              <a:rPr lang="en-US" altLang="zh-TW" sz="4000" dirty="0" smtClean="0">
                <a:ea typeface="新細明體" charset="-120"/>
              </a:rPr>
              <a:t>. Language Syntax</a:t>
            </a:r>
            <a:endParaRPr lang="en-US" altLang="zh-TW" sz="4000" dirty="0">
              <a:ea typeface="新細明體" charset="-120"/>
            </a:endParaRPr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470025"/>
            <a:ext cx="8605837" cy="44735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800" dirty="0" smtClean="0">
                <a:ea typeface="新細明體" charset="-120"/>
              </a:rPr>
              <a:t>Every programming language has its own </a:t>
            </a:r>
            <a:r>
              <a:rPr lang="en-US" altLang="zh-TW" sz="2800" i="1" dirty="0" smtClean="0">
                <a:solidFill>
                  <a:srgbClr val="0070C0"/>
                </a:solidFill>
                <a:ea typeface="新細明體" charset="-120"/>
              </a:rPr>
              <a:t>syntax</a:t>
            </a:r>
            <a:r>
              <a:rPr lang="en-US" altLang="zh-TW" sz="2800" dirty="0" smtClean="0">
                <a:solidFill>
                  <a:srgbClr val="0070C0"/>
                </a:solidFill>
                <a:ea typeface="新細明體" charset="-120"/>
              </a:rPr>
              <a:t> </a:t>
            </a:r>
            <a:r>
              <a:rPr lang="en-US" altLang="zh-TW" sz="2800" dirty="0" smtClean="0">
                <a:ea typeface="新細明體" charset="-120"/>
              </a:rPr>
              <a:t>(defined by a set of rules</a:t>
            </a:r>
            <a:r>
              <a:rPr lang="en-US" altLang="zh-TW" sz="2800" dirty="0">
                <a:ea typeface="新細明體" charset="-120"/>
              </a:rPr>
              <a:t>)</a:t>
            </a:r>
          </a:p>
          <a:p>
            <a:pPr lvl="1" eaLnBrk="1" hangingPunct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400" dirty="0" smtClean="0">
                <a:ea typeface="新細明體" charset="-120"/>
              </a:rPr>
              <a:t>Like grammar in English language</a:t>
            </a:r>
            <a:endParaRPr lang="en-US" altLang="zh-TW" sz="2400" dirty="0">
              <a:ea typeface="新細明體" charset="-120"/>
            </a:endParaRPr>
          </a:p>
          <a:p>
            <a:pPr lvl="1" eaLnBrk="1" hangingPunct="1">
              <a:lnSpc>
                <a:spcPct val="90000"/>
              </a:lnSpc>
              <a:tabLst>
                <a:tab pos="2857500" algn="l"/>
              </a:tabLst>
            </a:pPr>
            <a:endParaRPr lang="en-US" altLang="zh-TW" sz="24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800" dirty="0" smtClean="0">
                <a:ea typeface="新細明體" charset="-120"/>
              </a:rPr>
              <a:t>Program source code containing syntax errors cannot be compiled into an executable program</a:t>
            </a:r>
            <a:endParaRPr lang="en-US" altLang="zh-TW" sz="2800" dirty="0">
              <a:ea typeface="新細明體" charset="-120"/>
            </a:endParaRPr>
          </a:p>
          <a:p>
            <a:pPr lvl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400" dirty="0">
                <a:ea typeface="新細明體" charset="-120"/>
              </a:rPr>
              <a:t>Remember</a:t>
            </a:r>
            <a:r>
              <a:rPr lang="en-US" altLang="zh-TW" sz="2400" dirty="0" smtClean="0">
                <a:ea typeface="新細明體" charset="-120"/>
              </a:rPr>
              <a:t>: </a:t>
            </a:r>
            <a:r>
              <a:rPr lang="en-US" altLang="zh-TW" sz="2400" i="1" dirty="0" smtClean="0">
                <a:ea typeface="新細明體" charset="-120"/>
              </a:rPr>
              <a:t>computers cannot follow malformed instructions</a:t>
            </a:r>
            <a:r>
              <a:rPr lang="en-US" altLang="zh-TW" sz="2400" i="1" dirty="0">
                <a:ea typeface="新細明體" charset="-120"/>
              </a:rPr>
              <a:t>!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57500" algn="l"/>
              </a:tabLst>
            </a:pPr>
            <a:endParaRPr lang="en-US" altLang="zh-TW" sz="28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  <a:tabLst>
                <a:tab pos="2857500" algn="l"/>
              </a:tabLst>
            </a:pPr>
            <a:endParaRPr lang="en-US" altLang="zh-TW" sz="2800" dirty="0">
              <a:ea typeface="新細明體" charset="-120"/>
            </a:endParaRPr>
          </a:p>
        </p:txBody>
      </p:sp>
      <p:pic>
        <p:nvPicPr>
          <p:cNvPr id="4" name="Picture 3" descr="Syntax error example">
            <a:extLst>
              <a:ext uri="{FF2B5EF4-FFF2-40B4-BE49-F238E27FC236}">
                <a16:creationId xmlns:a16="http://schemas.microsoft.com/office/drawing/2014/main" id="{C6716F7B-BE50-9A4C-8C38-49F3BF523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38" y="4371976"/>
            <a:ext cx="5257800" cy="1651000"/>
          </a:xfrm>
          <a:prstGeom prst="rect">
            <a:avLst/>
          </a:prstGeom>
        </p:spPr>
      </p:pic>
      <p:sp>
        <p:nvSpPr>
          <p:cNvPr id="8" name="Rectangle 12">
            <a:extLst>
              <a:ext uri="{FF2B5EF4-FFF2-40B4-BE49-F238E27FC236}">
                <a16:creationId xmlns:a16="http://schemas.microsoft.com/office/drawing/2014/main" id="{0CD6CCB2-DF97-BE48-8E87-CD289CC7D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65798"/>
            <a:ext cx="3805237" cy="128417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b="0" dirty="0" smtClean="0">
                <a:latin typeface="+mn-lt"/>
                <a:ea typeface="新細明體" charset="-120"/>
              </a:rPr>
              <a:t>You may see something like this when a syntax error is found when compiling. Read carefully for hints to fix your code</a:t>
            </a:r>
            <a:r>
              <a:rPr kumimoji="1" lang="en-US" altLang="zh-TW" sz="2000" b="0" dirty="0">
                <a:latin typeface="+mn-lt"/>
                <a:ea typeface="新細明體" charset="-12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243476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372ADD-3776-463F-95D9-32A08462053F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501650" y="0"/>
            <a:ext cx="8642350" cy="28527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CC66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solidFill>
                  <a:srgbClr val="CC66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) {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, world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, universe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6030913" y="203200"/>
            <a:ext cx="241935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b="0" dirty="0" smtClean="0">
                <a:ea typeface="新細明體" charset="-120"/>
              </a:rPr>
              <a:t>Can you spot the error(s</a:t>
            </a:r>
            <a:r>
              <a:rPr lang="en-US" altLang="zh-TW" b="0" dirty="0">
                <a:ea typeface="新細明體" charset="-120"/>
              </a:rPr>
              <a:t>)?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0" y="0"/>
            <a:ext cx="501650" cy="28527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4321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9563" y="2974973"/>
            <a:ext cx="8605837" cy="3273427"/>
          </a:xfrm>
          <a:noFill/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itchFamily="2" charset="2"/>
              <a:buNone/>
              <a:tabLst>
                <a:tab pos="2857500" algn="l"/>
              </a:tabLst>
            </a:pPr>
            <a:r>
              <a:rPr lang="en-US" altLang="zh-TW" sz="2800" u="sng" dirty="0" smtClean="0">
                <a:ea typeface="新細明體" charset="-120"/>
              </a:rPr>
              <a:t>Some Basic Rules</a:t>
            </a:r>
            <a:endParaRPr lang="en-US" altLang="zh-TW" sz="2800" u="sng" dirty="0">
              <a:ea typeface="新細明體" charset="-120"/>
            </a:endParaRPr>
          </a:p>
          <a:p>
            <a:pPr eaLnBrk="1" hangingPunct="1">
              <a:tabLst>
                <a:tab pos="2857500" algn="l"/>
              </a:tabLst>
            </a:pPr>
            <a:r>
              <a:rPr lang="en-US" altLang="zh-TW" sz="2800" dirty="0" smtClean="0">
                <a:ea typeface="新細明體" charset="-120"/>
              </a:rPr>
              <a:t>C language is </a:t>
            </a:r>
            <a:r>
              <a:rPr lang="en-US" altLang="zh-TW" sz="2800" i="1" dirty="0" smtClean="0">
                <a:solidFill>
                  <a:srgbClr val="0070C0"/>
                </a:solidFill>
                <a:ea typeface="新細明體" charset="-120"/>
              </a:rPr>
              <a:t>case sensitive</a:t>
            </a:r>
            <a:r>
              <a:rPr lang="en-US" altLang="zh-TW" sz="2800" dirty="0">
                <a:ea typeface="新細明體" charset="-120"/>
              </a:rPr>
              <a:t>.</a:t>
            </a:r>
          </a:p>
          <a:p>
            <a:pPr eaLnBrk="1" hangingPunct="1">
              <a:tabLst>
                <a:tab pos="2857500" algn="l"/>
              </a:tabLst>
            </a:pPr>
            <a:endParaRPr lang="en-US" altLang="zh-TW" sz="1400" dirty="0">
              <a:ea typeface="新細明體" charset="-120"/>
            </a:endParaRPr>
          </a:p>
          <a:p>
            <a:pPr eaLnBrk="1" hangingPunct="1">
              <a:tabLst>
                <a:tab pos="2857500" algn="l"/>
              </a:tabLst>
            </a:pPr>
            <a:r>
              <a:rPr lang="en-US" altLang="zh-TW" sz="2800" dirty="0" smtClean="0">
                <a:ea typeface="新細明體" charset="-120"/>
              </a:rPr>
              <a:t>During syntax checking, compilers usually consider </a:t>
            </a:r>
            <a:r>
              <a:rPr lang="en-US" altLang="zh-TW" sz="2800" i="1" dirty="0" smtClean="0">
                <a:ea typeface="新細明體" charset="-120"/>
              </a:rPr>
              <a:t>whitespace</a:t>
            </a:r>
            <a:r>
              <a:rPr lang="en-US" altLang="zh-TW" sz="2800" dirty="0" smtClean="0">
                <a:ea typeface="新細明體" charset="-120"/>
              </a:rPr>
              <a:t> characters (</a:t>
            </a:r>
            <a:r>
              <a:rPr lang="en-US" altLang="zh-TW" sz="2800" dirty="0">
                <a:solidFill>
                  <a:srgbClr val="009900"/>
                </a:solidFill>
                <a:ea typeface="新細明體" charset="-120"/>
              </a:rPr>
              <a:t>space</a:t>
            </a:r>
            <a:r>
              <a:rPr lang="en-US" altLang="zh-TW" sz="2800" dirty="0" smtClean="0">
                <a:ea typeface="新細明體" charset="-120"/>
              </a:rPr>
              <a:t>, </a:t>
            </a:r>
            <a:r>
              <a:rPr lang="en-US" altLang="zh-TW" sz="2800" dirty="0" smtClean="0">
                <a:solidFill>
                  <a:srgbClr val="009900"/>
                </a:solidFill>
                <a:ea typeface="新細明體" charset="-120"/>
              </a:rPr>
              <a:t>newline </a:t>
            </a:r>
            <a:r>
              <a:rPr lang="en-US" altLang="zh-TW" sz="2800" dirty="0" smtClean="0">
                <a:ea typeface="新細明體" charset="-120"/>
              </a:rPr>
              <a:t>[</a:t>
            </a:r>
            <a:r>
              <a:rPr lang="en-US" altLang="zh-TW" sz="2800" dirty="0">
                <a:ea typeface="新細明體" charset="-120"/>
              </a:rPr>
              <a:t>Enter</a:t>
            </a:r>
            <a:r>
              <a:rPr lang="en-US" altLang="zh-TW" sz="2800" dirty="0" smtClean="0">
                <a:ea typeface="新細明體" charset="-120"/>
              </a:rPr>
              <a:t>] and </a:t>
            </a:r>
            <a:r>
              <a:rPr lang="en-US" altLang="zh-TW" sz="2800" dirty="0" smtClean="0">
                <a:solidFill>
                  <a:srgbClr val="009900"/>
                </a:solidFill>
                <a:ea typeface="新細明體" charset="-120"/>
              </a:rPr>
              <a:t>tab</a:t>
            </a:r>
            <a:r>
              <a:rPr lang="en-US" altLang="zh-TW" sz="2800" dirty="0" smtClean="0">
                <a:ea typeface="新細明體" charset="-120"/>
              </a:rPr>
              <a:t>) flexibly</a:t>
            </a:r>
            <a:r>
              <a:rPr lang="en-US" altLang="zh-TW" sz="2800" dirty="0">
                <a:ea typeface="新細明體" charset="-120"/>
              </a:rPr>
              <a:t>.</a:t>
            </a:r>
          </a:p>
          <a:p>
            <a:pPr>
              <a:tabLst>
                <a:tab pos="2857500" algn="l"/>
              </a:tabLst>
            </a:pPr>
            <a:endParaRPr lang="en-US" altLang="zh-TW" sz="1400" dirty="0">
              <a:ea typeface="新細明體" charset="-120"/>
            </a:endParaRPr>
          </a:p>
          <a:p>
            <a:pPr eaLnBrk="1" hangingPunct="1">
              <a:tabLst>
                <a:tab pos="2857500" algn="l"/>
              </a:tabLst>
            </a:pPr>
            <a:r>
              <a:rPr lang="en-US" altLang="zh-TW" sz="2800" dirty="0" smtClean="0">
                <a:ea typeface="新細明體" charset="-120"/>
              </a:rPr>
              <a:t>Proper use of spaces makes program easy to read</a:t>
            </a:r>
            <a:r>
              <a:rPr lang="en-US" altLang="zh-TW" sz="2800" dirty="0">
                <a:ea typeface="新細明體" charset="-120"/>
              </a:rPr>
              <a:t>.</a:t>
            </a:r>
          </a:p>
          <a:p>
            <a:pPr lvl="1">
              <a:tabLst>
                <a:tab pos="2857500" algn="l"/>
              </a:tabLst>
            </a:pPr>
            <a:r>
              <a:rPr lang="en-US" altLang="zh-TW" sz="2400" dirty="0" smtClean="0">
                <a:ea typeface="新細明體" charset="-120"/>
              </a:rPr>
              <a:t>Spacing in front is called indentation as a good programming style</a:t>
            </a:r>
            <a:endParaRPr lang="en-US" altLang="zh-TW" sz="2400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78912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33400" indent="-533400" eaLnBrk="1" hangingPunct="1"/>
            <a:r>
              <a:rPr lang="en-US" altLang="zh-TW" sz="4000" dirty="0">
                <a:ea typeface="新細明體" charset="-120"/>
              </a:rPr>
              <a:t>1.2</a:t>
            </a:r>
            <a:r>
              <a:rPr lang="en-US" altLang="zh-TW" sz="4000" dirty="0" smtClean="0">
                <a:ea typeface="新細明體" charset="-120"/>
              </a:rPr>
              <a:t>. Comments</a:t>
            </a:r>
            <a:endParaRPr lang="en-US" altLang="zh-TW" sz="4000" dirty="0">
              <a:ea typeface="新細明體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372ADD-3776-463F-95D9-32A08462053F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533400" y="838200"/>
            <a:ext cx="8604250" cy="28797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FF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/*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solidFill>
                  <a:srgbClr val="FF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This is a comment</a:t>
            </a:r>
            <a:endParaRPr kumimoji="1" lang="en-US" altLang="zh-TW" sz="2000" dirty="0">
              <a:solidFill>
                <a:srgbClr val="FF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FF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*/</a:t>
            </a:r>
            <a:endParaRPr kumimoji="1" lang="en-US" altLang="zh-TW" sz="2000" dirty="0">
              <a:solidFill>
                <a:srgbClr val="00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0000FF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solidFill>
                  <a:srgbClr val="CC66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) {             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, world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!\n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);  </a:t>
            </a:r>
            <a:r>
              <a:rPr kumimoji="1" lang="en-US" altLang="zh-TW" sz="2000" dirty="0" smtClean="0">
                <a:solidFill>
                  <a:srgbClr val="FF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// This is also a comment</a:t>
            </a:r>
            <a:endParaRPr kumimoji="1" lang="en-US" altLang="zh-TW" sz="2000" dirty="0">
              <a:solidFill>
                <a:srgbClr val="FF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;                 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7172" name="Rectangle 6"/>
          <p:cNvSpPr>
            <a:spLocks noChangeArrowheads="1"/>
          </p:cNvSpPr>
          <p:nvPr/>
        </p:nvSpPr>
        <p:spPr bwMode="auto">
          <a:xfrm>
            <a:off x="-12700" y="838200"/>
            <a:ext cx="539750" cy="28797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152399" y="3717925"/>
            <a:ext cx="8812213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tabLst>
                <a:tab pos="2857500" algn="l"/>
              </a:tabLst>
              <a:defRPr/>
            </a:pPr>
            <a:r>
              <a:rPr lang="en-US" altLang="zh-TW" sz="2400" b="0" kern="0" dirty="0" smtClean="0">
                <a:ea typeface="新細明體" charset="-120"/>
              </a:rPr>
              <a:t>Comments are used for documentation aid; they are ignored by compiler</a:t>
            </a:r>
            <a:r>
              <a:rPr lang="en-US" altLang="zh-TW" sz="2400" b="0" kern="0" dirty="0">
                <a:ea typeface="新細明體" charset="-120"/>
              </a:rPr>
              <a:t>.</a:t>
            </a:r>
          </a:p>
          <a:p>
            <a:pPr eaLnBrk="1" hangingPunct="1">
              <a:tabLst>
                <a:tab pos="2857500" algn="l"/>
              </a:tabLst>
              <a:defRPr/>
            </a:pPr>
            <a:endParaRPr lang="en-US" altLang="zh-TW" sz="1050" b="0" kern="0" dirty="0">
              <a:ea typeface="新細明體" charset="-120"/>
            </a:endParaRPr>
          </a:p>
          <a:p>
            <a:pPr eaLnBrk="1" hangingPunct="1">
              <a:tabLst>
                <a:tab pos="2857500" algn="l"/>
              </a:tabLst>
              <a:defRPr/>
            </a:pPr>
            <a:r>
              <a:rPr lang="en-US" altLang="zh-TW" sz="2400" b="0" kern="0" dirty="0" smtClean="0">
                <a:ea typeface="新細明體" charset="-120"/>
              </a:rPr>
              <a:t>Two commenting styles</a:t>
            </a:r>
            <a:endParaRPr lang="en-US" altLang="zh-TW" sz="2400" b="0" kern="0" dirty="0">
              <a:ea typeface="新細明體" charset="-120"/>
            </a:endParaRPr>
          </a:p>
          <a:p>
            <a:pPr lvl="1" eaLnBrk="1" hangingPunct="1">
              <a:tabLst>
                <a:tab pos="2857500" algn="l"/>
              </a:tabLst>
              <a:defRPr/>
            </a:pPr>
            <a:r>
              <a:rPr lang="en-US" altLang="zh-TW" sz="2000" b="0" kern="0" dirty="0" smtClean="0">
                <a:ea typeface="新細明體" charset="-120"/>
              </a:rPr>
              <a:t>Text starting with </a:t>
            </a:r>
            <a:r>
              <a:rPr lang="en-US" altLang="zh-TW" sz="2000" b="0" kern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/*</a:t>
            </a:r>
            <a:r>
              <a:rPr lang="en-US" altLang="zh-TW" sz="2000" b="0" kern="0" dirty="0" smtClean="0">
                <a:ea typeface="新細明體" charset="-120"/>
              </a:rPr>
              <a:t> and ends at the next </a:t>
            </a:r>
            <a:r>
              <a:rPr lang="en-US" altLang="zh-TW" sz="2000" b="0" kern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*/</a:t>
            </a:r>
            <a:endParaRPr lang="en-US" altLang="zh-TW" sz="2000" b="0" kern="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2" eaLnBrk="1" hangingPunct="1">
              <a:tabLst>
                <a:tab pos="2857500" algn="l"/>
              </a:tabLst>
              <a:defRPr/>
            </a:pPr>
            <a:r>
              <a:rPr lang="en-US" altLang="zh-TW" sz="1600" b="0" kern="0" dirty="0" smtClean="0">
                <a:ea typeface="新細明體" charset="-120"/>
                <a:cs typeface="+mn-cs"/>
              </a:rPr>
              <a:t>Can span multiple lines</a:t>
            </a:r>
            <a:endParaRPr lang="en-US" altLang="zh-TW" sz="1600" b="0" kern="0" dirty="0">
              <a:ea typeface="新細明體" charset="-120"/>
              <a:cs typeface="+mn-cs"/>
            </a:endParaRPr>
          </a:p>
          <a:p>
            <a:pPr lvl="1" eaLnBrk="1" hangingPunct="1">
              <a:tabLst>
                <a:tab pos="2857500" algn="l"/>
              </a:tabLst>
              <a:defRPr/>
            </a:pPr>
            <a:r>
              <a:rPr lang="en-US" altLang="zh-TW" sz="2000" b="0" kern="0" dirty="0" smtClean="0">
                <a:ea typeface="新細明體" charset="-120"/>
              </a:rPr>
              <a:t>Text begins with </a:t>
            </a:r>
            <a:r>
              <a:rPr lang="en-US" altLang="zh-TW" sz="2000" b="0" kern="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</a:t>
            </a:r>
            <a:r>
              <a:rPr lang="en-US" altLang="zh-TW" sz="2000" b="0" kern="0" dirty="0" smtClean="0">
                <a:ea typeface="新細明體" charset="-120"/>
              </a:rPr>
              <a:t> and extend to the end of the line</a:t>
            </a:r>
            <a:endParaRPr lang="en-US" altLang="zh-TW" sz="2000" b="0" kern="0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14502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B792-D7CC-4F77-928C-761184BE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1.3</a:t>
            </a:r>
            <a:r>
              <a:rPr lang="en-US" sz="4000" dirty="0" smtClean="0">
                <a:cs typeface="Calibri"/>
              </a:rPr>
              <a:t>. The </a:t>
            </a:r>
            <a:r>
              <a:rPr lang="en-US" sz="4000" dirty="0" err="1" smtClean="0">
                <a:solidFill>
                  <a:srgbClr val="0070C0"/>
                </a:solidFill>
                <a:latin typeface="Consolas"/>
                <a:ea typeface="新細明體"/>
              </a:rPr>
              <a:t>printf</a:t>
            </a:r>
            <a:r>
              <a:rPr lang="en-US" sz="4000" dirty="0" smtClean="0">
                <a:solidFill>
                  <a:srgbClr val="0070C0"/>
                </a:solidFill>
                <a:latin typeface="Consolas"/>
                <a:ea typeface="新細明體"/>
              </a:rPr>
              <a:t>()</a:t>
            </a:r>
            <a:r>
              <a:rPr lang="en-US" sz="4000" dirty="0" smtClean="0">
                <a:cs typeface="Calibri"/>
              </a:rPr>
              <a:t> function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C7795A-D8D1-40B1-964A-4C216392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DE7BC4-E6F6-45D1-951D-64ABA9A6F49F}"/>
              </a:ext>
            </a:extLst>
          </p:cNvPr>
          <p:cNvSpPr txBox="1">
            <a:spLocks noChangeArrowheads="1"/>
          </p:cNvSpPr>
          <p:nvPr/>
        </p:nvSpPr>
        <p:spPr>
          <a:xfrm>
            <a:off x="309563" y="1047750"/>
            <a:ext cx="8524875" cy="494549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en-US" altLang="zh-TW" dirty="0" smtClean="0">
                <a:ea typeface="新細明體"/>
              </a:rPr>
              <a:t>You may notice that the most interesting statement in our very generic example is </a:t>
            </a:r>
            <a:endParaRPr lang="en-US" dirty="0">
              <a:latin typeface="Calibri"/>
              <a:ea typeface="新細明體"/>
              <a:cs typeface="Calibri"/>
            </a:endParaRPr>
          </a:p>
          <a:p>
            <a:pPr marL="400050" lvl="1" indent="0">
              <a:buNone/>
              <a:defRPr/>
            </a:pPr>
            <a:endParaRPr lang="en-US" sz="2000" dirty="0">
              <a:latin typeface="Consolas"/>
              <a:ea typeface="新細明體"/>
            </a:endParaRPr>
          </a:p>
          <a:p>
            <a:pPr marL="400050" lvl="1" indent="0" algn="ctr">
              <a:buNone/>
              <a:defRPr/>
            </a:pPr>
            <a:r>
              <a:rPr lang="en-US" sz="3600" dirty="0" err="1">
                <a:latin typeface="Consolas"/>
                <a:ea typeface="新細明體"/>
              </a:rPr>
              <a:t>printf</a:t>
            </a:r>
            <a:r>
              <a:rPr lang="en-US" sz="3600" dirty="0">
                <a:latin typeface="Consolas"/>
                <a:ea typeface="新細明體"/>
                <a:cs typeface="Calibri"/>
              </a:rPr>
              <a:t>(</a:t>
            </a:r>
            <a:r>
              <a:rPr lang="en-US" sz="3600" dirty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"Hello</a:t>
            </a:r>
            <a:r>
              <a:rPr lang="en-US" sz="3600" dirty="0" smtClean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, world</a:t>
            </a:r>
            <a:r>
              <a:rPr lang="en-US" sz="3600" dirty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!\n"</a:t>
            </a:r>
            <a:r>
              <a:rPr lang="en-US" sz="3600" dirty="0">
                <a:latin typeface="Consolas"/>
                <a:ea typeface="新細明體"/>
                <a:cs typeface="Calibri"/>
              </a:rPr>
              <a:t>);</a:t>
            </a:r>
            <a:endParaRPr lang="en-US" sz="3600" dirty="0">
              <a:cs typeface="Calibri"/>
            </a:endParaRPr>
          </a:p>
          <a:p>
            <a:pPr marL="0" indent="0" algn="ctr">
              <a:buNone/>
              <a:defRPr/>
            </a:pPr>
            <a:endParaRPr lang="en-US" sz="2400" dirty="0">
              <a:latin typeface="Consolas"/>
              <a:ea typeface="新細明體"/>
              <a:cs typeface="Calibri"/>
            </a:endParaRPr>
          </a:p>
          <a:p>
            <a:pPr>
              <a:defRPr/>
            </a:pPr>
            <a:r>
              <a:rPr lang="en-US" dirty="0" smtClean="0">
                <a:latin typeface="Calibri"/>
                <a:ea typeface="新細明體"/>
                <a:cs typeface="Calibri"/>
              </a:rPr>
              <a:t>This is called the</a:t>
            </a:r>
            <a:r>
              <a:rPr lang="en-US" dirty="0" smtClean="0">
                <a:latin typeface="Consolas"/>
                <a:ea typeface="新細明體"/>
                <a:cs typeface="Calibri"/>
              </a:rPr>
              <a:t> </a:t>
            </a:r>
            <a:r>
              <a:rPr lang="en-US" dirty="0" err="1" smtClean="0">
                <a:latin typeface="Consolas"/>
                <a:ea typeface="新細明體"/>
                <a:cs typeface="Calibri"/>
              </a:rPr>
              <a:t>printf</a:t>
            </a:r>
            <a:r>
              <a:rPr lang="en-US" dirty="0" smtClean="0">
                <a:latin typeface="Consolas"/>
                <a:ea typeface="新細明體"/>
                <a:cs typeface="Calibri"/>
              </a:rPr>
              <a:t> </a:t>
            </a:r>
            <a:r>
              <a:rPr lang="en-US" dirty="0" smtClean="0">
                <a:latin typeface="Calibri"/>
                <a:ea typeface="新細明體"/>
                <a:cs typeface="Calibri"/>
              </a:rPr>
              <a:t>function; the function allows us to output a piece of text to the screen</a:t>
            </a:r>
            <a:endParaRPr lang="en-US" dirty="0">
              <a:latin typeface="Calibri"/>
              <a:ea typeface="新細明體"/>
              <a:cs typeface="Calibri"/>
            </a:endParaRPr>
          </a:p>
          <a:p>
            <a:pPr>
              <a:defRPr/>
            </a:pPr>
            <a:r>
              <a:rPr lang="en-US" dirty="0">
                <a:latin typeface="Calibri"/>
                <a:ea typeface="新細明體"/>
                <a:cs typeface="Calibri"/>
              </a:rPr>
              <a:t>Formally</a:t>
            </a:r>
            <a:r>
              <a:rPr lang="en-US" dirty="0" smtClean="0">
                <a:latin typeface="Calibri"/>
                <a:ea typeface="新細明體"/>
                <a:cs typeface="Calibri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the piece of text  </a:t>
            </a:r>
            <a:r>
              <a:rPr lang="en-US" sz="2400" dirty="0" smtClean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"</a:t>
            </a:r>
            <a:r>
              <a:rPr lang="en-US" sz="2400" dirty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Hello</a:t>
            </a:r>
            <a:r>
              <a:rPr lang="en-US" sz="2400" dirty="0" smtClean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, world</a:t>
            </a:r>
            <a:r>
              <a:rPr lang="en-US" sz="2400" dirty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!\n</a:t>
            </a:r>
            <a:r>
              <a:rPr lang="en-US" sz="2400" dirty="0" smtClean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"</a:t>
            </a:r>
            <a:r>
              <a:rPr lang="en-US" dirty="0" smtClean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 </a:t>
            </a:r>
            <a:r>
              <a:rPr lang="en-US" dirty="0" smtClean="0">
                <a:latin typeface="Calibri"/>
                <a:ea typeface="新細明體"/>
                <a:cs typeface="Calibri"/>
              </a:rPr>
              <a:t>is called a </a:t>
            </a:r>
            <a:r>
              <a:rPr lang="en-US" u="sng" dirty="0" smtClean="0">
                <a:latin typeface="Calibri"/>
                <a:ea typeface="新細明體"/>
                <a:cs typeface="Calibri"/>
              </a:rPr>
              <a:t>string constant</a:t>
            </a:r>
            <a:endParaRPr lang="en-US" u="sng" dirty="0">
              <a:latin typeface="Calibri"/>
              <a:ea typeface="新細明體"/>
              <a:cs typeface="Calibri"/>
            </a:endParaRPr>
          </a:p>
          <a:p>
            <a:pPr>
              <a:defRPr/>
            </a:pPr>
            <a:endParaRPr lang="en-US" dirty="0">
              <a:latin typeface="Calibri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339956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7F6773-AEDA-4C2D-8643-ADF55FAD1F5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1.4</a:t>
            </a:r>
            <a:r>
              <a:rPr lang="en-US" altLang="zh-TW" sz="4000" dirty="0" smtClean="0">
                <a:ea typeface="新細明體"/>
              </a:rPr>
              <a:t>. String Constant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39838"/>
            <a:ext cx="8493125" cy="51085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TW" sz="2800" dirty="0" smtClean="0">
                <a:ea typeface="新細明體"/>
              </a:rPr>
              <a:t>A string constant </a:t>
            </a:r>
            <a:r>
              <a:rPr lang="en-US" altLang="zh-TW" sz="2800" u="sng" dirty="0" smtClean="0">
                <a:ea typeface="新細明體"/>
              </a:rPr>
              <a:t>must be enclosed</a:t>
            </a:r>
            <a:r>
              <a:rPr lang="en-US" altLang="zh-TW" sz="2800" dirty="0" smtClean="0">
                <a:ea typeface="新細明體"/>
              </a:rPr>
              <a:t> by a pair of double-quote characters (</a:t>
            </a:r>
            <a:r>
              <a:rPr lang="en-US" altLang="zh-TW" sz="28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sz="2800" dirty="0" smtClean="0">
                <a:ea typeface="新細明體"/>
              </a:rPr>
              <a:t>)</a:t>
            </a:r>
            <a:endParaRPr lang="en-US" altLang="zh-TW" sz="2800" dirty="0">
              <a:ea typeface="新細明體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ea typeface="新細明體" charset="-120"/>
              </a:rPr>
              <a:t>e.g</a:t>
            </a:r>
            <a:r>
              <a:rPr lang="en-US" altLang="zh-TW" sz="2400" dirty="0" smtClean="0">
                <a:ea typeface="新細明體" charset="-120"/>
              </a:rPr>
              <a:t>.:</a:t>
            </a:r>
            <a:r>
              <a:rPr lang="en-US" altLang="zh-TW" sz="24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0123456789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</a:rPr>
              <a:t>,</a:t>
            </a:r>
            <a:r>
              <a:rPr lang="en-US" altLang="zh-TW" sz="2400" dirty="0" smtClean="0">
                <a:solidFill>
                  <a:srgbClr val="99CCFF"/>
                </a:solidFill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"\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</a:rPr>
              <a:t>,</a:t>
            </a:r>
            <a:r>
              <a:rPr lang="en-US" altLang="zh-TW" sz="2400" dirty="0" smtClean="0">
                <a:solidFill>
                  <a:srgbClr val="99CCFF"/>
                </a:solidFill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"Hello World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!"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1800" dirty="0"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sz="2800" dirty="0" smtClean="0">
                <a:ea typeface="新細明體"/>
                <a:cs typeface="Calibri"/>
              </a:rPr>
              <a:t>Without the </a:t>
            </a:r>
            <a:r>
              <a:rPr lang="en-US" sz="2800" dirty="0" smtClean="0">
                <a:ea typeface="新細明體"/>
                <a:cs typeface="Calibri"/>
              </a:rPr>
              <a:t>double-quote characters (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"</a:t>
            </a:r>
            <a:r>
              <a:rPr lang="en-US" sz="2800" dirty="0" smtClean="0">
                <a:ea typeface="新細明體"/>
                <a:cs typeface="Calibri"/>
              </a:rPr>
              <a:t>), the </a:t>
            </a:r>
            <a:r>
              <a:rPr lang="en-US" sz="2800" dirty="0" smtClean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C</a:t>
            </a:r>
            <a:r>
              <a:rPr lang="en-US" sz="2800" dirty="0" smtClean="0">
                <a:ea typeface="新細明體"/>
                <a:cs typeface="Calibri"/>
              </a:rPr>
              <a:t> compiler will not treat the text as a string constant</a:t>
            </a:r>
            <a:endParaRPr lang="en-US" altLang="zh-TW" sz="2800" dirty="0">
              <a:ea typeface="新細明體" charset="-120"/>
              <a:cs typeface="Calibri"/>
            </a:endParaRPr>
          </a:p>
          <a:p>
            <a:pPr>
              <a:lnSpc>
                <a:spcPct val="90000"/>
              </a:lnSpc>
              <a:defRPr/>
            </a:pPr>
            <a:r>
              <a:rPr lang="en-US" sz="2800" dirty="0" smtClean="0">
                <a:ea typeface="新細明體"/>
                <a:cs typeface="Calibri"/>
              </a:rPr>
              <a:t>In other words, the following code will cause the program to </a:t>
            </a:r>
            <a:r>
              <a:rPr lang="en-US" sz="2800" u="sng" dirty="0" smtClean="0">
                <a:ea typeface="新細明體"/>
                <a:cs typeface="Calibri"/>
              </a:rPr>
              <a:t>fail to compile</a:t>
            </a:r>
            <a:r>
              <a:rPr lang="en-US" sz="2800" dirty="0">
                <a:ea typeface="新細明體"/>
                <a:cs typeface="Calibri"/>
              </a:rPr>
              <a:t>:</a:t>
            </a:r>
          </a:p>
          <a:p>
            <a:pPr>
              <a:lnSpc>
                <a:spcPct val="90000"/>
              </a:lnSpc>
              <a:defRPr/>
            </a:pPr>
            <a:endParaRPr lang="en-US" sz="2800" dirty="0">
              <a:ea typeface="新細明體"/>
              <a:cs typeface="Calibri"/>
            </a:endParaRPr>
          </a:p>
          <a:p>
            <a:pPr marL="457200" lvl="1" indent="0">
              <a:buNone/>
              <a:defRPr/>
            </a:pPr>
            <a:r>
              <a:rPr lang="en-US" sz="2400" dirty="0" err="1">
                <a:latin typeface="Consolas"/>
                <a:ea typeface="新細明體"/>
                <a:cs typeface="Calibri"/>
              </a:rPr>
              <a:t>printf</a:t>
            </a:r>
            <a:r>
              <a:rPr lang="en-US" sz="2400" dirty="0">
                <a:latin typeface="Consolas"/>
                <a:ea typeface="新細明體"/>
                <a:cs typeface="Calibri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Hello</a:t>
            </a:r>
            <a:r>
              <a:rPr lang="en-US" sz="2400" dirty="0" smtClean="0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, world</a:t>
            </a:r>
            <a:r>
              <a:rPr lang="en-US" sz="2400" dirty="0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!\n</a:t>
            </a:r>
            <a:r>
              <a:rPr lang="en-US" sz="2400" dirty="0" smtClean="0">
                <a:solidFill>
                  <a:srgbClr val="000000"/>
                </a:solidFill>
                <a:latin typeface="Consolas"/>
                <a:ea typeface="新細明體"/>
                <a:cs typeface="Calibri"/>
              </a:rPr>
              <a:t>);   </a:t>
            </a:r>
            <a:r>
              <a:rPr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</a:t>
            </a:r>
            <a:endParaRPr lang="en-US" sz="24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  <a:defRPr/>
            </a:pPr>
            <a:endParaRPr lang="en-US" sz="2800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905648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7F6773-AEDA-4C2D-8643-ADF55FAD1F5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1.4</a:t>
            </a:r>
            <a:r>
              <a:rPr lang="en-US" altLang="zh-TW" sz="4000" dirty="0" smtClean="0">
                <a:ea typeface="新細明體"/>
              </a:rPr>
              <a:t>. String Constant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39838"/>
            <a:ext cx="8493125" cy="51085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TW" sz="2800" dirty="0" smtClean="0">
                <a:ea typeface="新細明體"/>
              </a:rPr>
              <a:t>You</a:t>
            </a:r>
            <a:r>
              <a:rPr lang="en-US" altLang="zh-TW" sz="2800" dirty="0" smtClean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 are probably thinking: What if I want to print a double quotation mark? What if I want to print the "</a:t>
            </a:r>
            <a:r>
              <a:rPr lang="en-US" altLang="zh-TW" sz="2800" dirty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Enter</a:t>
            </a:r>
            <a:r>
              <a:rPr lang="en-US" altLang="zh-TW" sz="2800" dirty="0" smtClean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" key for a new line of text</a:t>
            </a:r>
            <a:r>
              <a:rPr lang="en-US" altLang="zh-TW" sz="2800" dirty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?</a:t>
            </a: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TW" sz="18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>
                <a:ea typeface="新細明體"/>
              </a:rPr>
              <a:t>These characters need to be expressed as </a:t>
            </a:r>
            <a:r>
              <a:rPr lang="en-US" altLang="zh-TW" sz="2800" i="1" dirty="0" smtClean="0">
                <a:solidFill>
                  <a:srgbClr val="0070C0"/>
                </a:solidFill>
                <a:ea typeface="新細明體"/>
              </a:rPr>
              <a:t>escaped sequences</a:t>
            </a:r>
            <a:r>
              <a:rPr lang="en-US" altLang="zh-TW" sz="2800" dirty="0" smtClean="0">
                <a:ea typeface="新細明體"/>
              </a:rPr>
              <a:t> in a string constant</a:t>
            </a:r>
            <a:r>
              <a:rPr lang="en-US" altLang="zh-TW" sz="2800" dirty="0">
                <a:ea typeface="新細明體"/>
              </a:rPr>
              <a:t>.</a:t>
            </a:r>
            <a:endParaRPr lang="en-US" altLang="zh-TW" sz="2800" dirty="0">
              <a:ea typeface="新細明體"/>
              <a:cs typeface="Calibri"/>
            </a:endParaRPr>
          </a:p>
          <a:p>
            <a:pPr marL="457200" lvl="1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dirty="0">
                <a:ea typeface="新細明體" charset="-120"/>
              </a:rPr>
              <a:t>e.g.,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1600" dirty="0">
              <a:ea typeface="新細明體" charset="-12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642778"/>
              </p:ext>
            </p:extLst>
          </p:nvPr>
        </p:nvGraphicFramePr>
        <p:xfrm>
          <a:off x="1739940" y="3746380"/>
          <a:ext cx="6067425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aseline="0" dirty="0" smtClean="0">
                          <a:solidFill>
                            <a:schemeClr val="bg1"/>
                          </a:solidFill>
                        </a:rPr>
                        <a:t>Escaped Sequence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Character</a:t>
                      </a:r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baseline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\\</a:t>
                      </a: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Backslash</a:t>
                      </a:r>
                      <a:r>
                        <a:rPr lang="en-US" sz="2000" baseline="0" dirty="0" smtClean="0"/>
                        <a:t> (</a:t>
                      </a:r>
                      <a:r>
                        <a:rPr lang="en-US" sz="2000" b="1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</a:t>
                      </a:r>
                      <a:r>
                        <a:rPr lang="en-US" sz="2000" baseline="0" dirty="0" smtClean="0"/>
                        <a:t>)</a:t>
                      </a:r>
                      <a:endParaRPr lang="en-US" sz="2000" dirty="0"/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baseline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\"</a:t>
                      </a: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Double quote (</a:t>
                      </a:r>
                      <a:r>
                        <a:rPr lang="en-US" sz="2000" b="1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</a:t>
                      </a:r>
                      <a:r>
                        <a:rPr lang="en-US" sz="2000" dirty="0" smtClean="0"/>
                        <a:t>)</a:t>
                      </a:r>
                      <a:endParaRPr lang="en-US" sz="2000" dirty="0"/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baseline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\n</a:t>
                      </a: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Newline</a:t>
                      </a:r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baseline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\t</a:t>
                      </a: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Tab</a:t>
                      </a:r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43816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F6FEFB-87F6-499D-86DF-BCD71986CD7D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615363" cy="685800"/>
          </a:xfrm>
        </p:spPr>
        <p:txBody>
          <a:bodyPr>
            <a:noAutofit/>
          </a:bodyPr>
          <a:lstStyle/>
          <a:p>
            <a:r>
              <a:rPr lang="en-US" sz="4000" dirty="0">
                <a:ea typeface="新細明體"/>
              </a:rPr>
              <a:t>1.4</a:t>
            </a:r>
            <a:r>
              <a:rPr lang="en-US" sz="4000" dirty="0" smtClean="0">
                <a:ea typeface="新細明體"/>
              </a:rPr>
              <a:t>. String Constant</a:t>
            </a:r>
            <a:endParaRPr lang="en-US" dirty="0"/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799"/>
            <a:ext cx="8493125" cy="5281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>
                <a:ea typeface="新細明體" charset="-120"/>
              </a:rPr>
              <a:t>e.g</a:t>
            </a:r>
            <a:r>
              <a:rPr lang="en-US" altLang="zh-TW" sz="2800" dirty="0" smtClean="0">
                <a:ea typeface="新細明體" charset="-120"/>
              </a:rPr>
              <a:t>.:  This string constant</a:t>
            </a:r>
            <a:endParaRPr lang="en-US" altLang="zh-TW" sz="2800" dirty="0">
              <a:ea typeface="新細明體" charset="-120"/>
            </a:endParaRPr>
          </a:p>
          <a:p>
            <a:pPr marL="457200" lvl="1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</a:rPr>
              <a:t>	</a:t>
            </a:r>
            <a:r>
              <a:rPr lang="en-US" altLang="zh-TW" sz="2400" dirty="0" smtClean="0">
                <a:solidFill>
                  <a:srgbClr val="0000FF"/>
                </a:solidFill>
                <a:latin typeface="Consolas"/>
                <a:ea typeface="新細明體"/>
              </a:rPr>
              <a:t>"\\ is \"</a:t>
            </a: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</a:rPr>
              <a:t>backslash</a:t>
            </a:r>
            <a:r>
              <a:rPr lang="en-US" altLang="zh-TW" sz="2400" dirty="0" smtClean="0">
                <a:solidFill>
                  <a:srgbClr val="0000FF"/>
                </a:solidFill>
                <a:latin typeface="Consolas"/>
                <a:ea typeface="新細明體"/>
              </a:rPr>
              <a:t>\" and / is \"</a:t>
            </a: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</a:rPr>
              <a:t>slash\""</a:t>
            </a:r>
          </a:p>
          <a:p>
            <a:pPr marL="457200" lvl="1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TW" sz="2400" dirty="0">
              <a:ea typeface="新細明體" charset="-12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altLang="zh-TW" sz="2800" dirty="0" smtClean="0">
                <a:ea typeface="新細明體"/>
              </a:rPr>
              <a:t>    represents the following string (and thus output on</a:t>
            </a:r>
            <a:endParaRPr lang="en-US" altLang="zh-TW" sz="2800" dirty="0">
              <a:solidFill>
                <a:srgbClr val="800080"/>
              </a:solidFill>
              <a:ea typeface="新細明體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altLang="zh-TW" sz="2800" dirty="0" smtClean="0">
                <a:ea typeface="新細明體"/>
              </a:rPr>
              <a:t>    screen</a:t>
            </a:r>
            <a:r>
              <a:rPr lang="en-US" altLang="zh-TW" sz="2800" dirty="0">
                <a:ea typeface="新細明體"/>
              </a:rPr>
              <a:t>)</a:t>
            </a:r>
            <a:endParaRPr lang="en-US" altLang="zh-TW" sz="2800" dirty="0">
              <a:solidFill>
                <a:schemeClr val="folHlink"/>
              </a:solidFill>
              <a:ea typeface="新細明體"/>
              <a:cs typeface="Calibri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dirty="0">
                <a:solidFill>
                  <a:schemeClr val="folHlink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		</a:t>
            </a:r>
            <a:r>
              <a:rPr lang="en-US" altLang="zh-TW" sz="2400" dirty="0" smtClean="0">
                <a:solidFill>
                  <a:schemeClr val="folHlink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\ is "</a:t>
            </a:r>
            <a:r>
              <a:rPr lang="en-US" altLang="zh-TW" sz="2400" dirty="0">
                <a:solidFill>
                  <a:schemeClr val="folHlink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backslash</a:t>
            </a:r>
            <a:r>
              <a:rPr lang="en-US" altLang="zh-TW" sz="2400" dirty="0" smtClean="0">
                <a:solidFill>
                  <a:schemeClr val="folHlink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 and / is "</a:t>
            </a:r>
            <a:r>
              <a:rPr lang="en-US" altLang="zh-TW" sz="2400" dirty="0">
                <a:solidFill>
                  <a:schemeClr val="folHlink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slash"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TW" sz="16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16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>
                <a:ea typeface="新細明體" charset="-120"/>
              </a:rPr>
              <a:t>A string constant cannot span multiple lines</a:t>
            </a:r>
            <a:r>
              <a:rPr lang="en-US" altLang="zh-TW" sz="2800" dirty="0">
                <a:ea typeface="新細明體" charset="-120"/>
              </a:rPr>
              <a:t>.</a:t>
            </a:r>
          </a:p>
          <a:p>
            <a:pPr lvl="1" eaLnBrk="1" hangingPunct="1">
              <a:lnSpc>
                <a:spcPct val="60000"/>
              </a:lnSpc>
              <a:buFont typeface="Wingdings" pitchFamily="2" charset="2"/>
              <a:buNone/>
              <a:defRPr/>
            </a:pPr>
            <a:r>
              <a:rPr lang="en-US" altLang="zh-TW" sz="2400" dirty="0">
                <a:ea typeface="新細明體" charset="-120"/>
                <a:sym typeface="Wingdings 2" pitchFamily="18" charset="2"/>
              </a:rPr>
              <a:t>	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"</a:t>
            </a:r>
            <a:r>
              <a:rPr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The first line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.</a:t>
            </a:r>
          </a:p>
          <a:p>
            <a:pPr lvl="1" eaLnBrk="1" hangingPunct="1">
              <a:lnSpc>
                <a:spcPct val="60000"/>
              </a:lnSpc>
              <a:buFont typeface="Wingdings" pitchFamily="2" charset="2"/>
              <a:buNone/>
              <a:defRPr/>
            </a:pPr>
            <a:r>
              <a:rPr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	</a:t>
            </a:r>
            <a:r>
              <a:rPr lang="en-US" altLang="zh-TW" sz="240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 The second line."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  </a:t>
            </a:r>
            <a:r>
              <a:rPr lang="en-US" altLang="zh-TW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</a:t>
            </a:r>
            <a:endParaRPr lang="en-US" altLang="zh-TW" dirty="0">
              <a:solidFill>
                <a:srgbClr val="FF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2" pitchFamily="18" charset="2"/>
            </a:endParaRPr>
          </a:p>
          <a:p>
            <a:pPr lvl="1" eaLnBrk="1" hangingPunct="1">
              <a:lnSpc>
                <a:spcPct val="60000"/>
              </a:lnSpc>
              <a:buFont typeface="Wingdings" pitchFamily="2" charset="2"/>
              <a:buNone/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2" pitchFamily="18" charset="2"/>
            </a:endParaRPr>
          </a:p>
          <a:p>
            <a:pPr lvl="1">
              <a:lnSpc>
                <a:spcPct val="60000"/>
              </a:lnSpc>
              <a:buNone/>
              <a:defRPr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	</a:t>
            </a: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"</a:t>
            </a:r>
            <a:r>
              <a:rPr lang="en-US" altLang="zh-TW" sz="240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The first line</a:t>
            </a: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.\</a:t>
            </a:r>
            <a:r>
              <a:rPr lang="en-US" altLang="zh-TW" sz="2400" dirty="0" err="1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nThe</a:t>
            </a:r>
            <a:r>
              <a:rPr lang="en-US" altLang="zh-TW" sz="2400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 second line." </a:t>
            </a:r>
            <a:r>
              <a:rPr lang="en-US" altLang="zh-TW" sz="2400" dirty="0" smtClean="0"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</a:t>
            </a:r>
            <a:endParaRPr lang="en-US" altLang="zh-TW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  <a:sym typeface="Wingdings 2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171426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7A10E8-5EDA-40AD-9BAA-ACCA89E3C66C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539163" cy="838200"/>
          </a:xfrm>
        </p:spPr>
        <p:txBody>
          <a:bodyPr>
            <a:noAutofit/>
          </a:bodyPr>
          <a:lstStyle/>
          <a:p>
            <a:pPr marL="533400" indent="-533400"/>
            <a:r>
              <a:rPr lang="en-US" altLang="zh-TW" sz="4000" b="1" dirty="0">
                <a:ea typeface="新細明體" charset="-120"/>
              </a:rPr>
              <a:t>2</a:t>
            </a:r>
            <a:r>
              <a:rPr lang="en-US" altLang="zh-TW" sz="4000" b="1" dirty="0" smtClean="0">
                <a:ea typeface="新細明體" charset="-120"/>
              </a:rPr>
              <a:t>. Variables and Assignment Operators</a:t>
            </a:r>
            <a:endParaRPr lang="en-US" altLang="zh-TW" sz="4000" b="1" dirty="0">
              <a:ea typeface="新細明體" charset="-12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047750"/>
            <a:ext cx="8524875" cy="5222875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b="1" u="sng" dirty="0" smtClean="0">
                <a:ea typeface="新細明體" charset="-120"/>
              </a:rPr>
              <a:t>Key concepts</a:t>
            </a:r>
            <a:endParaRPr lang="en-US" altLang="zh-TW" b="1" u="sng" dirty="0">
              <a:ea typeface="新細明體" charset="-120"/>
            </a:endParaRPr>
          </a:p>
          <a:p>
            <a:pPr eaLnBrk="1" hangingPunct="1">
              <a:defRPr/>
            </a:pPr>
            <a:r>
              <a:rPr lang="en-US" altLang="zh-TW" dirty="0" smtClean="0">
                <a:ea typeface="新細明體" charset="-120"/>
              </a:rPr>
              <a:t>What is a variable</a:t>
            </a:r>
            <a:r>
              <a:rPr lang="en-US" altLang="zh-TW" dirty="0">
                <a:ea typeface="新細明體" charset="-120"/>
              </a:rPr>
              <a:t>?</a:t>
            </a: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 eaLnBrk="1" hangingPunct="1">
              <a:defRPr/>
            </a:pPr>
            <a:r>
              <a:rPr lang="en-US" altLang="zh-TW" dirty="0" smtClean="0">
                <a:ea typeface="新細明體" charset="-120"/>
              </a:rPr>
              <a:t>How to use a variable in a program</a:t>
            </a:r>
            <a:r>
              <a:rPr lang="en-US" altLang="zh-TW" dirty="0">
                <a:ea typeface="新細明體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282204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6EBCFF-B268-43EB-ADC5-D4F11B230D44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2</a:t>
            </a:r>
            <a:r>
              <a:rPr lang="en-US" altLang="zh-TW" sz="4000" dirty="0" smtClean="0">
                <a:ea typeface="新細明體" charset="-120"/>
              </a:rPr>
              <a:t>. Variables</a:t>
            </a:r>
            <a:endParaRPr lang="en-US" altLang="zh-TW" sz="4000" dirty="0">
              <a:ea typeface="新細明體" charset="-12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1201738"/>
            <a:ext cx="8334375" cy="4722812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ea typeface="新細明體" charset="-120"/>
              </a:rPr>
              <a:t>Variables are used to </a:t>
            </a:r>
            <a:r>
              <a:rPr lang="en-US" altLang="zh-TW" u="sng" dirty="0" smtClean="0">
                <a:ea typeface="新細明體" charset="-120"/>
              </a:rPr>
              <a:t>store data</a:t>
            </a:r>
            <a:r>
              <a:rPr lang="en-US" altLang="zh-TW" dirty="0" smtClean="0">
                <a:ea typeface="新細明體" charset="-120"/>
              </a:rPr>
              <a:t> in a program</a:t>
            </a:r>
            <a:r>
              <a:rPr lang="en-US" altLang="zh-TW" dirty="0">
                <a:ea typeface="新細明體" charset="-120"/>
              </a:rPr>
              <a:t>.</a:t>
            </a:r>
          </a:p>
          <a:p>
            <a:pPr eaLnBrk="1" hangingPunct="1"/>
            <a:endParaRPr lang="en-US" altLang="zh-TW" sz="1800" dirty="0">
              <a:ea typeface="新細明體" charset="-120"/>
            </a:endParaRPr>
          </a:p>
          <a:p>
            <a:pPr eaLnBrk="1" hangingPunct="1"/>
            <a:r>
              <a:rPr lang="en-US" altLang="zh-TW" dirty="0" smtClean="0">
                <a:ea typeface="新細明體" charset="-120"/>
              </a:rPr>
              <a:t>A variable has a </a:t>
            </a:r>
            <a:r>
              <a:rPr lang="en-US" altLang="zh-TW" u="sng" dirty="0" smtClean="0">
                <a:ea typeface="新細明體" charset="-120"/>
              </a:rPr>
              <a:t>name</a:t>
            </a:r>
            <a:r>
              <a:rPr lang="en-US" altLang="zh-TW" dirty="0" smtClean="0">
                <a:ea typeface="新細明體" charset="-120"/>
              </a:rPr>
              <a:t> and a </a:t>
            </a:r>
            <a:r>
              <a:rPr lang="en-US" altLang="zh-TW" u="sng" dirty="0" smtClean="0">
                <a:ea typeface="新細明體" charset="-120"/>
              </a:rPr>
              <a:t>type</a:t>
            </a:r>
            <a:r>
              <a:rPr lang="en-US" altLang="zh-TW" dirty="0">
                <a:ea typeface="新細明體" charset="-120"/>
              </a:rPr>
              <a:t>.</a:t>
            </a:r>
            <a:endParaRPr lang="en-US" altLang="zh-TW" u="sng" dirty="0">
              <a:ea typeface="新細明體" charset="-120"/>
            </a:endParaRPr>
          </a:p>
          <a:p>
            <a:pPr lvl="1" eaLnBrk="1" hangingPunct="1"/>
            <a:r>
              <a:rPr lang="en-US" altLang="zh-TW" dirty="0" smtClean="0">
                <a:ea typeface="新細明體" charset="-120"/>
              </a:rPr>
              <a:t>The type determines what kind of values the variable can hold</a:t>
            </a:r>
            <a:r>
              <a:rPr lang="en-US" altLang="zh-TW" dirty="0">
                <a:ea typeface="新細明體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167284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F2E9825-048F-408C-9D39-43E7196E0450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Perimeter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0" y="4965700"/>
            <a:ext cx="9144000" cy="12287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: 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 : 12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 : 9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155575" y="6308725"/>
            <a:ext cx="7988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2: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Computing the perimeter and the area of a square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0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9223" name="Rectangle 5"/>
          <p:cNvSpPr>
            <a:spLocks noChangeArrowheads="1"/>
          </p:cNvSpPr>
          <p:nvPr/>
        </p:nvSpPr>
        <p:spPr bwMode="auto">
          <a:xfrm>
            <a:off x="808038" y="1277938"/>
            <a:ext cx="3917950" cy="34607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224" name="Rectangle 12"/>
          <p:cNvSpPr>
            <a:spLocks noChangeArrowheads="1"/>
          </p:cNvSpPr>
          <p:nvPr/>
        </p:nvSpPr>
        <p:spPr bwMode="auto">
          <a:xfrm>
            <a:off x="4994275" y="317500"/>
            <a:ext cx="4070350" cy="27273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Declaring three variables: </a:t>
            </a:r>
            <a:r>
              <a:rPr kumimoji="1" lang="en-US" altLang="zh-TW" sz="2400" b="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,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, and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. </a:t>
            </a: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The </a:t>
            </a:r>
            <a:r>
              <a:rPr kumimoji="1" lang="en-US" altLang="zh-TW" sz="2400" b="0" i="1" dirty="0" smtClean="0">
                <a:latin typeface="+mn-lt"/>
                <a:ea typeface="新細明體" charset="-120"/>
              </a:rPr>
              <a:t>type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 of the three variables is </a:t>
            </a:r>
            <a:r>
              <a:rPr kumimoji="1" lang="en-US" altLang="zh-TW" sz="2400" dirty="0" err="1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, indicating that the variables are for storing integers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79586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60D785-048C-44FF-9F7C-E25520FE2A0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2.1</a:t>
            </a:r>
            <a:r>
              <a:rPr lang="en-US" altLang="zh-TW" sz="4000" dirty="0" smtClean="0">
                <a:ea typeface="新細明體" charset="-120"/>
              </a:rPr>
              <a:t>. Declaring Variables</a:t>
            </a:r>
            <a:endParaRPr lang="en-US" altLang="zh-TW" sz="4000" dirty="0">
              <a:ea typeface="新細明體" charset="-12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1239838"/>
            <a:ext cx="8334375" cy="960437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kumimoji="1" lang="en-US" altLang="zh-TW" dirty="0" smtClean="0">
                <a:ea typeface="新細明體" charset="-120"/>
              </a:rPr>
              <a:t>Variables </a:t>
            </a:r>
            <a:r>
              <a:rPr kumimoji="1" lang="en-US" altLang="zh-TW" u="sng" dirty="0" smtClean="0">
                <a:ea typeface="新細明體" charset="-120"/>
              </a:rPr>
              <a:t>must be declared first</a:t>
            </a:r>
            <a:r>
              <a:rPr kumimoji="1" lang="en-US" altLang="zh-TW" dirty="0" smtClean="0">
                <a:ea typeface="新細明體" charset="-120"/>
              </a:rPr>
              <a:t> before they can be used in the program to store data</a:t>
            </a:r>
            <a:r>
              <a:rPr kumimoji="1" lang="en-US" altLang="zh-TW" dirty="0">
                <a:ea typeface="新細明體" charset="-120"/>
              </a:rPr>
              <a:t>.</a:t>
            </a:r>
          </a:p>
        </p:txBody>
      </p:sp>
      <p:sp>
        <p:nvSpPr>
          <p:cNvPr id="10245" name="Rectangle 46"/>
          <p:cNvSpPr>
            <a:spLocks noChangeArrowheads="1"/>
          </p:cNvSpPr>
          <p:nvPr/>
        </p:nvSpPr>
        <p:spPr bwMode="auto">
          <a:xfrm>
            <a:off x="347663" y="2584450"/>
            <a:ext cx="8448675" cy="32273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>
                <a:latin typeface="+mn-lt"/>
                <a:ea typeface="新細明體" charset="-120"/>
              </a:rPr>
              <a:t>Syntax</a:t>
            </a:r>
          </a:p>
        </p:txBody>
      </p:sp>
      <p:sp>
        <p:nvSpPr>
          <p:cNvPr id="10246" name="Rectangle 47"/>
          <p:cNvSpPr>
            <a:spLocks noChangeArrowheads="1"/>
          </p:cNvSpPr>
          <p:nvPr/>
        </p:nvSpPr>
        <p:spPr bwMode="auto">
          <a:xfrm>
            <a:off x="1346200" y="4514850"/>
            <a:ext cx="5799138" cy="538163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i="1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type2</a:t>
            </a: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var1, var2, …, </a:t>
            </a:r>
            <a:r>
              <a:rPr lang="en-US" altLang="zh-TW" sz="2400" dirty="0" err="1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varN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247" name="Rectangle 48"/>
          <p:cNvSpPr>
            <a:spLocks noChangeArrowheads="1"/>
          </p:cNvSpPr>
          <p:nvPr/>
        </p:nvSpPr>
        <p:spPr bwMode="auto">
          <a:xfrm>
            <a:off x="1346200" y="3284538"/>
            <a:ext cx="5799138" cy="538162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i="1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type1</a:t>
            </a: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var1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248" name="Rectangle 49"/>
          <p:cNvSpPr>
            <a:spLocks noChangeArrowheads="1"/>
          </p:cNvSpPr>
          <p:nvPr/>
        </p:nvSpPr>
        <p:spPr bwMode="auto">
          <a:xfrm>
            <a:off x="1346200" y="5043488"/>
            <a:ext cx="48930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b="0" dirty="0" smtClean="0">
                <a:latin typeface="+mn-lt"/>
                <a:ea typeface="新細明體" charset="-120"/>
              </a:rPr>
              <a:t>Declaring multiple variables of </a:t>
            </a:r>
            <a:r>
              <a:rPr lang="en-US" altLang="zh-TW" sz="2400" i="1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type2</a:t>
            </a:r>
            <a:endParaRPr lang="en-US" altLang="zh-TW" sz="2400" i="1" dirty="0">
              <a:solidFill>
                <a:srgbClr val="0000CC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0249" name="Rectangle 50"/>
          <p:cNvSpPr>
            <a:spLocks noChangeArrowheads="1"/>
          </p:cNvSpPr>
          <p:nvPr/>
        </p:nvSpPr>
        <p:spPr bwMode="auto">
          <a:xfrm>
            <a:off x="1346200" y="3814763"/>
            <a:ext cx="53001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b="0" dirty="0" smtClean="0">
                <a:latin typeface="+mn-lt"/>
                <a:ea typeface="新細明體" charset="-120"/>
              </a:rPr>
              <a:t>Declaring a single variable of type </a:t>
            </a:r>
            <a:r>
              <a:rPr lang="en-US" altLang="zh-TW" sz="2400" i="1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type1</a:t>
            </a:r>
            <a:endParaRPr lang="en-US" altLang="zh-TW" sz="2400" b="0" i="1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53784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1E359A-C870-4280-A046-C4C6E694AE0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Perimeter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1269" name="Rectangle 12"/>
          <p:cNvSpPr>
            <a:spLocks noChangeArrowheads="1"/>
          </p:cNvSpPr>
          <p:nvPr/>
        </p:nvSpPr>
        <p:spPr bwMode="auto">
          <a:xfrm>
            <a:off x="4994275" y="165100"/>
            <a:ext cx="4070350" cy="13430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When the program runs, the statements are executed sequentially one by one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11270" name="Down Arrow 1"/>
          <p:cNvSpPr>
            <a:spLocks noChangeArrowheads="1"/>
          </p:cNvSpPr>
          <p:nvPr/>
        </p:nvSpPr>
        <p:spPr bwMode="auto">
          <a:xfrm>
            <a:off x="6761163" y="1662113"/>
            <a:ext cx="498475" cy="2919412"/>
          </a:xfrm>
          <a:prstGeom prst="downArrow">
            <a:avLst>
              <a:gd name="adj1" fmla="val 50000"/>
              <a:gd name="adj2" fmla="val 5008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32457734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CEEBC4-1016-4233-9A47-0152C6A051C0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Perimeter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808038" y="1277938"/>
            <a:ext cx="3917950" cy="34607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1741805" y="5587047"/>
            <a:ext cx="1420813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?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3661093" y="5587047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?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620068" y="5587047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?</a:t>
            </a: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1703705" y="5126672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3546793" y="5126672"/>
            <a:ext cx="1714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505768" y="5118735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4994275" y="203200"/>
            <a:ext cx="4070350" cy="31099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Immediately after the variables are being declared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their values are undefined (we do not know what their values are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).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We say that these variables are </a:t>
            </a:r>
            <a:r>
              <a:rPr kumimoji="1" lang="en-US" altLang="zh-TW" sz="2400" b="0" i="1" dirty="0" smtClean="0">
                <a:solidFill>
                  <a:srgbClr val="0070C0"/>
                </a:solidFill>
                <a:latin typeface="+mn-lt"/>
                <a:ea typeface="新細明體" charset="-120"/>
              </a:rPr>
              <a:t>uninitialized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859770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02ADAD-FFDD-4D63-BECB-9F59E03AE65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Perimeter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3317" name="Rectangle 12"/>
          <p:cNvSpPr>
            <a:spLocks noChangeArrowheads="1"/>
          </p:cNvSpPr>
          <p:nvPr/>
        </p:nvSpPr>
        <p:spPr bwMode="auto">
          <a:xfrm>
            <a:off x="4976813" y="1781175"/>
            <a:ext cx="4070350" cy="5365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Assigning 3 to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13318" name="Rectangle 11"/>
          <p:cNvSpPr>
            <a:spLocks noChangeArrowheads="1"/>
          </p:cNvSpPr>
          <p:nvPr/>
        </p:nvSpPr>
        <p:spPr bwMode="auto">
          <a:xfrm>
            <a:off x="893763" y="1898650"/>
            <a:ext cx="1335087" cy="30162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1730375" y="5581650"/>
            <a:ext cx="1420813" cy="536575"/>
          </a:xfrm>
          <a:prstGeom prst="rect">
            <a:avLst/>
          </a:prstGeom>
          <a:solidFill>
            <a:srgbClr val="66FF9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3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3649663" y="5581650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?</a:t>
            </a: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5608638" y="5581650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?</a:t>
            </a:r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1692275" y="5121275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</p:txBody>
      </p:sp>
      <p:sp>
        <p:nvSpPr>
          <p:cNvPr id="13323" name="Text Box 10"/>
          <p:cNvSpPr txBox="1">
            <a:spLocks noChangeArrowheads="1"/>
          </p:cNvSpPr>
          <p:nvPr/>
        </p:nvSpPr>
        <p:spPr bwMode="auto">
          <a:xfrm>
            <a:off x="3535363" y="5121275"/>
            <a:ext cx="1714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5494338" y="5113338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413090019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3A79B5-B8B5-4B44-92F4-5618980EA009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2.2</a:t>
            </a:r>
            <a:r>
              <a:rPr lang="en-US" altLang="zh-TW" sz="4000" dirty="0" smtClean="0">
                <a:ea typeface="新細明體" charset="-120"/>
              </a:rPr>
              <a:t>. Assigning Value to a Variable</a:t>
            </a:r>
            <a:endParaRPr lang="en-US" altLang="zh-TW" sz="4000" dirty="0">
              <a:ea typeface="新細明體" charset="-120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555" y="1143000"/>
            <a:ext cx="8334375" cy="1036637"/>
          </a:xfrm>
        </p:spPr>
        <p:txBody>
          <a:bodyPr>
            <a:normAutofit/>
          </a:bodyPr>
          <a:lstStyle/>
          <a:p>
            <a:pPr eaLnBrk="1" hangingPunct="1"/>
            <a:r>
              <a:rPr kumimoji="1" lang="en-US" altLang="zh-TW" sz="2800" dirty="0" smtClean="0">
                <a:ea typeface="新細明體" charset="-120"/>
              </a:rPr>
              <a:t>We use an </a:t>
            </a:r>
            <a:r>
              <a:rPr kumimoji="1" lang="en-US" altLang="zh-TW" sz="2800" i="1" dirty="0" smtClean="0">
                <a:solidFill>
                  <a:srgbClr val="0070C0"/>
                </a:solidFill>
                <a:ea typeface="新細明體" charset="-120"/>
              </a:rPr>
              <a:t>assignment operator </a:t>
            </a:r>
            <a:r>
              <a:rPr kumimoji="1" lang="en-US" altLang="zh-TW" sz="2800" dirty="0" smtClean="0">
                <a:ea typeface="新細明體" charset="-120"/>
              </a:rPr>
              <a:t>(</a:t>
            </a:r>
            <a:r>
              <a:rPr kumimoji="1" lang="en-US" altLang="zh-TW" sz="28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</a:rPr>
              <a:t>=</a:t>
            </a:r>
            <a:r>
              <a:rPr kumimoji="1" lang="en-US" altLang="zh-TW" sz="2800" dirty="0" smtClean="0">
                <a:ea typeface="新細明體" charset="-120"/>
              </a:rPr>
              <a:t>) to copy/assign a value to a variable</a:t>
            </a:r>
            <a:r>
              <a:rPr kumimoji="1" lang="en-US" altLang="zh-TW" sz="2800" dirty="0">
                <a:ea typeface="新細明體" charset="-120"/>
              </a:rPr>
              <a:t>.</a:t>
            </a:r>
          </a:p>
        </p:txBody>
      </p:sp>
      <p:sp>
        <p:nvSpPr>
          <p:cNvPr id="14341" name="Rectangle 14"/>
          <p:cNvSpPr>
            <a:spLocks noChangeArrowheads="1"/>
          </p:cNvSpPr>
          <p:nvPr/>
        </p:nvSpPr>
        <p:spPr bwMode="auto">
          <a:xfrm>
            <a:off x="352425" y="2074863"/>
            <a:ext cx="8526463" cy="165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>
                <a:latin typeface="+mn-lt"/>
                <a:ea typeface="新細明體" charset="-120"/>
              </a:rPr>
              <a:t>Syntax</a:t>
            </a:r>
          </a:p>
        </p:txBody>
      </p:sp>
      <p:sp>
        <p:nvSpPr>
          <p:cNvPr id="14342" name="Rectangle 16"/>
          <p:cNvSpPr>
            <a:spLocks noChangeArrowheads="1"/>
          </p:cNvSpPr>
          <p:nvPr/>
        </p:nvSpPr>
        <p:spPr bwMode="auto">
          <a:xfrm>
            <a:off x="1312863" y="2611438"/>
            <a:ext cx="6527800" cy="538162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 = expression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4343" name="Rectangle 19"/>
          <p:cNvSpPr>
            <a:spLocks noChangeArrowheads="1"/>
          </p:cNvSpPr>
          <p:nvPr/>
        </p:nvSpPr>
        <p:spPr bwMode="auto">
          <a:xfrm>
            <a:off x="228600" y="3886200"/>
            <a:ext cx="8763000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kumimoji="1" lang="en-US" altLang="zh-TW" b="0" dirty="0" smtClean="0">
                <a:latin typeface="+mn-lt"/>
                <a:ea typeface="新細明體" charset="-120"/>
              </a:rPr>
              <a:t>An </a:t>
            </a:r>
            <a:r>
              <a:rPr kumimoji="1" lang="en-US" altLang="zh-TW" b="0" i="1" dirty="0" smtClean="0">
                <a:solidFill>
                  <a:srgbClr val="0070C0"/>
                </a:solidFill>
                <a:latin typeface="+mn-lt"/>
                <a:ea typeface="新細明體" charset="-120"/>
              </a:rPr>
              <a:t>expression</a:t>
            </a:r>
            <a:r>
              <a:rPr kumimoji="1" lang="en-US" altLang="zh-TW" b="0" dirty="0" smtClean="0">
                <a:solidFill>
                  <a:srgbClr val="0070C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b="0" dirty="0" smtClean="0">
                <a:latin typeface="+mn-lt"/>
                <a:ea typeface="新細明體" charset="-120"/>
              </a:rPr>
              <a:t>is made up of values and operators, and   </a:t>
            </a:r>
            <a:r>
              <a:rPr kumimoji="1" lang="en-US" altLang="zh-TW" b="0" u="sng" dirty="0" smtClean="0">
                <a:latin typeface="+mn-lt"/>
                <a:ea typeface="新細明體" charset="-120"/>
              </a:rPr>
              <a:t>can be evaluated to a value</a:t>
            </a:r>
            <a:r>
              <a:rPr kumimoji="1" lang="en-US" altLang="zh-TW" b="0" dirty="0" smtClean="0">
                <a:latin typeface="+mn-lt"/>
                <a:ea typeface="新細明體" charset="-120"/>
              </a:rPr>
              <a:t> in the program. For examples</a:t>
            </a:r>
            <a:r>
              <a:rPr kumimoji="1" lang="en-US" altLang="zh-TW" b="0" dirty="0">
                <a:latin typeface="+mn-lt"/>
                <a:ea typeface="新細明體" charset="-120"/>
              </a:rPr>
              <a:t>,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TW" sz="2000" b="0" dirty="0">
                <a:latin typeface="Consolas" pitchFamily="49" charset="0"/>
                <a:ea typeface="新細明體" charset="-120"/>
                <a:cs typeface="Consolas" pitchFamily="49" charset="0"/>
              </a:rPr>
              <a:t>	100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TW" sz="2000" b="0" dirty="0">
                <a:latin typeface="Consolas" pitchFamily="49" charset="0"/>
                <a:ea typeface="新細明體" charset="-120"/>
                <a:cs typeface="Consolas" pitchFamily="49" charset="0"/>
              </a:rPr>
              <a:t>	</a:t>
            </a:r>
            <a:r>
              <a:rPr kumimoji="1" lang="en-US" altLang="zh-TW" sz="2000" b="0" dirty="0" err="1">
                <a:latin typeface="Consolas" pitchFamily="49" charset="0"/>
                <a:ea typeface="新細明體" charset="-120"/>
                <a:cs typeface="Consolas" pitchFamily="49" charset="0"/>
              </a:rPr>
              <a:t>someVariable</a:t>
            </a:r>
            <a:endParaRPr kumimoji="1" lang="en-US" altLang="zh-TW" sz="2000" b="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TW" sz="2000" b="0" dirty="0">
                <a:latin typeface="Consolas" pitchFamily="49" charset="0"/>
                <a:ea typeface="新細明體" charset="-120"/>
                <a:cs typeface="Consolas" pitchFamily="49" charset="0"/>
              </a:rPr>
              <a:t>	</a:t>
            </a:r>
            <a:r>
              <a:rPr kumimoji="1" lang="en-US" altLang="zh-TW" sz="2000" b="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200 + var1 * var2</a:t>
            </a:r>
            <a:endParaRPr kumimoji="1" lang="en-US" altLang="zh-TW" sz="2000" b="0" dirty="0">
              <a:latin typeface="Consolas" pitchFamily="49" charset="0"/>
              <a:ea typeface="新細明體" charset="-120"/>
              <a:cs typeface="Consolas" pitchFamily="49" charset="0"/>
            </a:endParaRPr>
          </a:p>
        </p:txBody>
      </p:sp>
      <p:sp>
        <p:nvSpPr>
          <p:cNvPr id="14344" name="Rectangle 21"/>
          <p:cNvSpPr>
            <a:spLocks noChangeArrowheads="1"/>
          </p:cNvSpPr>
          <p:nvPr/>
        </p:nvSpPr>
        <p:spPr bwMode="auto">
          <a:xfrm>
            <a:off x="1312863" y="3187700"/>
            <a:ext cx="7027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  <a:cs typeface="Consolas" panose="020B0609020204030204" pitchFamily="49" charset="0"/>
              </a:rPr>
              <a:t>Copy the value of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expression</a:t>
            </a:r>
            <a:r>
              <a:rPr kumimoji="1" lang="en-US" altLang="zh-TW" sz="2400" b="0" dirty="0" smtClean="0">
                <a:solidFill>
                  <a:srgbClr val="0070C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to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  <a:endParaRPr kumimoji="1" lang="en-US" altLang="zh-TW" sz="2400" b="0" dirty="0">
              <a:solidFill>
                <a:srgbClr val="0070C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2" name="Curved Right Arrow 1">
            <a:extLst>
              <a:ext uri="{FF2B5EF4-FFF2-40B4-BE49-F238E27FC236}">
                <a16:creationId xmlns:a16="http://schemas.microsoft.com/office/drawing/2014/main" id="{3E68ED9C-5398-BB48-8AC3-14E309DE5339}"/>
              </a:ext>
            </a:extLst>
          </p:cNvPr>
          <p:cNvSpPr/>
          <p:nvPr/>
        </p:nvSpPr>
        <p:spPr>
          <a:xfrm rot="5400000">
            <a:off x="2891234" y="1764747"/>
            <a:ext cx="542132" cy="12954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27335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F22424A-A5E2-4C34-9A05-F6FAC98500BD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Perimeter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4687888" y="433388"/>
            <a:ext cx="4359275" cy="24971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Assigning the value of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 * side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 to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+mn-lt"/>
                <a:ea typeface="新細明體" charset="-120"/>
              </a:rPr>
              <a:t>perimeter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marL="342900" indent="-342900" eaLnBrk="1" hangingPunct="1">
              <a:spcBef>
                <a:spcPct val="0"/>
              </a:spcBef>
              <a:buClrTx/>
              <a:defRPr/>
            </a:pPr>
            <a:r>
              <a:rPr kumimoji="1" lang="en-US" altLang="zh-TW" sz="2000" b="0" dirty="0" smtClean="0">
                <a:latin typeface="+mn-lt"/>
                <a:ea typeface="新細明體" charset="-120"/>
              </a:rPr>
              <a:t>The expression </a:t>
            </a:r>
            <a:r>
              <a:rPr kumimoji="1" lang="en-US" altLang="zh-TW" sz="20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 * side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000" b="0" dirty="0" smtClean="0">
                <a:latin typeface="+mn-lt"/>
                <a:ea typeface="新細明體" charset="-120"/>
              </a:rPr>
              <a:t>is evaluated first</a:t>
            </a:r>
            <a:r>
              <a:rPr kumimoji="1" lang="en-US" altLang="zh-TW" sz="2000" b="0" dirty="0">
                <a:latin typeface="+mn-lt"/>
                <a:ea typeface="新細明體" charset="-120"/>
              </a:rPr>
              <a:t>.</a:t>
            </a:r>
          </a:p>
          <a:p>
            <a:pPr marL="342900" indent="-342900" eaLnBrk="1" hangingPunct="1">
              <a:spcBef>
                <a:spcPct val="0"/>
              </a:spcBef>
              <a:buClrTx/>
              <a:defRPr/>
            </a:pPr>
            <a:r>
              <a:rPr kumimoji="1" lang="en-US" altLang="zh-TW" sz="2000" b="0" dirty="0" smtClean="0">
                <a:latin typeface="+mn-lt"/>
                <a:ea typeface="新細明體" charset="-120"/>
              </a:rPr>
              <a:t>The result, </a:t>
            </a:r>
            <a:r>
              <a:rPr kumimoji="1" lang="en-US" altLang="zh-TW" sz="20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  <a:r>
              <a:rPr kumimoji="1" lang="en-US" altLang="zh-TW" sz="2000" b="0" dirty="0" smtClean="0">
                <a:latin typeface="+mn-lt"/>
                <a:ea typeface="新細明體" charset="-120"/>
              </a:rPr>
              <a:t>, is then assigned to </a:t>
            </a:r>
            <a:r>
              <a:rPr kumimoji="1" lang="en-US" altLang="zh-TW" sz="20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  <a:r>
              <a:rPr kumimoji="1"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15366" name="Rectangle 11"/>
          <p:cNvSpPr>
            <a:spLocks noChangeArrowheads="1"/>
          </p:cNvSpPr>
          <p:nvPr/>
        </p:nvSpPr>
        <p:spPr bwMode="auto">
          <a:xfrm>
            <a:off x="893763" y="2201863"/>
            <a:ext cx="2947987" cy="30162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1730375" y="5564187"/>
            <a:ext cx="1420813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3</a:t>
            </a: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3649663" y="5564187"/>
            <a:ext cx="1420812" cy="536575"/>
          </a:xfrm>
          <a:prstGeom prst="rect">
            <a:avLst/>
          </a:prstGeom>
          <a:solidFill>
            <a:srgbClr val="66FF9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12</a:t>
            </a:r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5608638" y="5564187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?</a:t>
            </a: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1692275" y="5103812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>
            <a:off x="3535363" y="5103812"/>
            <a:ext cx="1714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>
            <a:off x="5494338" y="5095875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D99F04-B1B5-5E4A-B976-15D03CF4EF53}"/>
              </a:ext>
            </a:extLst>
          </p:cNvPr>
          <p:cNvSpPr txBox="1"/>
          <p:nvPr/>
        </p:nvSpPr>
        <p:spPr>
          <a:xfrm>
            <a:off x="3144838" y="1987627"/>
            <a:ext cx="410690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AE2F89-BF81-2641-A166-CF74D8FE0486}"/>
              </a:ext>
            </a:extLst>
          </p:cNvPr>
          <p:cNvSpPr txBox="1"/>
          <p:nvPr/>
        </p:nvSpPr>
        <p:spPr>
          <a:xfrm>
            <a:off x="2555876" y="2012521"/>
            <a:ext cx="1177924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97348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747 0 " pathEditMode="relative" ptsTypes="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72FFFF-BA95-4C6B-B52F-4324928AC3D6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Perimeter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6389" name="Rectangle 12"/>
          <p:cNvSpPr>
            <a:spLocks noChangeArrowheads="1"/>
          </p:cNvSpPr>
          <p:nvPr/>
        </p:nvSpPr>
        <p:spPr bwMode="auto">
          <a:xfrm>
            <a:off x="4114800" y="2122488"/>
            <a:ext cx="4932363" cy="8080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Assigning the value of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* side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 to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16390" name="Rectangle 11"/>
          <p:cNvSpPr>
            <a:spLocks noChangeArrowheads="1"/>
          </p:cNvSpPr>
          <p:nvPr/>
        </p:nvSpPr>
        <p:spPr bwMode="auto">
          <a:xfrm>
            <a:off x="893763" y="2503488"/>
            <a:ext cx="2755900" cy="30162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1730375" y="5612606"/>
            <a:ext cx="1420813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3</a:t>
            </a:r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3649663" y="5612606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12</a:t>
            </a:r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auto">
          <a:xfrm>
            <a:off x="5608638" y="5612606"/>
            <a:ext cx="1420812" cy="536575"/>
          </a:xfrm>
          <a:prstGeom prst="rect">
            <a:avLst/>
          </a:prstGeom>
          <a:solidFill>
            <a:srgbClr val="66FF9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b="0">
                <a:ea typeface="新細明體" charset="-120"/>
              </a:rPr>
              <a:t>9</a:t>
            </a:r>
          </a:p>
        </p:txBody>
      </p:sp>
      <p:sp>
        <p:nvSpPr>
          <p:cNvPr id="16394" name="Text Box 9"/>
          <p:cNvSpPr txBox="1">
            <a:spLocks noChangeArrowheads="1"/>
          </p:cNvSpPr>
          <p:nvPr/>
        </p:nvSpPr>
        <p:spPr bwMode="auto">
          <a:xfrm>
            <a:off x="1692275" y="5152231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</p:txBody>
      </p:sp>
      <p:sp>
        <p:nvSpPr>
          <p:cNvPr id="16395" name="Text Box 10"/>
          <p:cNvSpPr txBox="1">
            <a:spLocks noChangeArrowheads="1"/>
          </p:cNvSpPr>
          <p:nvPr/>
        </p:nvSpPr>
        <p:spPr bwMode="auto">
          <a:xfrm>
            <a:off x="3535363" y="5152231"/>
            <a:ext cx="1714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</a:p>
        </p:txBody>
      </p:sp>
      <p:sp>
        <p:nvSpPr>
          <p:cNvPr id="16396" name="Text Box 11"/>
          <p:cNvSpPr txBox="1">
            <a:spLocks noChangeArrowheads="1"/>
          </p:cNvSpPr>
          <p:nvPr/>
        </p:nvSpPr>
        <p:spPr bwMode="auto">
          <a:xfrm>
            <a:off x="5494338" y="5144294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CC89C-88F9-5741-8878-5697B5E61FDD}"/>
              </a:ext>
            </a:extLst>
          </p:cNvPr>
          <p:cNvSpPr txBox="1"/>
          <p:nvPr/>
        </p:nvSpPr>
        <p:spPr>
          <a:xfrm>
            <a:off x="1916585" y="2453137"/>
            <a:ext cx="410690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89A3F6-8C7A-8942-8391-E4200B35F103}"/>
              </a:ext>
            </a:extLst>
          </p:cNvPr>
          <p:cNvSpPr txBox="1"/>
          <p:nvPr/>
        </p:nvSpPr>
        <p:spPr>
          <a:xfrm>
            <a:off x="2949648" y="2453137"/>
            <a:ext cx="410690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9D9598-6976-2343-9EC2-1C27E7C7B5DA}"/>
              </a:ext>
            </a:extLst>
          </p:cNvPr>
          <p:cNvSpPr txBox="1"/>
          <p:nvPr/>
        </p:nvSpPr>
        <p:spPr>
          <a:xfrm>
            <a:off x="2440781" y="2438400"/>
            <a:ext cx="410690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816318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85185E-6 L -0.20209 0.00185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0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5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Calibri"/>
                <a:cs typeface="Consolas" pitchFamily="49" charset="0"/>
              </a:rPr>
              <a:t>2.3</a:t>
            </a:r>
            <a:r>
              <a:rPr lang="en-US" altLang="en-US" sz="3600" dirty="0" smtClean="0">
                <a:latin typeface="Calibri"/>
                <a:cs typeface="Consolas" pitchFamily="49" charset="0"/>
              </a:rPr>
              <a:t>. Outputting a variable to screen </a:t>
            </a:r>
            <a:endParaRPr lang="en-US" altLang="en-US" sz="3600" dirty="0">
              <a:latin typeface="Consolas"/>
              <a:cs typeface="Consolas" pitchFamily="49" charset="0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TW" sz="2800" b="1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lang="en-US" altLang="zh-TW" sz="2800" b="1" dirty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("</a:t>
            </a:r>
            <a:r>
              <a:rPr lang="en-US" altLang="zh-TW" sz="2800" b="1" dirty="0" smtClean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lang="en-US" altLang="zh-TW" sz="2800" b="1" dirty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lang="en-US" altLang="zh-TW" sz="2800" b="1" dirty="0" smtClean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lang="en-US" altLang="zh-TW" sz="2800" b="1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lang="en-US" altLang="zh-TW" sz="2800" b="1" dirty="0" smtClean="0">
                <a:solidFill>
                  <a:srgbClr val="00206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</a:t>
            </a:r>
            <a:r>
              <a:rPr lang="en-US" altLang="zh-TW" sz="2800" b="1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  <a:endParaRPr lang="en-US" dirty="0"/>
          </a:p>
          <a:p>
            <a:endParaRPr lang="en-US" altLang="zh-TW" sz="2800" dirty="0">
              <a:ea typeface="新細明體" charset="-120"/>
              <a:cs typeface="Consolas" pitchFamily="49" charset="0"/>
            </a:endParaRPr>
          </a:p>
          <a:p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sz="28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Side : %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d\n"</a:t>
            </a:r>
          </a:p>
          <a:p>
            <a:pPr lvl="1"/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Text to print, called the </a:t>
            </a:r>
            <a:r>
              <a:rPr lang="en-US" altLang="zh-TW" sz="2400" i="1" dirty="0" smtClean="0">
                <a:solidFill>
                  <a:srgbClr val="990000"/>
                </a:solidFill>
                <a:ea typeface="新細明體" charset="-120"/>
                <a:cs typeface="Consolas" pitchFamily="49" charset="0"/>
              </a:rPr>
              <a:t>format string</a:t>
            </a:r>
            <a:endParaRPr lang="en-US" altLang="zh-TW" sz="2400" dirty="0">
              <a:ea typeface="新細明體" charset="-120"/>
              <a:cs typeface="Consolas" pitchFamily="49" charset="0"/>
            </a:endParaRPr>
          </a:p>
          <a:p>
            <a:pPr lvl="1"/>
            <a:r>
              <a:rPr lang="en-US" altLang="zh-TW" sz="2400" dirty="0" smtClean="0">
                <a:ea typeface="新細明體"/>
                <a:cs typeface="Consolas" pitchFamily="49" charset="0"/>
              </a:rPr>
              <a:t>The </a:t>
            </a:r>
            <a:r>
              <a:rPr lang="en-US" altLang="zh-TW" sz="2400" i="1" dirty="0" smtClean="0">
                <a:solidFill>
                  <a:srgbClr val="990000"/>
                </a:solidFill>
                <a:ea typeface="新細明體"/>
                <a:cs typeface="Consolas" pitchFamily="49" charset="0"/>
              </a:rPr>
              <a:t>format specifier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 </a:t>
            </a:r>
            <a:r>
              <a:rPr lang="en-US" altLang="zh-TW" sz="2400" b="1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%d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 specifies that the value of the corresponding expression is to be printed in the format of a </a:t>
            </a:r>
            <a:r>
              <a:rPr lang="en-US" altLang="zh-TW" sz="2400" i="1" dirty="0" smtClean="0">
                <a:ea typeface="新細明體"/>
                <a:cs typeface="Consolas" pitchFamily="49" charset="0"/>
              </a:rPr>
              <a:t>decimal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 integer</a:t>
            </a:r>
            <a:r>
              <a:rPr lang="en-US" altLang="zh-TW" sz="2400" dirty="0">
                <a:ea typeface="新細明體"/>
                <a:cs typeface="Consolas" pitchFamily="49" charset="0"/>
              </a:rPr>
              <a:t>.</a:t>
            </a:r>
          </a:p>
          <a:p>
            <a:r>
              <a:rPr lang="en-US" altLang="zh-TW" sz="2800" dirty="0" smtClean="0">
                <a:ea typeface="新細明體" charset="-120"/>
                <a:cs typeface="Consolas" pitchFamily="49" charset="0"/>
              </a:rPr>
              <a:t> </a:t>
            </a:r>
            <a:r>
              <a:rPr lang="en-US" altLang="zh-TW" sz="2800" b="1" dirty="0" smtClean="0">
                <a:solidFill>
                  <a:srgbClr val="00206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  <a:endParaRPr lang="en-US" altLang="zh-TW" sz="2800" b="1" dirty="0">
              <a:solidFill>
                <a:srgbClr val="00206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/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The expression whose value is to be supplied to the format string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.</a:t>
            </a:r>
          </a:p>
          <a:p>
            <a:pPr indent="-285750"/>
            <a:r>
              <a:rPr lang="en-US" altLang="zh-TW" sz="2800" dirty="0" smtClean="0">
                <a:ea typeface="新細明體"/>
                <a:cs typeface="Consolas" pitchFamily="49" charset="0"/>
              </a:rPr>
              <a:t>Compare to: </a:t>
            </a:r>
            <a:endParaRPr lang="en-US" altLang="zh-TW" sz="2800" dirty="0">
              <a:ea typeface="新細明體"/>
              <a:cs typeface="Consolas" pitchFamily="49" charset="0"/>
            </a:endParaRPr>
          </a:p>
          <a:p>
            <a:pPr marL="0" indent="0" algn="ctr">
              <a:buNone/>
            </a:pPr>
            <a:r>
              <a:rPr lang="en-US" sz="28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lang="en-US" sz="28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lang="en-US" sz="2800" dirty="0">
                <a:solidFill>
                  <a:srgbClr val="0099FF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lang="en-US" sz="2800" dirty="0" smtClean="0">
                <a:solidFill>
                  <a:srgbClr val="0099FF"/>
                </a:solidFill>
                <a:latin typeface="Consolas"/>
                <a:ea typeface="新細明體"/>
                <a:cs typeface="Consolas" pitchFamily="49" charset="0"/>
              </a:rPr>
              <a:t>Hello world</a:t>
            </a:r>
            <a:r>
              <a:rPr lang="en-US" sz="2800" dirty="0">
                <a:solidFill>
                  <a:srgbClr val="0099FF"/>
                </a:solidFill>
                <a:latin typeface="Consolas"/>
                <a:ea typeface="新細明體"/>
                <a:cs typeface="Consolas" pitchFamily="49" charset="0"/>
              </a:rPr>
              <a:t>!\n"</a:t>
            </a:r>
            <a:r>
              <a:rPr lang="en-US" sz="28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800" dirty="0">
              <a:ea typeface="新細明體"/>
              <a:cs typeface="Consolas" pitchFamily="49" charset="0"/>
            </a:endParaRPr>
          </a:p>
          <a:p>
            <a:pPr lvl="1"/>
            <a:endParaRPr lang="en-US" altLang="zh-TW" sz="2400" dirty="0">
              <a:ea typeface="新細明體" charset="-120"/>
              <a:cs typeface="Consolas" pitchFamily="49" charset="0"/>
            </a:endParaRPr>
          </a:p>
          <a:p>
            <a:pPr marL="0" indent="0">
              <a:buNone/>
            </a:pPr>
            <a:endParaRPr lang="en-US" altLang="zh-TW" sz="2800" dirty="0">
              <a:ea typeface="新細明體" charset="-120"/>
              <a:cs typeface="Consolas" pitchFamily="49" charset="0"/>
            </a:endParaRPr>
          </a:p>
          <a:p>
            <a:endParaRPr lang="en-US" altLang="zh-TW" dirty="0">
              <a:ea typeface="新細明體" charset="-120"/>
              <a:cs typeface="Consolas" pitchFamily="49" charset="0"/>
            </a:endParaRPr>
          </a:p>
          <a:p>
            <a:endParaRPr lang="en-US" altLang="en-US" dirty="0">
              <a:ea typeface="新細明體" charset="-120"/>
              <a:cs typeface="Consolas" pitchFamily="49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ACF166-DC38-446E-AAE8-113D2B400F57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TW" sz="100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105510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EAFCF1-D3CA-4A2D-B84E-FCC6D2AEB362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side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Perimeter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perimeter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Area :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area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7413" name="Rectangle 12"/>
          <p:cNvSpPr>
            <a:spLocks noChangeArrowheads="1"/>
          </p:cNvSpPr>
          <p:nvPr/>
        </p:nvSpPr>
        <p:spPr bwMode="auto">
          <a:xfrm>
            <a:off x="4687888" y="1662113"/>
            <a:ext cx="4359275" cy="126841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 outputs the given text (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string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) but with the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%d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 replaced by the value of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17414" name="Rectangle 11"/>
          <p:cNvSpPr>
            <a:spLocks noChangeArrowheads="1"/>
          </p:cNvSpPr>
          <p:nvPr/>
        </p:nvSpPr>
        <p:spPr bwMode="auto">
          <a:xfrm>
            <a:off x="893763" y="3121025"/>
            <a:ext cx="3948112" cy="30162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7415" name="Rectangle 3"/>
          <p:cNvSpPr>
            <a:spLocks noChangeArrowheads="1"/>
          </p:cNvSpPr>
          <p:nvPr/>
        </p:nvSpPr>
        <p:spPr bwMode="auto">
          <a:xfrm>
            <a:off x="0" y="4965700"/>
            <a:ext cx="9144000" cy="12287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: 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2119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7A10E8-5EDA-40AD-9BAA-ACCA89E3C66C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539163" cy="838200"/>
          </a:xfrm>
        </p:spPr>
        <p:txBody>
          <a:bodyPr>
            <a:noAutofit/>
          </a:bodyPr>
          <a:lstStyle/>
          <a:p>
            <a:pPr marL="533400" indent="-533400"/>
            <a:r>
              <a:rPr lang="en-US" altLang="zh-TW" sz="4000" b="1" dirty="0">
                <a:ea typeface="新細明體"/>
              </a:rPr>
              <a:t>3</a:t>
            </a:r>
            <a:r>
              <a:rPr lang="en-US" altLang="zh-TW" sz="4000" b="1" dirty="0" smtClean="0">
                <a:ea typeface="新細明體"/>
              </a:rPr>
              <a:t>. Naming Variables</a:t>
            </a:r>
            <a:endParaRPr lang="en-US" altLang="zh-TW" sz="4000" b="1" dirty="0">
              <a:ea typeface="新細明體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047750"/>
            <a:ext cx="8524875" cy="5222875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b="1" u="sng" dirty="0" smtClean="0">
                <a:ea typeface="新細明體" charset="-120"/>
              </a:rPr>
              <a:t>Key concepts</a:t>
            </a:r>
            <a:endParaRPr lang="en-US" altLang="zh-TW" b="1" u="sng" dirty="0">
              <a:ea typeface="新細明體" charset="-120"/>
            </a:endParaRPr>
          </a:p>
          <a:p>
            <a:pPr eaLnBrk="1" hangingPunct="1">
              <a:defRPr/>
            </a:pPr>
            <a:r>
              <a:rPr lang="en-US" altLang="zh-TW" dirty="0" smtClean="0">
                <a:ea typeface="新細明體" charset="-120"/>
              </a:rPr>
              <a:t>How to name variables</a:t>
            </a:r>
            <a:r>
              <a:rPr lang="en-US" altLang="zh-TW" dirty="0">
                <a:ea typeface="新細明體" charset="-120"/>
              </a:rPr>
              <a:t>?</a:t>
            </a: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 eaLnBrk="1" hangingPunct="1">
              <a:defRPr/>
            </a:pPr>
            <a:r>
              <a:rPr lang="en-US" altLang="zh-TW" dirty="0" smtClean="0">
                <a:ea typeface="新細明體" charset="-120"/>
              </a:rPr>
              <a:t>What is a </a:t>
            </a:r>
            <a:r>
              <a:rPr lang="en-US" altLang="zh-TW" i="1" dirty="0" smtClean="0">
                <a:ea typeface="新細明體" charset="-120"/>
              </a:rPr>
              <a:t>reserved word</a:t>
            </a:r>
            <a:r>
              <a:rPr lang="en-US" altLang="zh-TW" dirty="0">
                <a:ea typeface="新細明體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6909590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D7FBAF4-5E2B-4E08-ACC2-78129C22C107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1" y="76200"/>
            <a:ext cx="85725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3.1</a:t>
            </a:r>
            <a:r>
              <a:rPr lang="en-US" altLang="zh-TW" sz="4000" dirty="0" smtClean="0">
                <a:ea typeface="新細明體"/>
              </a:rPr>
              <a:t>. Identifier</a:t>
            </a:r>
            <a:endParaRPr lang="en-US" altLang="zh-TW" sz="2400" dirty="0">
              <a:ea typeface="新細明體"/>
            </a:endParaRP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201738"/>
            <a:ext cx="8410575" cy="514667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altLang="zh-TW" sz="2800" dirty="0" smtClean="0">
                <a:ea typeface="新細明體" charset="-120"/>
              </a:rPr>
              <a:t>An </a:t>
            </a:r>
            <a:r>
              <a:rPr lang="en-US" altLang="zh-TW" sz="2800" i="1" dirty="0" smtClean="0">
                <a:solidFill>
                  <a:srgbClr val="0000FF"/>
                </a:solidFill>
                <a:ea typeface="新細明體" charset="-120"/>
              </a:rPr>
              <a:t>identifier</a:t>
            </a:r>
            <a:r>
              <a:rPr lang="en-US" altLang="zh-TW" sz="2800" dirty="0" smtClean="0">
                <a:ea typeface="新細明體" charset="-120"/>
              </a:rPr>
              <a:t> is a name used to identify variables, functions, etc. in a program</a:t>
            </a:r>
            <a:r>
              <a:rPr lang="en-US" altLang="zh-TW" sz="2800" dirty="0">
                <a:ea typeface="新細明體" charset="-120"/>
              </a:rPr>
              <a:t>.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zh-TW" sz="2000" dirty="0">
              <a:ea typeface="新細明體" charset="-120"/>
            </a:endParaRPr>
          </a:p>
          <a:p>
            <a:pPr marL="533400" indent="-533400" eaLnBrk="1" hangingPunct="1">
              <a:lnSpc>
                <a:spcPct val="90000"/>
              </a:lnSpc>
            </a:pPr>
            <a:r>
              <a:rPr lang="en-US" altLang="zh-TW" sz="2800" dirty="0" smtClean="0">
                <a:ea typeface="新細明體" charset="-120"/>
              </a:rPr>
              <a:t>An identifier must satisfy the following rules. It</a:t>
            </a:r>
            <a:r>
              <a:rPr lang="en-US" altLang="zh-TW" sz="2800" dirty="0">
                <a:ea typeface="新細明體" charset="-120"/>
              </a:rPr>
              <a:t>: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 smtClean="0">
                <a:ea typeface="新細明體" charset="-120"/>
              </a:rPr>
              <a:t>Must contain only </a:t>
            </a:r>
            <a:endParaRPr lang="en-US" altLang="zh-TW" sz="2400" dirty="0">
              <a:ea typeface="新細明體" charset="-12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100" dirty="0" smtClean="0">
                <a:ea typeface="新細明體" charset="-120"/>
              </a:rPr>
              <a:t>Alphabets (</a:t>
            </a:r>
            <a:r>
              <a:rPr lang="en-US" altLang="zh-TW" sz="2100" dirty="0">
                <a:ea typeface="新細明體" charset="-120"/>
              </a:rPr>
              <a:t>'</a:t>
            </a:r>
            <a:r>
              <a:rPr lang="en-US" altLang="zh-TW" sz="2100" dirty="0">
                <a:latin typeface="Consolas" panose="020B0609020204030204" pitchFamily="49" charset="0"/>
                <a:ea typeface="新細明體" charset="-120"/>
              </a:rPr>
              <a:t>A</a:t>
            </a:r>
            <a:r>
              <a:rPr lang="en-US" altLang="zh-TW" sz="2100" dirty="0" smtClean="0">
                <a:ea typeface="新細明體" charset="-120"/>
              </a:rPr>
              <a:t>' </a:t>
            </a:r>
            <a:r>
              <a:rPr lang="en-US" altLang="zh-TW" sz="2100" dirty="0" smtClean="0">
                <a:latin typeface="Times New Roman" pitchFamily="18" charset="0"/>
                <a:ea typeface="新細明體" charset="-120"/>
              </a:rPr>
              <a:t>–</a:t>
            </a:r>
            <a:r>
              <a:rPr lang="en-US" altLang="zh-TW" sz="2100" dirty="0" smtClean="0">
                <a:ea typeface="新細明體" charset="-120"/>
              </a:rPr>
              <a:t> '</a:t>
            </a:r>
            <a:r>
              <a:rPr lang="en-US" altLang="zh-TW" sz="2100" dirty="0" smtClean="0">
                <a:latin typeface="Consolas" panose="020B0609020204030204" pitchFamily="49" charset="0"/>
                <a:ea typeface="新細明體" charset="-120"/>
              </a:rPr>
              <a:t>Z</a:t>
            </a:r>
            <a:r>
              <a:rPr lang="en-US" altLang="zh-TW" sz="2100" dirty="0" smtClean="0">
                <a:ea typeface="新細明體" charset="-120"/>
              </a:rPr>
              <a:t>', '</a:t>
            </a:r>
            <a:r>
              <a:rPr lang="en-US" altLang="zh-TW" sz="2100" dirty="0" smtClean="0">
                <a:latin typeface="Consolas" panose="020B0609020204030204" pitchFamily="49" charset="0"/>
                <a:ea typeface="新細明體" charset="-120"/>
              </a:rPr>
              <a:t>a</a:t>
            </a:r>
            <a:r>
              <a:rPr lang="en-US" altLang="zh-TW" sz="2100" dirty="0" smtClean="0">
                <a:ea typeface="新細明體" charset="-120"/>
              </a:rPr>
              <a:t>' </a:t>
            </a:r>
            <a:r>
              <a:rPr lang="en-US" altLang="zh-TW" sz="2100" dirty="0" smtClean="0">
                <a:latin typeface="Times New Roman" pitchFamily="18" charset="0"/>
                <a:ea typeface="新細明體" charset="-120"/>
              </a:rPr>
              <a:t>–</a:t>
            </a:r>
            <a:r>
              <a:rPr lang="en-US" altLang="zh-TW" sz="2100" dirty="0" smtClean="0">
                <a:ea typeface="新細明體" charset="-120"/>
              </a:rPr>
              <a:t> '</a:t>
            </a:r>
            <a:r>
              <a:rPr lang="en-US" altLang="zh-TW" sz="2100" dirty="0" smtClean="0">
                <a:latin typeface="Consolas" panose="020B0609020204030204" pitchFamily="49" charset="0"/>
                <a:ea typeface="新細明體" charset="-120"/>
              </a:rPr>
              <a:t>z</a:t>
            </a:r>
            <a:r>
              <a:rPr lang="en-US" altLang="zh-TW" sz="2100" dirty="0">
                <a:ea typeface="新細明體" charset="-120"/>
              </a:rPr>
              <a:t>')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100" dirty="0" smtClean="0">
                <a:ea typeface="新細明體" charset="-120"/>
              </a:rPr>
              <a:t>Digits (</a:t>
            </a:r>
            <a:r>
              <a:rPr lang="en-US" altLang="zh-TW" sz="2100" dirty="0">
                <a:ea typeface="新細明體" charset="-120"/>
              </a:rPr>
              <a:t>'</a:t>
            </a:r>
            <a:r>
              <a:rPr lang="en-US" altLang="zh-TW" sz="2100" dirty="0">
                <a:latin typeface="Consolas" panose="020B0609020204030204" pitchFamily="49" charset="0"/>
                <a:ea typeface="新細明體" charset="-120"/>
              </a:rPr>
              <a:t>0</a:t>
            </a:r>
            <a:r>
              <a:rPr lang="en-US" altLang="zh-TW" sz="2100" dirty="0" smtClean="0">
                <a:ea typeface="新細明體" charset="-120"/>
              </a:rPr>
              <a:t>' </a:t>
            </a:r>
            <a:r>
              <a:rPr lang="en-US" altLang="zh-TW" sz="2100" dirty="0" smtClean="0">
                <a:latin typeface="Times New Roman" pitchFamily="18" charset="0"/>
                <a:ea typeface="新細明體" charset="-120"/>
              </a:rPr>
              <a:t>–</a:t>
            </a:r>
            <a:r>
              <a:rPr lang="en-US" altLang="zh-TW" sz="2100" dirty="0" smtClean="0">
                <a:ea typeface="新細明體" charset="-120"/>
              </a:rPr>
              <a:t> '</a:t>
            </a:r>
            <a:r>
              <a:rPr lang="en-US" altLang="zh-TW" sz="2100" dirty="0" smtClean="0">
                <a:latin typeface="Consolas" panose="020B0609020204030204" pitchFamily="49" charset="0"/>
                <a:ea typeface="新細明體" charset="-120"/>
              </a:rPr>
              <a:t>9</a:t>
            </a:r>
            <a:r>
              <a:rPr lang="en-US" altLang="zh-TW" sz="2100" dirty="0">
                <a:ea typeface="新細明體" charset="-120"/>
              </a:rPr>
              <a:t>')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100" dirty="0" smtClean="0">
                <a:ea typeface="新細明體" charset="-120"/>
              </a:rPr>
              <a:t>The underscore character ('</a:t>
            </a:r>
            <a:r>
              <a:rPr lang="en-US" altLang="zh-TW" sz="2100" dirty="0" smtClean="0">
                <a:latin typeface="Consolas" panose="020B0609020204030204" pitchFamily="49" charset="0"/>
                <a:ea typeface="新細明體" charset="-120"/>
              </a:rPr>
              <a:t>_</a:t>
            </a:r>
            <a:r>
              <a:rPr lang="en-US" altLang="zh-TW" sz="2100" dirty="0">
                <a:ea typeface="新細明體" charset="-120"/>
              </a:rPr>
              <a:t>')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 smtClean="0">
                <a:ea typeface="新細明體" charset="-120"/>
              </a:rPr>
              <a:t>Must not start with a digit</a:t>
            </a:r>
            <a:endParaRPr lang="en-US" altLang="zh-TW" sz="2400" dirty="0">
              <a:ea typeface="新細明體" charset="-120"/>
            </a:endParaRP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 smtClean="0">
                <a:ea typeface="新細明體" charset="-120"/>
              </a:rPr>
              <a:t>Cannot be one of the reserved words</a:t>
            </a:r>
            <a:endParaRPr lang="en-US" altLang="zh-TW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00290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615363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3.2</a:t>
            </a:r>
            <a:r>
              <a:rPr lang="en-US" altLang="zh-TW" sz="4000" dirty="0" smtClean="0">
                <a:ea typeface="新細明體"/>
              </a:rPr>
              <a:t>. Reserved Words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775" y="1047750"/>
            <a:ext cx="8680450" cy="1574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800" i="1" dirty="0" smtClean="0">
                <a:solidFill>
                  <a:srgbClr val="0070C0"/>
                </a:solidFill>
                <a:ea typeface="新細明體"/>
              </a:rPr>
              <a:t>Reserved words</a:t>
            </a:r>
            <a:r>
              <a:rPr lang="en-US" altLang="zh-TW" sz="2800" dirty="0" smtClean="0">
                <a:ea typeface="新細明體"/>
              </a:rPr>
              <a:t> or </a:t>
            </a:r>
            <a:r>
              <a:rPr lang="en-US" altLang="zh-TW" sz="2800" i="1" dirty="0" smtClean="0">
                <a:solidFill>
                  <a:srgbClr val="0070C0"/>
                </a:solidFill>
                <a:ea typeface="新細明體"/>
              </a:rPr>
              <a:t>keywords</a:t>
            </a:r>
            <a:r>
              <a:rPr lang="en-US" altLang="zh-TW" sz="2800" dirty="0" smtClean="0">
                <a:solidFill>
                  <a:srgbClr val="0070C0"/>
                </a:solidFill>
                <a:ea typeface="新細明體"/>
              </a:rPr>
              <a:t> </a:t>
            </a:r>
            <a:r>
              <a:rPr lang="en-US" altLang="zh-TW" sz="2800" dirty="0" smtClean="0">
                <a:ea typeface="新細明體"/>
              </a:rPr>
              <a:t>are names that </a:t>
            </a:r>
            <a:r>
              <a:rPr lang="en-US" altLang="zh-TW" sz="2800" u="sng" dirty="0" smtClean="0">
                <a:ea typeface="新細明體"/>
              </a:rPr>
              <a:t>have special meaning in the C language</a:t>
            </a:r>
            <a:r>
              <a:rPr lang="en-US" altLang="zh-TW" sz="2800" dirty="0" smtClean="0">
                <a:ea typeface="新細明體"/>
              </a:rPr>
              <a:t>. You will eventually learn all about them later</a:t>
            </a:r>
            <a:r>
              <a:rPr lang="en-US" altLang="zh-TW" sz="2800" dirty="0">
                <a:ea typeface="新細明體"/>
              </a:rPr>
              <a:t>.</a:t>
            </a:r>
            <a:endParaRPr lang="en-US" altLang="zh-TW" sz="2800" dirty="0">
              <a:ea typeface="新細明體" charset="-120"/>
            </a:endParaRPr>
          </a:p>
          <a:p>
            <a:pPr eaLnBrk="1" hangingPunct="1"/>
            <a:endParaRPr lang="en-US" altLang="zh-TW" sz="1600" dirty="0">
              <a:ea typeface="新細明體" charset="-120"/>
            </a:endParaRPr>
          </a:p>
          <a:p>
            <a:pPr eaLnBrk="1" hangingPunct="1"/>
            <a:endParaRPr lang="en-US" altLang="zh-TW" sz="2000" dirty="0">
              <a:ea typeface="新細明體" charset="-120"/>
            </a:endParaRPr>
          </a:p>
        </p:txBody>
      </p:sp>
      <p:graphicFrame>
        <p:nvGraphicFramePr>
          <p:cNvPr id="8" name="Group 1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7127417"/>
              </p:ext>
            </p:extLst>
          </p:nvPr>
        </p:nvGraphicFramePr>
        <p:xfrm>
          <a:off x="577850" y="2468563"/>
          <a:ext cx="8180387" cy="3200400"/>
        </p:xfrm>
        <a:graphic>
          <a:graphicData uri="http://schemas.openxmlformats.org/drawingml/2006/table">
            <a:tbl>
              <a:tblPr/>
              <a:tblGrid>
                <a:gridCol w="163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5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auto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do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goto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signed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unsigned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6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break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if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sizeof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void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case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else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int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static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volatile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6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char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enum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long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struct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while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const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extern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register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switch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6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continue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float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return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typedef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default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for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short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union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23457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4909BA-0870-4F79-AC56-EEAC84CFA030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3.3</a:t>
            </a:r>
            <a:r>
              <a:rPr lang="en-US" altLang="zh-TW" sz="4000" dirty="0" smtClean="0">
                <a:ea typeface="新細明體"/>
              </a:rPr>
              <a:t>. Predefined Identifiers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63638"/>
            <a:ext cx="8455025" cy="45704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 smtClean="0">
                <a:ea typeface="新細明體"/>
              </a:rPr>
              <a:t>There</a:t>
            </a:r>
            <a:r>
              <a:rPr lang="en-US" altLang="zh-TW" dirty="0" smtClean="0">
                <a:solidFill>
                  <a:srgbClr val="000000"/>
                </a:solidFill>
                <a:ea typeface="新細明體"/>
              </a:rPr>
              <a:t> are also</a:t>
            </a:r>
            <a:r>
              <a:rPr lang="en-US" altLang="zh-TW" i="1" dirty="0" smtClean="0">
                <a:solidFill>
                  <a:srgbClr val="0070C0"/>
                </a:solidFill>
                <a:ea typeface="新細明體"/>
              </a:rPr>
              <a:t> Predefined identifiers</a:t>
            </a:r>
            <a:r>
              <a:rPr lang="en-US" altLang="zh-TW" dirty="0" smtClean="0">
                <a:ea typeface="新細明體"/>
              </a:rPr>
              <a:t> that</a:t>
            </a:r>
            <a:r>
              <a:rPr lang="en-US" altLang="zh-TW" dirty="0" smtClean="0">
                <a:solidFill>
                  <a:srgbClr val="FF3300"/>
                </a:solidFill>
                <a:ea typeface="新細明體"/>
              </a:rPr>
              <a:t> </a:t>
            </a:r>
            <a:r>
              <a:rPr lang="en-US" altLang="zh-TW" dirty="0" smtClean="0">
                <a:ea typeface="新細明體"/>
              </a:rPr>
              <a:t>have already been used as names for standard usages</a:t>
            </a:r>
            <a:r>
              <a:rPr lang="en-US" altLang="zh-TW" dirty="0">
                <a:ea typeface="新細明體"/>
              </a:rPr>
              <a:t>:</a:t>
            </a:r>
            <a:endParaRPr lang="en-US" altLang="zh-TW" dirty="0">
              <a:ea typeface="新細明體"/>
              <a:cs typeface="Calibri"/>
            </a:endParaRPr>
          </a:p>
          <a:p>
            <a:pPr lvl="1" eaLnBrk="1" hangingPunct="1"/>
            <a:r>
              <a:rPr lang="en-US" altLang="zh-TW" dirty="0">
                <a:ea typeface="新細明體" charset="-120"/>
              </a:rPr>
              <a:t>e.g</a:t>
            </a:r>
            <a:r>
              <a:rPr lang="en-US" altLang="zh-TW" dirty="0" smtClean="0">
                <a:ea typeface="新細明體" charset="-120"/>
              </a:rPr>
              <a:t>., </a:t>
            </a:r>
            <a:r>
              <a:rPr lang="en-US" altLang="zh-TW" b="1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main</a:t>
            </a:r>
            <a:r>
              <a:rPr lang="en-US" altLang="zh-TW" dirty="0" smtClean="0">
                <a:ea typeface="新細明體" charset="-120"/>
              </a:rPr>
              <a:t>, </a:t>
            </a:r>
            <a:r>
              <a:rPr lang="en-US" altLang="zh-TW" b="1" dirty="0" err="1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dirty="0" smtClean="0">
                <a:ea typeface="新細明體" charset="-120"/>
              </a:rPr>
              <a:t>, </a:t>
            </a:r>
            <a:r>
              <a:rPr lang="en-US" altLang="zh-TW" b="1" dirty="0" err="1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endParaRPr lang="en-US" altLang="zh-TW" b="1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 eaLnBrk="1" hangingPunct="1"/>
            <a:endParaRPr lang="en-US" altLang="zh-TW" dirty="0"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u="sng" dirty="0" smtClean="0">
                <a:ea typeface="新細明體"/>
              </a:rPr>
              <a:t>Avoid using them as identifiers</a:t>
            </a:r>
            <a:r>
              <a:rPr lang="en-US" altLang="zh-TW" dirty="0" smtClean="0">
                <a:ea typeface="新細明體"/>
              </a:rPr>
              <a:t> in your program</a:t>
            </a:r>
            <a:endParaRPr lang="en-US" altLang="zh-TW" dirty="0">
              <a:ea typeface="新細明體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18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1800" dirty="0">
              <a:ea typeface="新細明體" charset="-120"/>
            </a:endParaRPr>
          </a:p>
          <a:p>
            <a:pPr lvl="1" eaLnBrk="1" hangingPunct="1"/>
            <a:endParaRPr lang="en-US" altLang="zh-TW" sz="2800" dirty="0">
              <a:latin typeface="Consolas" panose="020B0609020204030204" pitchFamily="49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975366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ABAC2A-BDB1-418E-B481-FD0D707EEB48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5575" y="76200"/>
            <a:ext cx="8493125" cy="914400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ea typeface="新細明體"/>
              </a:rPr>
              <a:t>Naming Variables – Challenge</a:t>
            </a:r>
            <a:endParaRPr lang="en-US" altLang="zh-TW" sz="2400" dirty="0">
              <a:ea typeface="新細明體" charset="-12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09563" y="1739900"/>
            <a:ext cx="4032250" cy="4492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$</a:t>
            </a:r>
            <a:r>
              <a:rPr lang="en-US" altLang="zh-TW" sz="240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abc</a:t>
            </a: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_1_abc_1_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1_1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Domain-name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URL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endParaRPr lang="en-US" altLang="zh-TW" sz="240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main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endParaRPr lang="en-US" altLang="zh-TW" sz="240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32bits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269875" y="1141413"/>
            <a:ext cx="6916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b="0" dirty="0" smtClean="0">
                <a:ea typeface="新細明體" charset="-120"/>
              </a:rPr>
              <a:t>Which of the following are </a:t>
            </a:r>
            <a:r>
              <a:rPr lang="en-US" altLang="zh-TW" b="0" i="1" dirty="0" smtClean="0">
                <a:solidFill>
                  <a:srgbClr val="FF3300"/>
                </a:solidFill>
                <a:ea typeface="新細明體" charset="-120"/>
              </a:rPr>
              <a:t>valid</a:t>
            </a:r>
            <a:r>
              <a:rPr lang="en-US" altLang="zh-TW" b="0" dirty="0" smtClean="0">
                <a:ea typeface="新細明體" charset="-120"/>
              </a:rPr>
              <a:t> identifiers</a:t>
            </a:r>
            <a:r>
              <a:rPr lang="en-US" altLang="zh-TW" b="0" dirty="0">
                <a:ea typeface="新細明體" charset="-120"/>
              </a:rPr>
              <a:t>?</a:t>
            </a:r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4495800" y="1700213"/>
            <a:ext cx="4032250" cy="4492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engg1110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engg_1110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_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A100xC200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tab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include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www_yahoo_com</a:t>
            </a: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Hong Kong</a:t>
            </a: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2268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EEF364-2F5A-4256-9D29-599DE94F5358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55575" y="76200"/>
            <a:ext cx="8493125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3.4</a:t>
            </a:r>
            <a:r>
              <a:rPr lang="en-US" altLang="zh-TW" dirty="0" smtClean="0">
                <a:ea typeface="新細明體"/>
              </a:rPr>
              <a:t>. Naming Conventions (</a:t>
            </a:r>
            <a:r>
              <a:rPr lang="en-US" altLang="zh-TW" dirty="0">
                <a:ea typeface="新細明體"/>
              </a:rPr>
              <a:t>Guidelines)</a:t>
            </a:r>
            <a:endParaRPr lang="en-US" altLang="zh-TW" sz="2800" dirty="0">
              <a:ea typeface="新細明體"/>
            </a:endParaRPr>
          </a:p>
        </p:txBody>
      </p:sp>
      <p:sp>
        <p:nvSpPr>
          <p:cNvPr id="2355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123950"/>
            <a:ext cx="8915400" cy="5222875"/>
          </a:xfrm>
          <a:noFill/>
        </p:spPr>
        <p:txBody>
          <a:bodyPr/>
          <a:lstStyle/>
          <a:p>
            <a:pPr eaLnBrk="1" hangingPunct="1"/>
            <a:r>
              <a:rPr lang="en-US" altLang="zh-TW" sz="2800" dirty="0" smtClean="0">
                <a:ea typeface="新細明體" charset="-120"/>
              </a:rPr>
              <a:t>Be meaningful</a:t>
            </a:r>
            <a:endParaRPr lang="en-US" altLang="zh-TW" sz="2800" dirty="0">
              <a:ea typeface="新細明體" charset="-120"/>
            </a:endParaRPr>
          </a:p>
          <a:p>
            <a:pPr lvl="1" eaLnBrk="1" hangingPunct="1"/>
            <a:r>
              <a:rPr lang="en-US" altLang="zh-TW" sz="2400" dirty="0" smtClean="0">
                <a:ea typeface="新細明體" charset="-120"/>
              </a:rPr>
              <a:t>Avoid names like: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</a:t>
            </a:r>
            <a:r>
              <a:rPr lang="en-US" altLang="zh-TW" sz="2400" dirty="0" smtClean="0">
                <a:ea typeface="新細明體" charset="-120"/>
              </a:rPr>
              <a:t>,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</a:t>
            </a:r>
            <a:r>
              <a:rPr lang="en-US" altLang="zh-TW" sz="2400" dirty="0" smtClean="0">
                <a:ea typeface="新細明體" charset="-120"/>
              </a:rPr>
              <a:t>,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c</a:t>
            </a:r>
            <a:r>
              <a:rPr lang="en-US" altLang="zh-TW" sz="2400" dirty="0" smtClean="0">
                <a:ea typeface="新細明體" charset="-120"/>
              </a:rPr>
              <a:t>,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</a:t>
            </a:r>
            <a:r>
              <a:rPr lang="en-US" altLang="zh-TW" sz="2400" dirty="0" smtClean="0">
                <a:ea typeface="新細明體" charset="-120"/>
              </a:rPr>
              <a:t>,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a1</a:t>
            </a:r>
            <a:r>
              <a:rPr lang="en-US" altLang="zh-TW" sz="2400" dirty="0" smtClean="0">
                <a:ea typeface="新細明體" charset="-120"/>
              </a:rPr>
              <a:t>,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a2</a:t>
            </a:r>
            <a:r>
              <a:rPr lang="en-US" altLang="zh-TW" sz="2400" dirty="0" smtClean="0">
                <a:ea typeface="新細明體" charset="-120"/>
              </a:rPr>
              <a:t>,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a3</a:t>
            </a:r>
            <a:r>
              <a:rPr lang="en-US" altLang="zh-TW" sz="2400" dirty="0" smtClean="0">
                <a:ea typeface="新細明體" charset="-120"/>
              </a:rPr>
              <a:t>, 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xyz</a:t>
            </a: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 eaLnBrk="1" hangingPunct="1"/>
            <a:endParaRPr lang="en-US" altLang="zh-TW" sz="2000" u="sng" dirty="0">
              <a:ea typeface="新細明體" charset="-120"/>
            </a:endParaRPr>
          </a:p>
          <a:p>
            <a:pPr eaLnBrk="1" hangingPunct="1"/>
            <a:r>
              <a:rPr lang="en-US" altLang="zh-TW" sz="2800" dirty="0" smtClean="0">
                <a:ea typeface="新細明體" charset="-120"/>
              </a:rPr>
              <a:t>Be consistent</a:t>
            </a:r>
            <a:endParaRPr lang="en-US" altLang="zh-TW" sz="2800" dirty="0">
              <a:ea typeface="新細明體" charset="-12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interest_rate</a:t>
            </a:r>
            <a:r>
              <a:rPr lang="en-US" altLang="zh-TW" sz="2400" dirty="0" smtClean="0">
                <a:ea typeface="新細明體" charset="-120"/>
              </a:rPr>
              <a:t> (Use underscore in place of space</a:t>
            </a:r>
            <a:r>
              <a:rPr lang="en-US" altLang="zh-TW" sz="2400" dirty="0">
                <a:ea typeface="新細明體" charset="-120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dirty="0">
                <a:ea typeface="新細明體" charset="-120"/>
              </a:rPr>
              <a:t>		or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interestRate</a:t>
            </a:r>
            <a:r>
              <a:rPr lang="en-US" altLang="zh-TW" sz="2400" dirty="0" smtClean="0">
                <a:ea typeface="新細明體" charset="-120"/>
              </a:rPr>
              <a:t> (</a:t>
            </a:r>
            <a:r>
              <a:rPr lang="en-US" altLang="zh-TW" sz="2400" i="1" u="sng" dirty="0" err="1" smtClean="0">
                <a:ea typeface="新細明體" charset="-120"/>
              </a:rPr>
              <a:t>camel</a:t>
            </a:r>
            <a:r>
              <a:rPr lang="en-US" altLang="zh-TW" sz="2400" i="1" dirty="0" err="1" smtClean="0">
                <a:ea typeface="新細明體" charset="-120"/>
              </a:rPr>
              <a:t>Case</a:t>
            </a:r>
            <a:r>
              <a:rPr lang="en-US" altLang="zh-TW" sz="2400" dirty="0" smtClean="0">
                <a:ea typeface="新細明體" charset="-120"/>
              </a:rPr>
              <a:t> – Mixed case starting with lower case</a:t>
            </a:r>
            <a:r>
              <a:rPr lang="en-US" altLang="zh-TW" sz="2400" dirty="0">
                <a:ea typeface="新細明體" charset="-120"/>
              </a:rPr>
              <a:t>)</a:t>
            </a:r>
          </a:p>
          <a:p>
            <a:pPr lvl="1" eaLnBrk="1" hangingPunct="1"/>
            <a:endParaRPr lang="en-US" altLang="zh-TW" sz="2000" dirty="0">
              <a:ea typeface="新細明體" charset="-120"/>
            </a:endParaRPr>
          </a:p>
          <a:p>
            <a:pPr eaLnBrk="1" hangingPunct="1"/>
            <a:r>
              <a:rPr lang="en-US" altLang="zh-TW" sz="2800" dirty="0" smtClean="0">
                <a:ea typeface="新細明體" charset="-120"/>
              </a:rPr>
              <a:t>Avoid using names with all uppercase letters</a:t>
            </a:r>
            <a:endParaRPr lang="en-US" altLang="zh-TW" sz="2800" dirty="0">
              <a:ea typeface="新細明體" charset="-120"/>
            </a:endParaRPr>
          </a:p>
          <a:p>
            <a:pPr lvl="1" eaLnBrk="1" hangingPunct="1"/>
            <a:r>
              <a:rPr lang="en-US" altLang="zh-TW" sz="2400" dirty="0" smtClean="0">
                <a:ea typeface="新細明體" charset="-120"/>
              </a:rPr>
              <a:t>They are usually used for </a:t>
            </a:r>
            <a:r>
              <a:rPr lang="en-US" altLang="zh-TW" sz="2400" i="1" dirty="0" smtClean="0">
                <a:ea typeface="新細明體" charset="-120"/>
              </a:rPr>
              <a:t>named constants</a:t>
            </a:r>
            <a:endParaRPr lang="en-US" altLang="zh-TW" sz="2400" dirty="0">
              <a:ea typeface="新細明體" charset="-120"/>
            </a:endParaRPr>
          </a:p>
        </p:txBody>
      </p:sp>
      <p:sp>
        <p:nvSpPr>
          <p:cNvPr id="2" name="AutoShape 2" descr="Image result for cam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http://upload.wikimedia.org/wikipedia/commons/8/82/2011_Trampeltier_1528.JPG" title="A picture of a camel illustrating the idea of camel-Case in naming convention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419600"/>
            <a:ext cx="1536857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78268" y="5663625"/>
            <a:ext cx="7189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 smtClean="0"/>
              <a:t>Image source: </a:t>
            </a:r>
            <a:r>
              <a:rPr lang="en-US" sz="1600" dirty="0" smtClean="0">
                <a:hlinkClick r:id="rId3"/>
              </a:rPr>
              <a:t>http</a:t>
            </a:r>
            <a:r>
              <a:rPr lang="en-US" sz="1600" dirty="0">
                <a:hlinkClick r:id="rId3"/>
              </a:rPr>
              <a:t>://commons.wikimedia.org/wiki/File:2011_Trampeltier_1528.JPG</a:t>
            </a:r>
            <a:endParaRPr lang="en-US" sz="1600" dirty="0"/>
          </a:p>
          <a:p>
            <a:pPr algn="r"/>
            <a:r>
              <a:rPr lang="en-US" sz="1600" dirty="0"/>
              <a:t>Author</a:t>
            </a:r>
            <a:r>
              <a:rPr lang="en-US" sz="1600" dirty="0" smtClean="0"/>
              <a:t>: </a:t>
            </a:r>
            <a:r>
              <a:rPr lang="en-US" sz="1600" dirty="0" smtClean="0">
                <a:hlinkClick r:id="rId4" tooltip="User:J. Patrick Fischer"/>
              </a:rPr>
              <a:t>J. Patrick Fischer</a:t>
            </a:r>
            <a:r>
              <a:rPr lang="en-US" sz="1600" dirty="0" smtClean="0"/>
              <a:t>; License: </a:t>
            </a:r>
            <a:r>
              <a:rPr lang="en-US" sz="1600" dirty="0" smtClean="0">
                <a:hlinkClick r:id="rId5"/>
              </a:rPr>
              <a:t>CC BY-SA 3.0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81361007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050F53-1524-48D2-9ACB-AEF8D269A1FF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539163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b="1" dirty="0">
                <a:ea typeface="新細明體" charset="-120"/>
              </a:rPr>
              <a:t>5</a:t>
            </a:r>
            <a:r>
              <a:rPr lang="en-US" altLang="zh-TW" b="1" dirty="0" smtClean="0">
                <a:ea typeface="新細明體" charset="-120"/>
              </a:rPr>
              <a:t>. Console Input and Output</a:t>
            </a:r>
            <a:endParaRPr lang="en-US" altLang="zh-TW" b="1" dirty="0">
              <a:ea typeface="新細明體" charset="-12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047750"/>
            <a:ext cx="8524875" cy="52228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b="1" u="sng" dirty="0" smtClean="0">
                <a:ea typeface="新細明體" charset="-120"/>
              </a:rPr>
              <a:t>Key concepts</a:t>
            </a:r>
            <a:endParaRPr lang="en-US" altLang="zh-TW" b="1" u="sng" dirty="0">
              <a:ea typeface="新細明體" charset="-120"/>
            </a:endParaRPr>
          </a:p>
          <a:p>
            <a:pPr>
              <a:defRPr/>
            </a:pPr>
            <a:r>
              <a:rPr lang="en-US" altLang="zh-TW" dirty="0" smtClean="0">
                <a:ea typeface="新細明體"/>
              </a:rPr>
              <a:t>How to read numbers from a user</a:t>
            </a:r>
            <a:r>
              <a:rPr lang="en-US" altLang="zh-TW" dirty="0">
                <a:ea typeface="新細明體"/>
              </a:rPr>
              <a:t>?</a:t>
            </a:r>
            <a:endParaRPr lang="en-US" altLang="zh-TW" dirty="0">
              <a:ea typeface="新細明體"/>
              <a:cs typeface="Calibri"/>
            </a:endParaRP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>
              <a:defRPr/>
            </a:pPr>
            <a:r>
              <a:rPr lang="en-US" altLang="zh-TW" dirty="0" smtClean="0">
                <a:ea typeface="新細明體"/>
              </a:rPr>
              <a:t>How to format numbers in the output</a:t>
            </a:r>
            <a:r>
              <a:rPr lang="en-US" altLang="zh-TW" dirty="0">
                <a:ea typeface="新細明體"/>
              </a:rPr>
              <a:t>?</a:t>
            </a:r>
            <a:endParaRPr lang="en-US" altLang="zh-TW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053593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9B0576-F153-4066-AAB9-195B87F14636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num1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Enter an integer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"%d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num1);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num1 =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num1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14605" y="5656262"/>
            <a:ext cx="79883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5.1: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Reading an integer from the user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30725" name="Rectangle 6"/>
          <p:cNvSpPr>
            <a:spLocks noChangeArrowheads="1"/>
          </p:cNvSpPr>
          <p:nvPr/>
        </p:nvSpPr>
        <p:spPr bwMode="auto">
          <a:xfrm>
            <a:off x="0" y="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4410075"/>
            <a:ext cx="9144000" cy="115093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an integer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num1 = 123</a:t>
            </a:r>
            <a:endParaRPr kumimoji="1"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3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41985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 smtClean="0">
                <a:ea typeface="新細明體" charset="-120"/>
              </a:rPr>
              <a:t>Example 5.1 explained</a:t>
            </a:r>
            <a:endParaRPr lang="en-US" altLang="zh-TW" sz="4000" dirty="0">
              <a:ea typeface="新細明體" charset="-120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eaLnBrk="1" hangingPunct="1"/>
            <a:r>
              <a:rPr lang="en-US" altLang="zh-TW" sz="2800" dirty="0" err="1">
                <a:latin typeface="Consolas"/>
                <a:ea typeface="新細明體"/>
                <a:cs typeface="Consolas" pitchFamily="49" charset="0"/>
              </a:rPr>
              <a:t>scanf</a:t>
            </a:r>
            <a:r>
              <a:rPr lang="en-US" altLang="zh-TW" sz="28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lang="en-US" altLang="zh-TW" sz="2800" dirty="0">
                <a:solidFill>
                  <a:srgbClr val="0099FF"/>
                </a:solidFill>
                <a:latin typeface="Consolas"/>
                <a:ea typeface="新細明體"/>
                <a:cs typeface="Consolas" pitchFamily="49" charset="0"/>
              </a:rPr>
              <a:t>"%d</a:t>
            </a:r>
            <a:r>
              <a:rPr lang="en-US" altLang="zh-TW" sz="2800" dirty="0" smtClean="0">
                <a:solidFill>
                  <a:srgbClr val="0099FF"/>
                </a:solidFill>
                <a:latin typeface="Consolas"/>
                <a:ea typeface="新細明體"/>
                <a:cs typeface="Consolas" pitchFamily="49" charset="0"/>
              </a:rPr>
              <a:t>"</a:t>
            </a:r>
            <a:r>
              <a:rPr lang="en-US" altLang="zh-TW" sz="2800" dirty="0" smtClean="0">
                <a:latin typeface="Consolas"/>
                <a:ea typeface="新細明體"/>
                <a:cs typeface="Consolas" pitchFamily="49" charset="0"/>
              </a:rPr>
              <a:t>, </a:t>
            </a:r>
            <a:r>
              <a:rPr lang="en-US" altLang="zh-TW" sz="2800" dirty="0" smtClean="0">
                <a:solidFill>
                  <a:srgbClr val="FF0000"/>
                </a:solidFill>
                <a:latin typeface="Consolas"/>
                <a:ea typeface="新細明體"/>
                <a:cs typeface="Consolas" pitchFamily="49" charset="0"/>
              </a:rPr>
              <a:t>&amp;</a:t>
            </a:r>
            <a:r>
              <a:rPr lang="en-US" altLang="zh-TW" sz="2800" dirty="0">
                <a:latin typeface="Consolas"/>
                <a:ea typeface="新細明體"/>
                <a:cs typeface="Consolas" pitchFamily="49" charset="0"/>
              </a:rPr>
              <a:t>num1);</a:t>
            </a:r>
          </a:p>
          <a:p>
            <a:pPr lvl="1" eaLnBrk="1" hangingPunct="1"/>
            <a:r>
              <a:rPr lang="en-US" altLang="zh-TW" sz="2400" dirty="0" smtClean="0">
                <a:ea typeface="新細明體"/>
                <a:cs typeface="Consolas" pitchFamily="49" charset="0"/>
              </a:rPr>
              <a:t>A single </a:t>
            </a:r>
            <a:r>
              <a:rPr lang="en-US" altLang="zh-TW" sz="2400" dirty="0" smtClean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%d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 in the format string tells </a:t>
            </a:r>
            <a:r>
              <a:rPr lang="en-US" altLang="zh-TW" sz="2400" dirty="0" err="1" smtClean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scanf</a:t>
            </a:r>
            <a:r>
              <a:rPr lang="en-US" altLang="zh-TW" sz="2400" dirty="0" smtClean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()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 to read one integer</a:t>
            </a:r>
            <a:r>
              <a:rPr lang="en-US" altLang="zh-TW" sz="2400" dirty="0">
                <a:ea typeface="新細明體"/>
                <a:cs typeface="Consolas" pitchFamily="49" charset="0"/>
              </a:rPr>
              <a:t>.</a:t>
            </a:r>
          </a:p>
          <a:p>
            <a:pPr lvl="1" eaLnBrk="1" hangingPunct="1"/>
            <a:r>
              <a:rPr lang="en-US" altLang="zh-TW" sz="2400" dirty="0" smtClean="0">
                <a:ea typeface="新細明體"/>
                <a:cs typeface="Consolas" pitchFamily="49" charset="0"/>
              </a:rPr>
              <a:t>Upon success, the input value is stored in </a:t>
            </a:r>
            <a:r>
              <a:rPr lang="en-US" altLang="zh-TW" sz="2400" dirty="0" smtClean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num1</a:t>
            </a:r>
            <a:r>
              <a:rPr lang="en-US" altLang="zh-TW" sz="2400" dirty="0">
                <a:ea typeface="新細明體"/>
                <a:cs typeface="Consolas" pitchFamily="49" charset="0"/>
              </a:rPr>
              <a:t>.</a:t>
            </a:r>
          </a:p>
          <a:p>
            <a:pPr lvl="1"/>
            <a:r>
              <a:rPr lang="en-US" altLang="zh-TW" sz="2400" dirty="0" smtClean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&amp; 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before the variable is a must. You will learn about this operator later in this course</a:t>
            </a:r>
            <a:r>
              <a:rPr lang="en-US" altLang="zh-TW" sz="2400" dirty="0">
                <a:ea typeface="新細明體"/>
                <a:cs typeface="Consolas" pitchFamily="49" charset="0"/>
              </a:rPr>
              <a:t>.</a:t>
            </a:r>
            <a:endParaRPr lang="en-US" altLang="zh-TW" sz="2400" dirty="0">
              <a:ea typeface="新細明體" charset="-120"/>
              <a:cs typeface="Consolas" pitchFamily="49" charset="0"/>
            </a:endParaRPr>
          </a:p>
          <a:p>
            <a:pPr eaLnBrk="1" hangingPunct="1"/>
            <a:endParaRPr lang="en-US" altLang="zh-TW" sz="2400" dirty="0">
              <a:ea typeface="新細明體" charset="-120"/>
              <a:cs typeface="Consolas" pitchFamily="49" charset="0"/>
            </a:endParaRPr>
          </a:p>
          <a:p>
            <a:pPr eaLnBrk="1" hangingPunct="1"/>
            <a:r>
              <a:rPr lang="en-US" altLang="zh-TW" sz="2800" dirty="0" smtClean="0">
                <a:ea typeface="新細明體"/>
                <a:cs typeface="Consolas" pitchFamily="49" charset="0"/>
              </a:rPr>
              <a:t>Behavior of </a:t>
            </a:r>
            <a:r>
              <a:rPr lang="en-US" altLang="zh-TW" sz="2800" dirty="0" err="1" smtClean="0">
                <a:latin typeface="Consolas"/>
                <a:ea typeface="新細明體"/>
                <a:cs typeface="Consolas" pitchFamily="49" charset="0"/>
              </a:rPr>
              <a:t>scanf</a:t>
            </a:r>
            <a:r>
              <a:rPr lang="en-US" altLang="zh-TW" sz="2800" dirty="0">
                <a:latin typeface="Consolas"/>
                <a:ea typeface="新細明體"/>
                <a:cs typeface="Consolas" pitchFamily="49" charset="0"/>
              </a:rPr>
              <a:t>()</a:t>
            </a:r>
          </a:p>
          <a:p>
            <a:pPr lvl="1" eaLnBrk="1" hangingPunct="1"/>
            <a:r>
              <a:rPr lang="en-US" altLang="zh-TW" sz="2400" dirty="0">
                <a:ea typeface="新細明體"/>
                <a:cs typeface="Consolas" pitchFamily="49" charset="0"/>
              </a:rPr>
              <a:t>(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Line 8) Execution is paused here while </a:t>
            </a:r>
            <a:r>
              <a:rPr lang="en-US" altLang="zh-TW" sz="2400" dirty="0" err="1" smtClean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scanf</a:t>
            </a:r>
            <a:r>
              <a:rPr lang="en-US" altLang="zh-TW" sz="2400" dirty="0" smtClean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()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 waits for user input</a:t>
            </a:r>
            <a:r>
              <a:rPr lang="en-US" altLang="zh-TW" sz="2400" dirty="0">
                <a:ea typeface="新細明體"/>
                <a:cs typeface="Consolas" pitchFamily="49" charset="0"/>
              </a:rPr>
              <a:t>.</a:t>
            </a:r>
          </a:p>
          <a:p>
            <a:pPr lvl="1" eaLnBrk="1" hangingPunct="1"/>
            <a:r>
              <a:rPr lang="en-US" altLang="zh-TW" sz="2400" dirty="0" smtClean="0">
                <a:ea typeface="新細明體"/>
                <a:cs typeface="Consolas" pitchFamily="49" charset="0"/>
              </a:rPr>
              <a:t>Program resumes when the user enters a value follows by pressing the "</a:t>
            </a:r>
            <a:r>
              <a:rPr lang="en-US" altLang="zh-TW" sz="2400" dirty="0">
                <a:ea typeface="新細明體"/>
                <a:cs typeface="Consolas" pitchFamily="49" charset="0"/>
              </a:rPr>
              <a:t>Enter</a:t>
            </a:r>
            <a:r>
              <a:rPr lang="en-US" altLang="zh-TW" sz="2400" dirty="0" smtClean="0">
                <a:ea typeface="新細明體"/>
                <a:cs typeface="Consolas" pitchFamily="49" charset="0"/>
              </a:rPr>
              <a:t>" key (denoted by the symbol '</a:t>
            </a:r>
            <a:r>
              <a:rPr lang="en-US" altLang="zh-TW" sz="2400" dirty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  <a:sym typeface="Symbol" pitchFamily="18" charset="2"/>
              </a:rPr>
              <a:t></a:t>
            </a:r>
            <a:r>
              <a:rPr lang="en-US" altLang="zh-TW" sz="2400" dirty="0" smtClean="0">
                <a:ea typeface="新細明體"/>
                <a:cs typeface="Consolas" pitchFamily="49" charset="0"/>
                <a:sym typeface="Symbol" pitchFamily="18" charset="2"/>
              </a:rPr>
              <a:t>' in the sample output</a:t>
            </a:r>
            <a:r>
              <a:rPr lang="en-US" altLang="zh-TW" sz="2400" dirty="0">
                <a:ea typeface="新細明體"/>
                <a:cs typeface="Consolas" pitchFamily="49" charset="0"/>
                <a:sym typeface="Symbol" pitchFamily="18" charset="2"/>
              </a:rPr>
              <a:t>).</a:t>
            </a:r>
            <a:endParaRPr lang="en-US" altLang="zh-TW" sz="2400" dirty="0">
              <a:ea typeface="新細明體"/>
              <a:cs typeface="Consolas" pitchFamily="49" charset="0"/>
            </a:endParaRP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9CA7EF-8F6C-4FF4-8DA3-32729D21ECB3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TW" sz="100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830019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706374-9455-45B7-8B1E-A0435431E0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num1, num2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Enter two integers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kumimoji="1" lang="en-US" altLang="zh-TW" sz="2000" dirty="0" err="1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d%d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num1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num2);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num1 =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, num2 =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num1, num2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-19050" y="5875338"/>
            <a:ext cx="7988300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5.2: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Reading two integers from the user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0" y="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4410075"/>
            <a:ext cx="4149725" cy="14573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two integers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123 456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num1 = 123, num2 = 456</a:t>
            </a:r>
            <a:endParaRPr kumimoji="1"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3" pitchFamily="18" charset="2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956175" y="4410075"/>
            <a:ext cx="4187825" cy="14573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two integers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  <a:endParaRPr kumimoji="1" lang="en-US" altLang="zh-TW" sz="20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456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num1 = 123, num2 = 456</a:t>
            </a:r>
            <a:endParaRPr kumimoji="1"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3" pitchFamily="18" charset="2"/>
            </a:endParaRPr>
          </a:p>
        </p:txBody>
      </p:sp>
      <p:sp>
        <p:nvSpPr>
          <p:cNvPr id="32776" name="Rectangle 1"/>
          <p:cNvSpPr>
            <a:spLocks noChangeArrowheads="1"/>
          </p:cNvSpPr>
          <p:nvPr/>
        </p:nvSpPr>
        <p:spPr bwMode="auto">
          <a:xfrm>
            <a:off x="4332288" y="4954588"/>
            <a:ext cx="458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b="0">
                <a:latin typeface="+mn-lt"/>
                <a:ea typeface="新細明體" charset="-120"/>
              </a:rPr>
              <a:t>or</a:t>
            </a:r>
            <a:endParaRPr lang="en-US" altLang="en-US" sz="1800">
              <a:latin typeface="+mn-lt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4324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2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  <p:bldP spid="8" grpId="0" build="allAtOnce" animBg="1"/>
      <p:bldP spid="3277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 smtClean="0">
                <a:ea typeface="新細明體" charset="-120"/>
              </a:rPr>
              <a:t>Example 5.2 explained</a:t>
            </a:r>
            <a:endParaRPr lang="en-US" altLang="zh-TW" sz="4000" dirty="0">
              <a:ea typeface="新細明體" charset="-120"/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lang="en-US" altLang="zh-TW" sz="2800" dirty="0">
                <a:solidFill>
                  <a:srgbClr val="0099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lang="en-US" altLang="zh-TW" sz="2800" dirty="0" err="1">
                <a:solidFill>
                  <a:srgbClr val="0099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d%d</a:t>
            </a:r>
            <a:r>
              <a:rPr lang="en-US" altLang="zh-TW" sz="2800" dirty="0" smtClean="0">
                <a:solidFill>
                  <a:srgbClr val="0099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lang="en-US" altLang="zh-TW" sz="28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lang="en-US" altLang="zh-TW" sz="28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num1</a:t>
            </a:r>
            <a:r>
              <a:rPr lang="en-US" altLang="zh-TW" sz="28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lang="en-US" altLang="zh-TW" sz="28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num2);</a:t>
            </a:r>
          </a:p>
          <a:p>
            <a:pPr lvl="1" eaLnBrk="1" hangingPunct="1"/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Two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%d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's in the format string (no space in between the format specifiers) tell </a:t>
            </a:r>
            <a:r>
              <a:rPr lang="en-US" altLang="zh-TW" sz="2400" dirty="0" err="1" smtClean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lang="en-US" altLang="zh-TW" sz="2400" dirty="0" smtClean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()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 to read two integers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.</a:t>
            </a:r>
          </a:p>
          <a:p>
            <a:pPr lvl="1" eaLnBrk="1" hangingPunct="1"/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Upon success, the 1</a:t>
            </a:r>
            <a:r>
              <a:rPr lang="en-US" altLang="zh-TW" sz="2400" baseline="30000" dirty="0" smtClean="0">
                <a:ea typeface="新細明體" charset="-120"/>
                <a:cs typeface="Consolas" pitchFamily="49" charset="0"/>
              </a:rPr>
              <a:t>st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 input value is stored in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num1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 and the 2</a:t>
            </a:r>
            <a:r>
              <a:rPr lang="en-US" altLang="zh-TW" sz="2400" baseline="30000" dirty="0" smtClean="0">
                <a:ea typeface="新細明體" charset="-120"/>
                <a:cs typeface="Consolas" pitchFamily="49" charset="0"/>
              </a:rPr>
              <a:t>nd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 input value is stored in </a:t>
            </a:r>
            <a:r>
              <a:rPr lang="en-US" altLang="zh-TW" sz="2400" dirty="0" smtClean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num2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.</a:t>
            </a:r>
          </a:p>
          <a:p>
            <a:pPr eaLnBrk="1" hangingPunct="1"/>
            <a:endParaRPr lang="en-US" altLang="zh-TW" sz="2000" dirty="0">
              <a:ea typeface="新細明體" charset="-120"/>
              <a:cs typeface="Consolas" pitchFamily="49" charset="0"/>
            </a:endParaRPr>
          </a:p>
          <a:p>
            <a:pPr eaLnBrk="1" hangingPunct="1"/>
            <a:r>
              <a:rPr lang="en-US" altLang="zh-TW" sz="2800" dirty="0" smtClean="0">
                <a:ea typeface="新細明體" charset="-120"/>
                <a:cs typeface="Consolas" pitchFamily="49" charset="0"/>
              </a:rPr>
              <a:t>Behavior of </a:t>
            </a:r>
            <a:r>
              <a:rPr lang="en-US" altLang="zh-TW" sz="28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lang="en-US" altLang="zh-TW" sz="28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()</a:t>
            </a:r>
            <a:r>
              <a:rPr lang="en-US" altLang="zh-TW" sz="2800" dirty="0" smtClean="0">
                <a:ea typeface="新細明體" charset="-120"/>
                <a:cs typeface="Consolas" pitchFamily="49" charset="0"/>
              </a:rPr>
              <a:t> when it expects two input values</a:t>
            </a:r>
            <a:endParaRPr lang="en-US" altLang="zh-TW" sz="28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lvl="1" eaLnBrk="1" hangingPunct="1"/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The two input values are to be separated by at least one whitespace characters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.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  <a:cs typeface="Consolas" pitchFamily="49" charset="0"/>
              </a:rPr>
              <a:t>(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Line 8) Execution is paused here while </a:t>
            </a:r>
            <a:r>
              <a:rPr lang="en-US" altLang="zh-TW" sz="2400" dirty="0" err="1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itchFamily="49" charset="0"/>
              </a:rPr>
              <a:t>()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 waits for user input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.</a:t>
            </a:r>
          </a:p>
          <a:p>
            <a:pPr lvl="1" eaLnBrk="1" hangingPunct="1"/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Program resumes when the user enters the 2</a:t>
            </a:r>
            <a:r>
              <a:rPr lang="en-US" altLang="zh-TW" sz="2400" baseline="30000" dirty="0" smtClean="0">
                <a:ea typeface="新細明體" charset="-120"/>
                <a:cs typeface="Consolas" pitchFamily="49" charset="0"/>
              </a:rPr>
              <a:t>nd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 value follows by pressing the "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Enter</a:t>
            </a:r>
            <a:r>
              <a:rPr lang="en-US" altLang="zh-TW" sz="2400" dirty="0" smtClean="0">
                <a:ea typeface="新細明體" charset="-120"/>
                <a:cs typeface="Consolas" pitchFamily="49" charset="0"/>
              </a:rPr>
              <a:t>" key</a:t>
            </a:r>
            <a:r>
              <a:rPr lang="en-US" altLang="zh-TW" sz="2400" dirty="0">
                <a:ea typeface="新細明體" charset="-120"/>
                <a:cs typeface="Consolas" pitchFamily="49" charset="0"/>
                <a:sym typeface="Symbol" pitchFamily="18" charset="2"/>
              </a:rPr>
              <a:t>.</a:t>
            </a:r>
            <a:endParaRPr lang="en-US" altLang="zh-TW" sz="2400" dirty="0">
              <a:ea typeface="新細明體" charset="-120"/>
              <a:cs typeface="Consolas" pitchFamily="49" charset="0"/>
            </a:endParaRP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F47D89-88CA-4C25-9D55-612489822331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TW" sz="100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27848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47454D-5C83-4668-9920-F82B7CA17631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r1, r2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Enter two real numbers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kumimoji="1" lang="en-US" altLang="zh-TW" sz="2000" dirty="0" err="1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lf%lf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r1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r2);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r1 =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r1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r2 =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r2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-19050" y="5875338"/>
            <a:ext cx="7988300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5.3: 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Reading two floating point numbers from the user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0" y="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4410075"/>
            <a:ext cx="9144000" cy="14573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two real numbers</a:t>
            </a: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123 456.125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r1 = 123.000000</a:t>
            </a:r>
            <a:endParaRPr kumimoji="1"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3" pitchFamily="18" charset="2"/>
            </a:endParaRP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r2 = 456.125000</a:t>
            </a:r>
            <a:endParaRPr kumimoji="1"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3" pitchFamily="18" charset="2"/>
            </a:endParaRPr>
          </a:p>
        </p:txBody>
      </p:sp>
      <p:sp>
        <p:nvSpPr>
          <p:cNvPr id="34823" name="Rectangle 12"/>
          <p:cNvSpPr>
            <a:spLocks noChangeArrowheads="1"/>
          </p:cNvSpPr>
          <p:nvPr/>
        </p:nvSpPr>
        <p:spPr bwMode="auto">
          <a:xfrm>
            <a:off x="3305175" y="855663"/>
            <a:ext cx="5645150" cy="9032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 smtClean="0">
                <a:latin typeface="+mn-lt"/>
                <a:ea typeface="新細明體"/>
              </a:rPr>
              <a:t>Variables</a:t>
            </a:r>
            <a:r>
              <a:rPr kumimoji="1" lang="en-US" altLang="zh-TW" sz="2400" b="0" dirty="0" smtClean="0">
                <a:latin typeface="+mn-lt"/>
                <a:ea typeface="新細明體"/>
              </a:rPr>
              <a:t> </a:t>
            </a:r>
            <a:r>
              <a:rPr kumimoji="1" lang="en-US" altLang="zh-TW" sz="2400" b="1" dirty="0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r1</a:t>
            </a:r>
            <a:r>
              <a:rPr kumimoji="1" lang="en-US" altLang="zh-TW" sz="2400" dirty="0" smtClean="0">
                <a:latin typeface="+mn-lt"/>
                <a:ea typeface="新細明體"/>
              </a:rPr>
              <a:t> and </a:t>
            </a:r>
            <a:r>
              <a:rPr kumimoji="1" lang="en-US" altLang="zh-TW" sz="2400" b="1" dirty="0" smtClean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r2</a:t>
            </a:r>
            <a:r>
              <a:rPr kumimoji="1" lang="en-US" altLang="zh-TW" sz="2400" dirty="0" smtClean="0">
                <a:latin typeface="+mn-lt"/>
                <a:ea typeface="新細明體"/>
              </a:rPr>
              <a:t> are of</a:t>
            </a:r>
            <a:r>
              <a:rPr kumimoji="1" lang="en-US" altLang="zh-TW" sz="2400" b="0" dirty="0" smtClean="0">
                <a:latin typeface="+mn-lt"/>
                <a:ea typeface="新細明體"/>
              </a:rPr>
              <a:t> type </a:t>
            </a:r>
            <a:r>
              <a:rPr kumimoji="1" lang="en-US" altLang="zh-TW" sz="2400" b="0" dirty="0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double</a:t>
            </a:r>
            <a:r>
              <a:rPr kumimoji="1" lang="en-US" altLang="zh-TW" sz="2400" b="0" dirty="0" smtClean="0">
                <a:solidFill>
                  <a:srgbClr val="0070C0"/>
                </a:solidFill>
                <a:latin typeface="+mn-lt"/>
                <a:ea typeface="新細明體"/>
              </a:rPr>
              <a:t> </a:t>
            </a:r>
            <a:r>
              <a:rPr kumimoji="1" lang="en-US" altLang="zh-TW" sz="2400" b="0" dirty="0" smtClean="0">
                <a:latin typeface="+mn-lt"/>
                <a:ea typeface="新細明體"/>
              </a:rPr>
              <a:t>(instead of </a:t>
            </a:r>
            <a:r>
              <a:rPr kumimoji="1" lang="en-US" altLang="zh-TW" sz="2400" dirty="0" err="1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1" lang="en-US" altLang="zh-TW" sz="2400" dirty="0" smtClean="0">
                <a:latin typeface="+mn-lt"/>
                <a:ea typeface="新細明體"/>
              </a:rPr>
              <a:t>) here. What does it mean</a:t>
            </a:r>
            <a:r>
              <a:rPr kumimoji="1" lang="en-US" altLang="zh-TW" sz="2400" dirty="0">
                <a:latin typeface="+mn-lt"/>
                <a:ea typeface="新細明體"/>
              </a:rPr>
              <a:t>?</a:t>
            </a:r>
            <a:endParaRPr kumimoji="1" lang="en-US" altLang="zh-TW" sz="2400" b="0" dirty="0">
              <a:latin typeface="+mn-lt"/>
              <a:ea typeface="新細明體"/>
            </a:endParaRPr>
          </a:p>
        </p:txBody>
      </p:sp>
      <p:sp>
        <p:nvSpPr>
          <p:cNvPr id="34824" name="Rectangle 12"/>
          <p:cNvSpPr>
            <a:spLocks noChangeArrowheads="1"/>
          </p:cNvSpPr>
          <p:nvPr/>
        </p:nvSpPr>
        <p:spPr bwMode="auto">
          <a:xfrm>
            <a:off x="4379913" y="2565400"/>
            <a:ext cx="4714875" cy="1701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smtClean="0">
                <a:latin typeface="+mn-lt"/>
                <a:ea typeface="新細明體" charset="-120"/>
              </a:rPr>
              <a:t>Concerning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</a:t>
            </a:r>
            <a:r>
              <a:rPr kumimoji="1" lang="en-US" altLang="zh-TW" sz="2400" dirty="0" smtClean="0">
                <a:latin typeface="+mn-lt"/>
                <a:ea typeface="新細明體" charset="-120"/>
              </a:rPr>
              <a:t>-typed values</a:t>
            </a:r>
            <a:r>
              <a:rPr kumimoji="1" lang="en-US" altLang="zh-TW" sz="2400" dirty="0">
                <a:latin typeface="+mn-lt"/>
                <a:ea typeface="新細明體" charset="-120"/>
              </a:rPr>
              <a:t>,</a:t>
            </a: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 uses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%lf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 (‘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ell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’ f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);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dirty="0" smtClean="0">
                <a:latin typeface="+mn-lt"/>
                <a:ea typeface="新細明體" charset="-120"/>
              </a:rPr>
              <a:t> uses 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</a:t>
            </a:r>
            <a:r>
              <a:rPr kumimoji="1" lang="en-US" altLang="zh-TW" sz="2400" dirty="0">
                <a:latin typeface="+mn-lt"/>
                <a:ea typeface="新細明體" charset="-120"/>
              </a:rPr>
              <a:t>.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 smtClean="0">
                <a:latin typeface="+mn-lt"/>
                <a:ea typeface="新細明體" charset="-120"/>
              </a:rPr>
              <a:t>Looking similar but </a:t>
            </a:r>
            <a:r>
              <a:rPr kumimoji="1" lang="en-US" altLang="zh-TW" sz="2400" i="1" dirty="0" smtClean="0">
                <a:latin typeface="+mn-lt"/>
                <a:ea typeface="新細明體" charset="-120"/>
              </a:rPr>
              <a:t>slightly different</a:t>
            </a:r>
            <a:r>
              <a:rPr kumimoji="1" lang="en-US" altLang="zh-TW" sz="2400" dirty="0">
                <a:latin typeface="+mn-lt"/>
                <a:ea typeface="新細明體" charset="-120"/>
              </a:rPr>
              <a:t>!</a:t>
            </a:r>
          </a:p>
        </p:txBody>
      </p:sp>
      <p:sp>
        <p:nvSpPr>
          <p:cNvPr id="34825" name="Rectangle 12"/>
          <p:cNvSpPr>
            <a:spLocks noChangeArrowheads="1"/>
          </p:cNvSpPr>
          <p:nvPr/>
        </p:nvSpPr>
        <p:spPr bwMode="auto">
          <a:xfrm>
            <a:off x="4379913" y="4543425"/>
            <a:ext cx="4764087" cy="12287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 smtClean="0">
                <a:latin typeface="+mn-lt"/>
                <a:ea typeface="新細明體"/>
              </a:rPr>
              <a:t>, by default, prints </a:t>
            </a:r>
            <a:r>
              <a:rPr kumimoji="1" lang="en-US" altLang="zh-TW" sz="2400" dirty="0" smtClean="0">
                <a:latin typeface="+mn-lt"/>
                <a:ea typeface="新細明體"/>
              </a:rPr>
              <a:t>decimal numbers (floating</a:t>
            </a:r>
            <a:r>
              <a:rPr kumimoji="1" lang="en-US" altLang="zh-TW" sz="2400" b="0" dirty="0" smtClean="0">
                <a:latin typeface="+mn-lt"/>
                <a:ea typeface="新細明體"/>
              </a:rPr>
              <a:t> point numbers</a:t>
            </a:r>
            <a:r>
              <a:rPr kumimoji="1" lang="en-US" altLang="zh-TW" sz="2400" dirty="0" smtClean="0">
                <a:latin typeface="+mn-lt"/>
                <a:ea typeface="新細明體"/>
              </a:rPr>
              <a:t>)</a:t>
            </a:r>
            <a:r>
              <a:rPr kumimoji="1" lang="en-US" altLang="zh-TW" sz="2400" b="0" dirty="0" smtClean="0">
                <a:latin typeface="+mn-lt"/>
                <a:ea typeface="新細明體"/>
              </a:rPr>
              <a:t> with 6 decimal places</a:t>
            </a:r>
            <a:r>
              <a:rPr kumimoji="1" lang="en-US" altLang="zh-TW" sz="2400" b="0" dirty="0">
                <a:latin typeface="+mn-lt"/>
                <a:ea typeface="新細明體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41819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B51F42-D570-4A6C-95E3-86DA557EF53E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759825" cy="914400"/>
          </a:xfrm>
        </p:spPr>
        <p:txBody>
          <a:bodyPr>
            <a:normAutofit/>
          </a:bodyPr>
          <a:lstStyle/>
          <a:p>
            <a:pPr>
              <a:tabLst>
                <a:tab pos="6227763" algn="l"/>
              </a:tabLst>
            </a:pPr>
            <a:r>
              <a:rPr lang="en-US" altLang="zh-TW" sz="4000" dirty="0" smtClean="0">
                <a:ea typeface="新細明體"/>
              </a:rPr>
              <a:t>Example 5.3 Explained</a:t>
            </a:r>
            <a:endParaRPr lang="en-US" altLang="zh-TW" sz="2800" dirty="0">
              <a:ea typeface="新細明體" charset="-120"/>
            </a:endParaRP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7663" y="1123950"/>
            <a:ext cx="8534400" cy="505308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altLang="zh-TW" dirty="0" smtClean="0">
                <a:ea typeface="新細明體"/>
                <a:cs typeface="Calibri"/>
              </a:rPr>
              <a:t>You may notice that the example involved decimal numbers</a:t>
            </a:r>
            <a:endParaRPr lang="en-US" altLang="zh-TW" dirty="0">
              <a:ea typeface="新細明體"/>
            </a:endParaRPr>
          </a:p>
          <a:p>
            <a:endParaRPr lang="en-US" altLang="zh-TW" dirty="0">
              <a:ea typeface="新細明體"/>
              <a:cs typeface="Calibri"/>
            </a:endParaRPr>
          </a:p>
          <a:p>
            <a:r>
              <a:rPr lang="en-US" altLang="zh-TW" dirty="0" smtClean="0">
                <a:ea typeface="新細明體"/>
                <a:cs typeface="Calibri"/>
              </a:rPr>
              <a:t>So far we have been using integers</a:t>
            </a:r>
            <a:r>
              <a:rPr lang="en-US" altLang="zh-TW" dirty="0" smtClean="0">
                <a:ea typeface="新細明體"/>
              </a:rPr>
              <a:t> (type </a:t>
            </a:r>
            <a:r>
              <a:rPr lang="en-US" altLang="zh-TW" dirty="0" err="1" smtClean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lang="en-US" altLang="zh-TW" dirty="0">
                <a:ea typeface="新細明體"/>
              </a:rPr>
              <a:t>)</a:t>
            </a:r>
            <a:endParaRPr lang="en-US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TW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-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100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2048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203139, 1000000</a:t>
            </a:r>
            <a:endParaRPr lang="en-US" altLang="zh-TW" dirty="0">
              <a:solidFill>
                <a:srgbClr val="0000CC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</a:t>
            </a:r>
            <a:endParaRPr lang="en-US" altLang="zh-TW" sz="1800" dirty="0">
              <a:solidFill>
                <a:schemeClr val="hlink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r>
              <a:rPr lang="en-US" altLang="zh-TW" dirty="0" smtClean="0">
                <a:ea typeface="新細明體"/>
              </a:rPr>
              <a:t>If we need decimal places in our numbers, we use </a:t>
            </a:r>
            <a:r>
              <a:rPr lang="en-US" altLang="zh-TW" u="sng" dirty="0" smtClean="0">
                <a:ea typeface="新細明體"/>
              </a:rPr>
              <a:t>floating point numbers</a:t>
            </a:r>
            <a:r>
              <a:rPr lang="en-US" altLang="zh-TW" dirty="0" smtClean="0">
                <a:ea typeface="新細明體"/>
              </a:rPr>
              <a:t> (type </a:t>
            </a:r>
            <a:r>
              <a:rPr lang="en-US" altLang="zh-TW" dirty="0" smtClean="0">
                <a:solidFill>
                  <a:srgbClr val="0070C0"/>
                </a:solidFill>
                <a:latin typeface="Consolas"/>
                <a:ea typeface="新細明體"/>
              </a:rPr>
              <a:t>double</a:t>
            </a:r>
            <a:r>
              <a:rPr lang="en-US" altLang="zh-TW" dirty="0" smtClean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dirty="0" smtClean="0">
                <a:latin typeface="Calibri"/>
                <a:ea typeface="新細明體"/>
                <a:cs typeface="Calibri"/>
              </a:rPr>
              <a:t>here</a:t>
            </a:r>
            <a:r>
              <a:rPr lang="en-US" altLang="zh-TW" dirty="0">
                <a:ea typeface="新細明體"/>
              </a:rPr>
              <a:t>)</a:t>
            </a:r>
            <a:endParaRPr lang="en-US" altLang="zh-TW" dirty="0">
              <a:ea typeface="新細明體"/>
              <a:cs typeface="Calibri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TW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0.0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-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10.2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3.1416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</a:t>
            </a:r>
            <a:r>
              <a:rPr lang="en-US" altLang="zh-TW" sz="2400" dirty="0" smtClean="0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r>
              <a:rPr lang="en-US" altLang="zh-TW" sz="2400" dirty="0" smtClean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.244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endParaRPr lang="en-US" altLang="zh-TW" dirty="0">
              <a:solidFill>
                <a:srgbClr val="0000CC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 eaLnBrk="1" hangingPunct="1"/>
            <a:endParaRPr lang="en-US" altLang="zh-TW" sz="1800" dirty="0">
              <a:solidFill>
                <a:schemeClr val="hlink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/>
            <a:r>
              <a:rPr lang="en-US" altLang="zh-TW" dirty="0" smtClean="0">
                <a:ea typeface="新細明體" charset="-120"/>
              </a:rPr>
              <a:t>A </a:t>
            </a:r>
            <a:r>
              <a:rPr lang="en-US" altLang="zh-TW" u="sng" dirty="0" smtClean="0">
                <a:ea typeface="新細明體" charset="-120"/>
              </a:rPr>
              <a:t>decimal point</a:t>
            </a:r>
            <a:r>
              <a:rPr lang="en-US" altLang="zh-TW" dirty="0" smtClean="0">
                <a:ea typeface="新細明體" charset="-120"/>
              </a:rPr>
              <a:t> makes a big difference</a:t>
            </a:r>
            <a:r>
              <a:rPr lang="en-US" altLang="zh-TW" dirty="0">
                <a:ea typeface="新細明體" charset="-120"/>
              </a:rPr>
              <a:t>!</a:t>
            </a:r>
          </a:p>
          <a:p>
            <a:pPr lvl="1" eaLnBrk="1" hangingPunct="1"/>
            <a:r>
              <a:rPr lang="en-US" altLang="zh-TW" sz="2600" b="1" dirty="0" smtClean="0">
                <a:solidFill>
                  <a:srgbClr val="C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  <a:r>
              <a:rPr lang="en-US" altLang="zh-TW" sz="26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r>
              <a:rPr lang="en-US" altLang="zh-TW" sz="2600" dirty="0" smtClean="0">
                <a:ea typeface="新細明體" charset="-120"/>
              </a:rPr>
              <a:t>is treated as an </a:t>
            </a:r>
            <a:r>
              <a:rPr lang="en-US" altLang="zh-TW" sz="2600" u="sng" dirty="0" smtClean="0">
                <a:ea typeface="新細明體" charset="-120"/>
              </a:rPr>
              <a:t>integer</a:t>
            </a:r>
            <a:r>
              <a:rPr lang="en-US" altLang="zh-TW" sz="2600" dirty="0">
                <a:ea typeface="新細明體" charset="-120"/>
              </a:rPr>
              <a:t>.</a:t>
            </a:r>
            <a:endParaRPr lang="en-US" altLang="zh-TW" sz="2600" dirty="0">
              <a:ea typeface="新細明體" charset="-120"/>
              <a:cs typeface="Calibri"/>
            </a:endParaRPr>
          </a:p>
          <a:p>
            <a:pPr lvl="1" eaLnBrk="1" hangingPunct="1"/>
            <a:r>
              <a:rPr lang="en-US" altLang="zh-TW" sz="2600" b="1" dirty="0" smtClean="0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10.0</a:t>
            </a:r>
            <a:r>
              <a:rPr lang="en-US" altLang="zh-TW" sz="2600" dirty="0" smtClean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600" dirty="0" smtClean="0">
                <a:ea typeface="新細明體"/>
              </a:rPr>
              <a:t>is treated as a </a:t>
            </a:r>
            <a:r>
              <a:rPr lang="en-US" altLang="zh-TW" sz="2600" u="sng" dirty="0" smtClean="0">
                <a:ea typeface="新細明體"/>
              </a:rPr>
              <a:t>floating point number</a:t>
            </a:r>
            <a:r>
              <a:rPr lang="en-US" altLang="zh-TW" sz="2600" dirty="0">
                <a:ea typeface="新細明體"/>
              </a:rPr>
              <a:t>.</a:t>
            </a:r>
            <a:endParaRPr lang="en-US" altLang="zh-TW" sz="2600" dirty="0">
              <a:ea typeface="新細明體"/>
              <a:cs typeface="Calibri"/>
            </a:endParaRPr>
          </a:p>
          <a:p>
            <a:pPr lvl="1"/>
            <a:r>
              <a:rPr lang="en-US" altLang="zh-TW" sz="2600" dirty="0" smtClean="0">
                <a:ea typeface="新細明體"/>
              </a:rPr>
              <a:t>Integers and floating point numbers are handled differently in C (will talk about it in detail next lecture</a:t>
            </a:r>
            <a:r>
              <a:rPr lang="en-US" altLang="zh-TW" sz="2600" dirty="0">
                <a:ea typeface="新細明體"/>
              </a:rPr>
              <a:t>)</a:t>
            </a:r>
            <a:endParaRPr lang="en-US" altLang="zh-TW" sz="2600" dirty="0"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53332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E72E08-D9CD-4261-9DF6-479FD3E381A2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539750" y="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</a:t>
            </a:r>
            <a:r>
              <a:rPr kumimoji="1" lang="en-US" altLang="zh-TW" sz="2000" dirty="0" smtClean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pi = 3.1415927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) %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pi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"B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) %</a:t>
            </a:r>
            <a:r>
              <a:rPr kumimoji="1" lang="en-US" altLang="zh-TW" sz="20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2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pi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 smtClean="0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"C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) %</a:t>
            </a:r>
            <a:r>
              <a:rPr kumimoji="1" lang="en-US" altLang="zh-TW" sz="2000" dirty="0" smtClean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7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, pi);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smtClean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 smtClean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 smtClean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0" y="5589588"/>
            <a:ext cx="9047163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 smtClean="0">
                <a:latin typeface="+mn-lt"/>
                <a:ea typeface="新細明體" charset="-120"/>
              </a:rPr>
              <a:t>Example 5.4:</a:t>
            </a:r>
            <a:r>
              <a:rPr lang="en-US" altLang="zh-TW" sz="2000" b="0" dirty="0" smtClean="0">
                <a:latin typeface="+mn-lt"/>
                <a:ea typeface="新細明體" charset="-120"/>
              </a:rPr>
              <a:t> Controlling the # of decimal places for floating point numbers</a:t>
            </a:r>
            <a:r>
              <a:rPr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0" y="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4410075"/>
            <a:ext cx="9144000" cy="116998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A</a:t>
            </a:r>
            <a:r>
              <a:rPr kumimoji="1" lang="en-US" altLang="zh-TW" sz="2000" dirty="0" smtClean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) 3.141593</a:t>
            </a:r>
            <a:endParaRPr kumimoji="1"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3" pitchFamily="18" charset="2"/>
            </a:endParaRP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B</a:t>
            </a:r>
            <a:r>
              <a:rPr kumimoji="1" lang="en-US" altLang="zh-TW" sz="20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) 3.14</a:t>
            </a:r>
            <a:endParaRPr kumimoji="1"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3" pitchFamily="18" charset="2"/>
            </a:endParaRP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C</a:t>
            </a:r>
            <a:r>
              <a:rPr kumimoji="1" lang="en-US" altLang="zh-TW" sz="20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) 3.1415927</a:t>
            </a:r>
            <a:endParaRPr kumimoji="1"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3" pitchFamily="18" charset="2"/>
            </a:endParaRPr>
          </a:p>
        </p:txBody>
      </p:sp>
      <p:sp>
        <p:nvSpPr>
          <p:cNvPr id="35847" name="Rectangle 12"/>
          <p:cNvSpPr>
            <a:spLocks noChangeArrowheads="1"/>
          </p:cNvSpPr>
          <p:nvPr/>
        </p:nvSpPr>
        <p:spPr bwMode="auto">
          <a:xfrm>
            <a:off x="4506913" y="804863"/>
            <a:ext cx="4570412" cy="9477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When we declare a variable, we can initialize its value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35848" name="Rectangle 12"/>
          <p:cNvSpPr>
            <a:spLocks noChangeArrowheads="1"/>
          </p:cNvSpPr>
          <p:nvPr/>
        </p:nvSpPr>
        <p:spPr bwMode="auto">
          <a:xfrm>
            <a:off x="4506913" y="2195513"/>
            <a:ext cx="4570412" cy="165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b="0" dirty="0" smtClean="0">
                <a:latin typeface="+mn-lt"/>
                <a:ea typeface="新細明體" charset="-120"/>
              </a:rPr>
              <a:t>The format specifier, </a:t>
            </a:r>
            <a:r>
              <a:rPr kumimoji="1" lang="en-US" altLang="zh-TW" sz="2400" b="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</a:t>
            </a:r>
            <a:r>
              <a:rPr kumimoji="1" lang="en-US" altLang="zh-TW" sz="2400" b="0" dirty="0" smtClean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.</a:t>
            </a:r>
            <a:r>
              <a:rPr kumimoji="1" lang="en-US" altLang="zh-TW" sz="2400" b="0" i="1" dirty="0" err="1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</a:t>
            </a:r>
            <a:r>
              <a:rPr kumimoji="1" lang="en-US" altLang="zh-TW" sz="2400" b="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, tells</a:t>
            </a: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 smtClean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 to format the corresponding floating point number with </a:t>
            </a:r>
            <a:r>
              <a:rPr kumimoji="1" lang="en-US" altLang="zh-TW" sz="24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</a:t>
            </a:r>
            <a:r>
              <a:rPr kumimoji="1" lang="en-US" altLang="zh-TW" sz="2400" b="0" i="1" dirty="0" smtClean="0">
                <a:solidFill>
                  <a:srgbClr val="FF000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400" b="0" dirty="0" smtClean="0">
                <a:latin typeface="+mn-lt"/>
                <a:ea typeface="新細明體" charset="-120"/>
              </a:rPr>
              <a:t>decimal places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04650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A86135-3F47-4556-8417-5EFACDDEBE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 smtClean="0">
                <a:ea typeface="新細明體" charset="-120"/>
              </a:rPr>
              <a:t>Notes about </a:t>
            </a:r>
            <a:r>
              <a:rPr lang="en-US" altLang="zh-TW" sz="4000" b="1" dirty="0" err="1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sz="4000" b="1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sz="4000" dirty="0" smtClean="0">
                <a:ea typeface="新細明體" charset="-120"/>
              </a:rPr>
              <a:t> and </a:t>
            </a:r>
            <a:r>
              <a:rPr lang="en-US" altLang="zh-TW" sz="4000" b="1" dirty="0" err="1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4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01738"/>
            <a:ext cx="8686800" cy="49291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sz="28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sz="2800" dirty="0" smtClean="0">
                <a:ea typeface="新細明體" charset="-120"/>
              </a:rPr>
              <a:t> won't work "</a:t>
            </a:r>
            <a:r>
              <a:rPr lang="en-US" altLang="zh-TW" sz="2800" dirty="0">
                <a:ea typeface="新細明體" charset="-120"/>
              </a:rPr>
              <a:t>properly</a:t>
            </a:r>
            <a:r>
              <a:rPr lang="en-US" altLang="zh-TW" sz="2800" dirty="0" smtClean="0">
                <a:ea typeface="新細明體" charset="-120"/>
              </a:rPr>
              <a:t>" if it encounters an invalid input. For example, a user enters an alphabet when an integer is expected</a:t>
            </a:r>
            <a:r>
              <a:rPr lang="en-US" altLang="zh-TW" sz="2800" dirty="0">
                <a:ea typeface="新細明體" charset="-120"/>
              </a:rPr>
              <a:t>.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0070C0"/>
                </a:solidFill>
                <a:ea typeface="新細明體" charset="-120"/>
              </a:rPr>
              <a:t>In this course, unless otherwise stated, you can assume the input values are always valid</a:t>
            </a:r>
            <a:r>
              <a:rPr lang="en-US" altLang="zh-TW" sz="2400" dirty="0">
                <a:solidFill>
                  <a:srgbClr val="0070C0"/>
                </a:solidFill>
                <a:ea typeface="新細明體" charset="-120"/>
              </a:rPr>
              <a:t>.</a:t>
            </a:r>
          </a:p>
          <a:p>
            <a:pPr lvl="1" eaLnBrk="1" hangingPunct="1">
              <a:defRPr/>
            </a:pPr>
            <a:endParaRPr lang="en-US" altLang="zh-TW" sz="2000" dirty="0">
              <a:ea typeface="新細明體" charset="-120"/>
            </a:endParaRPr>
          </a:p>
          <a:p>
            <a:pPr eaLnBrk="1" hangingPunct="1">
              <a:defRPr/>
            </a:pPr>
            <a:r>
              <a:rPr lang="en-US" altLang="zh-TW" sz="2800" dirty="0" smtClean="0">
                <a:ea typeface="新細明體" charset="-120"/>
              </a:rPr>
              <a:t>Examples showing </a:t>
            </a:r>
            <a:r>
              <a:rPr lang="en-US" altLang="zh-TW" sz="2800" u="sng" dirty="0" smtClean="0">
                <a:solidFill>
                  <a:srgbClr val="FF0000"/>
                </a:solidFill>
                <a:ea typeface="新細明體" charset="-120"/>
              </a:rPr>
              <a:t>incorrect</a:t>
            </a:r>
            <a:r>
              <a:rPr lang="en-US" altLang="zh-TW" sz="2800" dirty="0" smtClean="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en-US" altLang="zh-TW" sz="2800" dirty="0" smtClean="0">
                <a:ea typeface="新細明體" charset="-120"/>
              </a:rPr>
              <a:t>uses of </a:t>
            </a:r>
            <a:r>
              <a:rPr lang="en-US" altLang="zh-TW" sz="2800" dirty="0" err="1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("%f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", 10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);	</a:t>
            </a:r>
            <a:r>
              <a:rPr lang="en-US" altLang="zh-TW" sz="2400" dirty="0" smtClean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10</a:t>
            </a:r>
            <a:r>
              <a:rPr lang="en-US" altLang="zh-TW" sz="2400" dirty="0" smtClean="0">
                <a:solidFill>
                  <a:schemeClr val="accent6"/>
                </a:solidFill>
                <a:cs typeface="Consolas" panose="020B0609020204030204" pitchFamily="49" charset="0"/>
              </a:rPr>
              <a:t> is a value of type </a:t>
            </a:r>
            <a:r>
              <a:rPr lang="en-US" altLang="zh-TW" sz="2400" dirty="0" err="1" smtClean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endParaRPr lang="en-US" altLang="zh-TW" sz="2400" dirty="0">
              <a:solidFill>
                <a:schemeClr val="accent6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("%d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", 10.0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);	</a:t>
            </a:r>
            <a:r>
              <a:rPr lang="en-US" altLang="zh-TW" sz="2400" dirty="0" smtClean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10.0</a:t>
            </a:r>
            <a:r>
              <a:rPr lang="en-US" altLang="zh-TW" sz="2400" dirty="0" smtClean="0">
                <a:solidFill>
                  <a:schemeClr val="accent6"/>
                </a:solidFill>
                <a:cs typeface="Consolas" panose="020B0609020204030204" pitchFamily="49" charset="0"/>
              </a:rPr>
              <a:t> is a value of type </a:t>
            </a:r>
            <a:r>
              <a:rPr lang="en-US" altLang="zh-TW" sz="2400" dirty="0" smtClean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</a:t>
            </a:r>
            <a:endParaRPr lang="en-US" altLang="zh-TW" sz="2400" dirty="0">
              <a:solidFill>
                <a:schemeClr val="accent6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("%.2d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", 10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);	</a:t>
            </a:r>
            <a:r>
              <a:rPr lang="en-US" altLang="zh-TW" sz="2400" dirty="0" smtClean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.2</a:t>
            </a:r>
            <a:r>
              <a:rPr lang="en-US" altLang="zh-TW" sz="2400" dirty="0" smtClean="0">
                <a:solidFill>
                  <a:schemeClr val="accent6"/>
                </a:solidFill>
                <a:cs typeface="Consolas" panose="020B0609020204030204" pitchFamily="49" charset="0"/>
              </a:rPr>
              <a:t> does not apply to integer</a:t>
            </a:r>
            <a:endParaRPr lang="en-US" altLang="zh-TW" sz="2400" dirty="0">
              <a:solidFill>
                <a:schemeClr val="accent6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("%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 %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</a:t>
            </a:r>
            <a:r>
              <a:rPr lang="en-US" altLang="zh-TW" sz="2400" dirty="0" smtClean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", 10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);	</a:t>
            </a:r>
            <a:r>
              <a:rPr lang="en-US" altLang="zh-TW" sz="2400" dirty="0" smtClean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</a:t>
            </a:r>
            <a:r>
              <a:rPr lang="en-US" altLang="zh-TW" sz="2400" dirty="0" smtClean="0">
                <a:solidFill>
                  <a:schemeClr val="accent6"/>
                </a:solidFill>
                <a:cs typeface="Consolas" panose="020B0609020204030204" pitchFamily="49" charset="0"/>
              </a:rPr>
              <a:t>One argument is omitted</a:t>
            </a:r>
            <a:endParaRPr lang="en-US" altLang="zh-TW" sz="2400" dirty="0">
              <a:solidFill>
                <a:schemeClr val="accent6"/>
              </a:solidFill>
              <a:cs typeface="Consolas" panose="020B0609020204030204" pitchFamily="49" charset="0"/>
            </a:endParaRPr>
          </a:p>
          <a:p>
            <a:pPr eaLnBrk="1" hangingPunct="1">
              <a:defRPr/>
            </a:pPr>
            <a:endParaRPr lang="en-US" altLang="zh-TW" sz="2500" dirty="0">
              <a:ea typeface="新細明體" charset="-120"/>
            </a:endParaRPr>
          </a:p>
          <a:p>
            <a:pPr lvl="1" eaLnBrk="1" hangingPunct="1">
              <a:defRPr/>
            </a:pPr>
            <a:endParaRPr lang="en-US" altLang="zh-TW" sz="2100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27718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1D4F54-CF66-4921-A6A4-A0D0AB7007D0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>
                <a:ea typeface="新細明體" charset="-120"/>
              </a:rPr>
              <a:t>Summary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1143000"/>
            <a:ext cx="8640762" cy="5089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zh-TW" sz="2400" b="1" dirty="0">
                <a:ea typeface="新細明體"/>
              </a:rPr>
              <a:t>Syntax</a:t>
            </a:r>
            <a:r>
              <a:rPr lang="en-US" altLang="zh-TW" sz="2400" dirty="0" smtClean="0">
                <a:ea typeface="新細明體"/>
              </a:rPr>
              <a:t>: C, as a programming language, has rules that programmers must obey</a:t>
            </a:r>
            <a:r>
              <a:rPr lang="en-US" altLang="zh-TW" sz="2400" dirty="0">
                <a:ea typeface="新細明體"/>
              </a:rPr>
              <a:t>.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/>
            <a:endParaRPr lang="en-US" altLang="zh-TW" sz="1400" dirty="0">
              <a:ea typeface="新細明體" charset="-120"/>
            </a:endParaRPr>
          </a:p>
          <a:p>
            <a:pPr eaLnBrk="1" hangingPunct="1"/>
            <a:r>
              <a:rPr lang="en-US" altLang="zh-TW" sz="2400" b="1" dirty="0">
                <a:ea typeface="新細明體"/>
              </a:rPr>
              <a:t>Variable</a:t>
            </a:r>
            <a:r>
              <a:rPr lang="en-US" altLang="zh-TW" sz="2400" dirty="0" smtClean="0">
                <a:ea typeface="新細明體"/>
              </a:rPr>
              <a:t>: Holds a value; has a name and a type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/>
            <a:r>
              <a:rPr lang="en-US" altLang="zh-TW" sz="2400" b="1" dirty="0" smtClean="0">
                <a:ea typeface="新細明體"/>
              </a:rPr>
              <a:t>Assignment operator</a:t>
            </a:r>
            <a:r>
              <a:rPr lang="en-US" altLang="zh-TW" sz="2400" dirty="0" smtClean="0">
                <a:ea typeface="新細明體"/>
              </a:rPr>
              <a:t>: For assigning a value to a variable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/>
            <a:r>
              <a:rPr lang="en-US" altLang="zh-TW" sz="2400" b="1" dirty="0">
                <a:ea typeface="新細明體"/>
              </a:rPr>
              <a:t>Identifier</a:t>
            </a:r>
            <a:r>
              <a:rPr lang="en-US" altLang="zh-TW" sz="2400" dirty="0" smtClean="0">
                <a:ea typeface="新細明體"/>
              </a:rPr>
              <a:t>: Valid name for identifying things in the program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/>
            <a:endParaRPr lang="en-US" altLang="zh-TW" sz="1400" dirty="0">
              <a:ea typeface="新細明體" charset="-120"/>
            </a:endParaRPr>
          </a:p>
          <a:p>
            <a:pPr eaLnBrk="1" hangingPunct="1"/>
            <a:r>
              <a:rPr lang="en-US" altLang="zh-TW" sz="2400" dirty="0" smtClean="0">
                <a:ea typeface="新細明體"/>
              </a:rPr>
              <a:t>Expressing </a:t>
            </a:r>
            <a:r>
              <a:rPr lang="en-US" altLang="zh-TW" sz="2400" b="1" dirty="0" smtClean="0">
                <a:ea typeface="新細明體"/>
              </a:rPr>
              <a:t>numeric and string constants</a:t>
            </a:r>
            <a:endParaRPr lang="en-US" altLang="zh-TW" sz="2400" b="1" dirty="0">
              <a:ea typeface="新細明體"/>
              <a:cs typeface="Calibri"/>
            </a:endParaRPr>
          </a:p>
          <a:p>
            <a:pPr eaLnBrk="1" hangingPunct="1"/>
            <a:endParaRPr lang="en-US" altLang="zh-TW" sz="1400" b="1" dirty="0">
              <a:ea typeface="新細明體" charset="-120"/>
            </a:endParaRPr>
          </a:p>
          <a:p>
            <a:r>
              <a:rPr lang="en-US" altLang="zh-TW" sz="2400" b="1" dirty="0" smtClean="0">
                <a:ea typeface="新細明體"/>
              </a:rPr>
              <a:t>Console </a:t>
            </a:r>
            <a:r>
              <a:rPr lang="en-US" altLang="zh-TW" sz="2400" b="1" dirty="0" err="1" smtClean="0">
                <a:ea typeface="新細明體"/>
              </a:rPr>
              <a:t>Input/Output</a:t>
            </a:r>
            <a:r>
              <a:rPr lang="en-US" altLang="zh-TW" sz="2400" b="1" dirty="0" smtClean="0">
                <a:ea typeface="新細明體"/>
              </a:rPr>
              <a:t> </a:t>
            </a:r>
            <a:r>
              <a:rPr lang="en-US" altLang="zh-TW" sz="2400" dirty="0" smtClean="0">
                <a:ea typeface="新細明體"/>
              </a:rPr>
              <a:t>using </a:t>
            </a:r>
            <a:r>
              <a:rPr lang="en-US" altLang="zh-TW" sz="2400" dirty="0" err="1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400" dirty="0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  <a:r>
              <a:rPr lang="en-US" altLang="zh-TW" sz="2400" dirty="0" smtClean="0">
                <a:ea typeface="新細明體"/>
              </a:rPr>
              <a:t> and </a:t>
            </a:r>
            <a:r>
              <a:rPr lang="en-US" altLang="zh-TW" sz="2400" dirty="0" err="1" smtClean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</a:p>
          <a:p>
            <a:pPr eaLnBrk="1" hangingPunct="1"/>
            <a:endParaRPr lang="en-US" altLang="zh-TW" sz="1400" dirty="0">
              <a:ea typeface="新細明體" charset="-120"/>
            </a:endParaRPr>
          </a:p>
          <a:p>
            <a:pPr marL="0" indent="0" eaLnBrk="1" hangingPunct="1">
              <a:buNone/>
            </a:pPr>
            <a:endParaRPr lang="en-US" altLang="zh-TW" sz="2400" dirty="0">
              <a:solidFill>
                <a:srgbClr val="FF3300"/>
              </a:solidFill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7951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Reading Assignment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: How to Program, 8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 err="1" smtClean="0"/>
              <a:t>ed</a:t>
            </a:r>
            <a:r>
              <a:rPr lang="en-US" dirty="0" smtClean="0"/>
              <a:t>, </a:t>
            </a:r>
            <a:r>
              <a:rPr lang="en-US" dirty="0" err="1" smtClean="0"/>
              <a:t>Deitel</a:t>
            </a:r>
            <a:r>
              <a:rPr lang="en-US" dirty="0" smtClean="0"/>
              <a:t> and </a:t>
            </a:r>
            <a:r>
              <a:rPr lang="en-US" dirty="0" err="1" smtClean="0"/>
              <a:t>Deitel</a:t>
            </a:r>
            <a:endParaRPr lang="en-US" dirty="0"/>
          </a:p>
          <a:p>
            <a:r>
              <a:rPr lang="en-US" dirty="0" smtClean="0"/>
              <a:t>Chapter 2 Introduction to C Programming</a:t>
            </a:r>
            <a:endParaRPr lang="en-US" dirty="0"/>
          </a:p>
          <a:p>
            <a:pPr lvl="1"/>
            <a:r>
              <a:rPr lang="en-US" dirty="0" smtClean="0"/>
              <a:t>Sections 2.1 – 2.7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0300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3488</TotalTime>
  <Words>2992</Words>
  <PresentationFormat>On-screen Show (4:3)</PresentationFormat>
  <Paragraphs>817</Paragraphs>
  <Slides>39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Calibri</vt:lpstr>
      <vt:lpstr>Consolas</vt:lpstr>
      <vt:lpstr>Helvetica</vt:lpstr>
      <vt:lpstr>新細明體</vt:lpstr>
      <vt:lpstr>Symbol</vt:lpstr>
      <vt:lpstr>Times New Roman</vt:lpstr>
      <vt:lpstr>Wingdings</vt:lpstr>
      <vt:lpstr>Wingdings 2</vt:lpstr>
      <vt:lpstr>Wingdings 3</vt:lpstr>
      <vt:lpstr>Office Theme</vt:lpstr>
      <vt:lpstr>C Language Basics </vt:lpstr>
      <vt:lpstr>Outline</vt:lpstr>
      <vt:lpstr>1. Overview of C Language</vt:lpstr>
      <vt:lpstr>1.1. Language Syntax</vt:lpstr>
      <vt:lpstr>PowerPoint Presentation</vt:lpstr>
      <vt:lpstr>1.2. Comments</vt:lpstr>
      <vt:lpstr>1.3. The printf() function</vt:lpstr>
      <vt:lpstr>1.4. String Constant</vt:lpstr>
      <vt:lpstr>1.4. String Constant</vt:lpstr>
      <vt:lpstr>1.4. String Constant</vt:lpstr>
      <vt:lpstr>2. Variables and Assignment Operators</vt:lpstr>
      <vt:lpstr>2. Variables</vt:lpstr>
      <vt:lpstr>PowerPoint Presentation</vt:lpstr>
      <vt:lpstr>2.1. Declaring Variables</vt:lpstr>
      <vt:lpstr>PowerPoint Presentation</vt:lpstr>
      <vt:lpstr>PowerPoint Presentation</vt:lpstr>
      <vt:lpstr>PowerPoint Presentation</vt:lpstr>
      <vt:lpstr>2.2. Assigning Value to a Variable</vt:lpstr>
      <vt:lpstr>PowerPoint Presentation</vt:lpstr>
      <vt:lpstr>PowerPoint Presentation</vt:lpstr>
      <vt:lpstr>2.3. Outputting a variable to screen </vt:lpstr>
      <vt:lpstr>PowerPoint Presentation</vt:lpstr>
      <vt:lpstr>3. Naming Variables</vt:lpstr>
      <vt:lpstr>3.1. Identifier</vt:lpstr>
      <vt:lpstr>3.2. Reserved Words</vt:lpstr>
      <vt:lpstr>3.3. Predefined Identifiers</vt:lpstr>
      <vt:lpstr>Naming Variables – Challenge</vt:lpstr>
      <vt:lpstr>3.4. Naming Conventions (Guidelines)</vt:lpstr>
      <vt:lpstr>5. Console Input and Output</vt:lpstr>
      <vt:lpstr>PowerPoint Presentation</vt:lpstr>
      <vt:lpstr>Example 5.1 explained</vt:lpstr>
      <vt:lpstr>PowerPoint Presentation</vt:lpstr>
      <vt:lpstr>Example 5.2 explained</vt:lpstr>
      <vt:lpstr>PowerPoint Presentation</vt:lpstr>
      <vt:lpstr>Example 5.3 Explained</vt:lpstr>
      <vt:lpstr>PowerPoint Presentation</vt:lpstr>
      <vt:lpstr>Notes about scanf() and printf()</vt:lpstr>
      <vt:lpstr>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2011-07-19T12:51:33Z</dcterms:created>
  <dcterms:modified xsi:type="dcterms:W3CDTF">2023-01-05T09:19:21Z</dcterms:modified>
</cp:coreProperties>
</file>