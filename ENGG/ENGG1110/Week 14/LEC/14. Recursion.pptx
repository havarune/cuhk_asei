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2" r:id="rId2"/>
  </p:sldMasterIdLst>
  <p:notesMasterIdLst>
    <p:notesMasterId r:id="rId26"/>
  </p:notesMasterIdLst>
  <p:handoutMasterIdLst>
    <p:handoutMasterId r:id="rId27"/>
  </p:handoutMasterIdLst>
  <p:sldIdLst>
    <p:sldId id="256" r:id="rId3"/>
    <p:sldId id="257" r:id="rId4"/>
    <p:sldId id="297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35" r:id="rId16"/>
    <p:sldId id="320" r:id="rId17"/>
    <p:sldId id="331" r:id="rId18"/>
    <p:sldId id="325" r:id="rId19"/>
    <p:sldId id="322" r:id="rId20"/>
    <p:sldId id="323" r:id="rId21"/>
    <p:sldId id="333" r:id="rId22"/>
    <p:sldId id="329" r:id="rId23"/>
    <p:sldId id="330" r:id="rId24"/>
    <p:sldId id="332" r:id="rId25"/>
  </p:sldIdLst>
  <p:sldSz cx="9144000" cy="6858000" type="screen4x3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74098A-D316-484E-BC4F-369495AB9BC0}" v="238" dt="2024-04-10T05:31:22.8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298" autoAdjust="0"/>
    <p:restoredTop sz="62959" autoAdjust="0"/>
  </p:normalViewPr>
  <p:slideViewPr>
    <p:cSldViewPr>
      <p:cViewPr varScale="1">
        <p:scale>
          <a:sx n="77" d="100"/>
          <a:sy n="77" d="100"/>
        </p:scale>
        <p:origin x="360" y="67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-3619"/>
    </p:cViewPr>
  </p:sorterViewPr>
  <p:notesViewPr>
    <p:cSldViewPr>
      <p:cViewPr varScale="1">
        <p:scale>
          <a:sx n="60" d="100"/>
          <a:sy n="60" d="100"/>
        </p:scale>
        <p:origin x="-2244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m Pan Chui, Dr. (CSD)" userId="06f431c5-cc1a-4439-a61b-5f3af947c103" providerId="ADAL" clId="{F974098A-D316-484E-BC4F-369495AB9BC0}"/>
    <pc:docChg chg="undo custSel addSld delSld modSld">
      <pc:chgData name="Yim Pan Chui, Dr. (CSD)" userId="06f431c5-cc1a-4439-a61b-5f3af947c103" providerId="ADAL" clId="{F974098A-D316-484E-BC4F-369495AB9BC0}" dt="2024-04-10T05:32:30.948" v="476" actId="47"/>
      <pc:docMkLst>
        <pc:docMk/>
      </pc:docMkLst>
      <pc:sldChg chg="modSp">
        <pc:chgData name="Yim Pan Chui, Dr. (CSD)" userId="06f431c5-cc1a-4439-a61b-5f3af947c103" providerId="ADAL" clId="{F974098A-D316-484E-BC4F-369495AB9BC0}" dt="2024-04-10T03:28:55.688" v="1" actId="207"/>
        <pc:sldMkLst>
          <pc:docMk/>
          <pc:sldMk cId="1033555827" sldId="309"/>
        </pc:sldMkLst>
        <pc:spChg chg="mod">
          <ac:chgData name="Yim Pan Chui, Dr. (CSD)" userId="06f431c5-cc1a-4439-a61b-5f3af947c103" providerId="ADAL" clId="{F974098A-D316-484E-BC4F-369495AB9BC0}" dt="2024-04-10T03:28:52.068" v="0" actId="207"/>
          <ac:spMkLst>
            <pc:docMk/>
            <pc:sldMk cId="1033555827" sldId="309"/>
            <ac:spMk id="583683" creationId="{00000000-0000-0000-0000-000000000000}"/>
          </ac:spMkLst>
        </pc:spChg>
        <pc:spChg chg="mod">
          <ac:chgData name="Yim Pan Chui, Dr. (CSD)" userId="06f431c5-cc1a-4439-a61b-5f3af947c103" providerId="ADAL" clId="{F974098A-D316-484E-BC4F-369495AB9BC0}" dt="2024-04-10T03:28:55.688" v="1" actId="207"/>
          <ac:spMkLst>
            <pc:docMk/>
            <pc:sldMk cId="1033555827" sldId="309"/>
            <ac:spMk id="583686" creationId="{00000000-0000-0000-0000-000000000000}"/>
          </ac:spMkLst>
        </pc:spChg>
      </pc:sldChg>
      <pc:sldChg chg="modSp">
        <pc:chgData name="Yim Pan Chui, Dr. (CSD)" userId="06f431c5-cc1a-4439-a61b-5f3af947c103" providerId="ADAL" clId="{F974098A-D316-484E-BC4F-369495AB9BC0}" dt="2024-04-10T03:29:55.617" v="13" actId="207"/>
        <pc:sldMkLst>
          <pc:docMk/>
          <pc:sldMk cId="3363982236" sldId="310"/>
        </pc:sldMkLst>
        <pc:spChg chg="mod">
          <ac:chgData name="Yim Pan Chui, Dr. (CSD)" userId="06f431c5-cc1a-4439-a61b-5f3af947c103" providerId="ADAL" clId="{F974098A-D316-484E-BC4F-369495AB9BC0}" dt="2024-04-10T03:29:00.186" v="2" actId="207"/>
          <ac:spMkLst>
            <pc:docMk/>
            <pc:sldMk cId="3363982236" sldId="310"/>
            <ac:spMk id="584707" creationId="{00000000-0000-0000-0000-000000000000}"/>
          </ac:spMkLst>
        </pc:spChg>
        <pc:spChg chg="mod">
          <ac:chgData name="Yim Pan Chui, Dr. (CSD)" userId="06f431c5-cc1a-4439-a61b-5f3af947c103" providerId="ADAL" clId="{F974098A-D316-484E-BC4F-369495AB9BC0}" dt="2024-04-10T03:29:55.617" v="13" actId="207"/>
          <ac:spMkLst>
            <pc:docMk/>
            <pc:sldMk cId="3363982236" sldId="310"/>
            <ac:spMk id="584708" creationId="{00000000-0000-0000-0000-000000000000}"/>
          </ac:spMkLst>
        </pc:spChg>
        <pc:spChg chg="mod">
          <ac:chgData name="Yim Pan Chui, Dr. (CSD)" userId="06f431c5-cc1a-4439-a61b-5f3af947c103" providerId="ADAL" clId="{F974098A-D316-484E-BC4F-369495AB9BC0}" dt="2024-04-10T03:29:01.406" v="3" actId="207"/>
          <ac:spMkLst>
            <pc:docMk/>
            <pc:sldMk cId="3363982236" sldId="310"/>
            <ac:spMk id="584711" creationId="{00000000-0000-0000-0000-000000000000}"/>
          </ac:spMkLst>
        </pc:spChg>
        <pc:spChg chg="mod">
          <ac:chgData name="Yim Pan Chui, Dr. (CSD)" userId="06f431c5-cc1a-4439-a61b-5f3af947c103" providerId="ADAL" clId="{F974098A-D316-484E-BC4F-369495AB9BC0}" dt="2024-04-10T03:29:55.617" v="13" actId="207"/>
          <ac:spMkLst>
            <pc:docMk/>
            <pc:sldMk cId="3363982236" sldId="310"/>
            <ac:spMk id="584712" creationId="{00000000-0000-0000-0000-000000000000}"/>
          </ac:spMkLst>
        </pc:spChg>
      </pc:sldChg>
      <pc:sldChg chg="modSp">
        <pc:chgData name="Yim Pan Chui, Dr. (CSD)" userId="06f431c5-cc1a-4439-a61b-5f3af947c103" providerId="ADAL" clId="{F974098A-D316-484E-BC4F-369495AB9BC0}" dt="2024-04-10T03:30:10.780" v="14" actId="207"/>
        <pc:sldMkLst>
          <pc:docMk/>
          <pc:sldMk cId="519068976" sldId="311"/>
        </pc:sldMkLst>
        <pc:spChg chg="mod">
          <ac:chgData name="Yim Pan Chui, Dr. (CSD)" userId="06f431c5-cc1a-4439-a61b-5f3af947c103" providerId="ADAL" clId="{F974098A-D316-484E-BC4F-369495AB9BC0}" dt="2024-04-10T03:29:04.952" v="4" actId="207"/>
          <ac:spMkLst>
            <pc:docMk/>
            <pc:sldMk cId="519068976" sldId="311"/>
            <ac:spMk id="585731" creationId="{00000000-0000-0000-0000-000000000000}"/>
          </ac:spMkLst>
        </pc:spChg>
        <pc:spChg chg="mod">
          <ac:chgData name="Yim Pan Chui, Dr. (CSD)" userId="06f431c5-cc1a-4439-a61b-5f3af947c103" providerId="ADAL" clId="{F974098A-D316-484E-BC4F-369495AB9BC0}" dt="2024-04-10T03:29:49.804" v="12" actId="207"/>
          <ac:spMkLst>
            <pc:docMk/>
            <pc:sldMk cId="519068976" sldId="311"/>
            <ac:spMk id="585732" creationId="{00000000-0000-0000-0000-000000000000}"/>
          </ac:spMkLst>
        </pc:spChg>
        <pc:spChg chg="mod">
          <ac:chgData name="Yim Pan Chui, Dr. (CSD)" userId="06f431c5-cc1a-4439-a61b-5f3af947c103" providerId="ADAL" clId="{F974098A-D316-484E-BC4F-369495AB9BC0}" dt="2024-04-10T03:30:10.780" v="14" actId="207"/>
          <ac:spMkLst>
            <pc:docMk/>
            <pc:sldMk cId="519068976" sldId="311"/>
            <ac:spMk id="585733" creationId="{00000000-0000-0000-0000-000000000000}"/>
          </ac:spMkLst>
        </pc:spChg>
        <pc:spChg chg="mod">
          <ac:chgData name="Yim Pan Chui, Dr. (CSD)" userId="06f431c5-cc1a-4439-a61b-5f3af947c103" providerId="ADAL" clId="{F974098A-D316-484E-BC4F-369495AB9BC0}" dt="2024-04-10T03:29:06.178" v="5" actId="207"/>
          <ac:spMkLst>
            <pc:docMk/>
            <pc:sldMk cId="519068976" sldId="311"/>
            <ac:spMk id="585736" creationId="{00000000-0000-0000-0000-000000000000}"/>
          </ac:spMkLst>
        </pc:spChg>
        <pc:spChg chg="mod">
          <ac:chgData name="Yim Pan Chui, Dr. (CSD)" userId="06f431c5-cc1a-4439-a61b-5f3af947c103" providerId="ADAL" clId="{F974098A-D316-484E-BC4F-369495AB9BC0}" dt="2024-04-10T03:29:49.804" v="12" actId="207"/>
          <ac:spMkLst>
            <pc:docMk/>
            <pc:sldMk cId="519068976" sldId="311"/>
            <ac:spMk id="585737" creationId="{00000000-0000-0000-0000-000000000000}"/>
          </ac:spMkLst>
        </pc:spChg>
        <pc:spChg chg="mod">
          <ac:chgData name="Yim Pan Chui, Dr. (CSD)" userId="06f431c5-cc1a-4439-a61b-5f3af947c103" providerId="ADAL" clId="{F974098A-D316-484E-BC4F-369495AB9BC0}" dt="2024-04-10T03:30:10.780" v="14" actId="207"/>
          <ac:spMkLst>
            <pc:docMk/>
            <pc:sldMk cId="519068976" sldId="311"/>
            <ac:spMk id="585738" creationId="{00000000-0000-0000-0000-000000000000}"/>
          </ac:spMkLst>
        </pc:spChg>
      </pc:sldChg>
      <pc:sldChg chg="modSp">
        <pc:chgData name="Yim Pan Chui, Dr. (CSD)" userId="06f431c5-cc1a-4439-a61b-5f3af947c103" providerId="ADAL" clId="{F974098A-D316-484E-BC4F-369495AB9BC0}" dt="2024-04-10T03:30:19.395" v="15" actId="207"/>
        <pc:sldMkLst>
          <pc:docMk/>
          <pc:sldMk cId="63819231" sldId="312"/>
        </pc:sldMkLst>
        <pc:spChg chg="mod">
          <ac:chgData name="Yim Pan Chui, Dr. (CSD)" userId="06f431c5-cc1a-4439-a61b-5f3af947c103" providerId="ADAL" clId="{F974098A-D316-484E-BC4F-369495AB9BC0}" dt="2024-04-10T03:29:09.372" v="6" actId="207"/>
          <ac:spMkLst>
            <pc:docMk/>
            <pc:sldMk cId="63819231" sldId="312"/>
            <ac:spMk id="586755" creationId="{00000000-0000-0000-0000-000000000000}"/>
          </ac:spMkLst>
        </pc:spChg>
        <pc:spChg chg="mod">
          <ac:chgData name="Yim Pan Chui, Dr. (CSD)" userId="06f431c5-cc1a-4439-a61b-5f3af947c103" providerId="ADAL" clId="{F974098A-D316-484E-BC4F-369495AB9BC0}" dt="2024-04-10T03:29:43.942" v="11" actId="207"/>
          <ac:spMkLst>
            <pc:docMk/>
            <pc:sldMk cId="63819231" sldId="312"/>
            <ac:spMk id="586756" creationId="{00000000-0000-0000-0000-000000000000}"/>
          </ac:spMkLst>
        </pc:spChg>
        <pc:spChg chg="mod">
          <ac:chgData name="Yim Pan Chui, Dr. (CSD)" userId="06f431c5-cc1a-4439-a61b-5f3af947c103" providerId="ADAL" clId="{F974098A-D316-484E-BC4F-369495AB9BC0}" dt="2024-04-10T03:30:19.395" v="15" actId="207"/>
          <ac:spMkLst>
            <pc:docMk/>
            <pc:sldMk cId="63819231" sldId="312"/>
            <ac:spMk id="586757" creationId="{00000000-0000-0000-0000-000000000000}"/>
          </ac:spMkLst>
        </pc:spChg>
        <pc:spChg chg="mod">
          <ac:chgData name="Yim Pan Chui, Dr. (CSD)" userId="06f431c5-cc1a-4439-a61b-5f3af947c103" providerId="ADAL" clId="{F974098A-D316-484E-BC4F-369495AB9BC0}" dt="2024-04-10T03:29:11.125" v="7" actId="207"/>
          <ac:spMkLst>
            <pc:docMk/>
            <pc:sldMk cId="63819231" sldId="312"/>
            <ac:spMk id="586760" creationId="{00000000-0000-0000-0000-000000000000}"/>
          </ac:spMkLst>
        </pc:spChg>
        <pc:spChg chg="mod">
          <ac:chgData name="Yim Pan Chui, Dr. (CSD)" userId="06f431c5-cc1a-4439-a61b-5f3af947c103" providerId="ADAL" clId="{F974098A-D316-484E-BC4F-369495AB9BC0}" dt="2024-04-10T03:29:43.942" v="11" actId="207"/>
          <ac:spMkLst>
            <pc:docMk/>
            <pc:sldMk cId="63819231" sldId="312"/>
            <ac:spMk id="586761" creationId="{00000000-0000-0000-0000-000000000000}"/>
          </ac:spMkLst>
        </pc:spChg>
        <pc:spChg chg="mod">
          <ac:chgData name="Yim Pan Chui, Dr. (CSD)" userId="06f431c5-cc1a-4439-a61b-5f3af947c103" providerId="ADAL" clId="{F974098A-D316-484E-BC4F-369495AB9BC0}" dt="2024-04-10T03:30:19.395" v="15" actId="207"/>
          <ac:spMkLst>
            <pc:docMk/>
            <pc:sldMk cId="63819231" sldId="312"/>
            <ac:spMk id="586762" creationId="{00000000-0000-0000-0000-000000000000}"/>
          </ac:spMkLst>
        </pc:spChg>
      </pc:sldChg>
      <pc:sldChg chg="modSp">
        <pc:chgData name="Yim Pan Chui, Dr. (CSD)" userId="06f431c5-cc1a-4439-a61b-5f3af947c103" providerId="ADAL" clId="{F974098A-D316-484E-BC4F-369495AB9BC0}" dt="2024-04-10T03:29:38.133" v="10" actId="207"/>
        <pc:sldMkLst>
          <pc:docMk/>
          <pc:sldMk cId="1446624213" sldId="313"/>
        </pc:sldMkLst>
        <pc:spChg chg="mod">
          <ac:chgData name="Yim Pan Chui, Dr. (CSD)" userId="06f431c5-cc1a-4439-a61b-5f3af947c103" providerId="ADAL" clId="{F974098A-D316-484E-BC4F-369495AB9BC0}" dt="2024-04-10T03:29:18.699" v="8" actId="207"/>
          <ac:spMkLst>
            <pc:docMk/>
            <pc:sldMk cId="1446624213" sldId="313"/>
            <ac:spMk id="587779" creationId="{00000000-0000-0000-0000-000000000000}"/>
          </ac:spMkLst>
        </pc:spChg>
        <pc:spChg chg="mod">
          <ac:chgData name="Yim Pan Chui, Dr. (CSD)" userId="06f431c5-cc1a-4439-a61b-5f3af947c103" providerId="ADAL" clId="{F974098A-D316-484E-BC4F-369495AB9BC0}" dt="2024-04-10T03:29:38.133" v="10" actId="207"/>
          <ac:spMkLst>
            <pc:docMk/>
            <pc:sldMk cId="1446624213" sldId="313"/>
            <ac:spMk id="587780" creationId="{00000000-0000-0000-0000-000000000000}"/>
          </ac:spMkLst>
        </pc:spChg>
        <pc:spChg chg="mod">
          <ac:chgData name="Yim Pan Chui, Dr. (CSD)" userId="06f431c5-cc1a-4439-a61b-5f3af947c103" providerId="ADAL" clId="{F974098A-D316-484E-BC4F-369495AB9BC0}" dt="2024-04-10T03:29:18.699" v="8" actId="207"/>
          <ac:spMkLst>
            <pc:docMk/>
            <pc:sldMk cId="1446624213" sldId="313"/>
            <ac:spMk id="587783" creationId="{00000000-0000-0000-0000-000000000000}"/>
          </ac:spMkLst>
        </pc:spChg>
        <pc:spChg chg="mod">
          <ac:chgData name="Yim Pan Chui, Dr. (CSD)" userId="06f431c5-cc1a-4439-a61b-5f3af947c103" providerId="ADAL" clId="{F974098A-D316-484E-BC4F-369495AB9BC0}" dt="2024-04-10T03:29:38.133" v="10" actId="207"/>
          <ac:spMkLst>
            <pc:docMk/>
            <pc:sldMk cId="1446624213" sldId="313"/>
            <ac:spMk id="587784" creationId="{00000000-0000-0000-0000-000000000000}"/>
          </ac:spMkLst>
        </pc:spChg>
      </pc:sldChg>
      <pc:sldChg chg="modSp">
        <pc:chgData name="Yim Pan Chui, Dr. (CSD)" userId="06f431c5-cc1a-4439-a61b-5f3af947c103" providerId="ADAL" clId="{F974098A-D316-484E-BC4F-369495AB9BC0}" dt="2024-04-10T03:29:25.606" v="9" actId="207"/>
        <pc:sldMkLst>
          <pc:docMk/>
          <pc:sldMk cId="879482043" sldId="314"/>
        </pc:sldMkLst>
        <pc:spChg chg="mod">
          <ac:chgData name="Yim Pan Chui, Dr. (CSD)" userId="06f431c5-cc1a-4439-a61b-5f3af947c103" providerId="ADAL" clId="{F974098A-D316-484E-BC4F-369495AB9BC0}" dt="2024-04-10T03:29:25.606" v="9" actId="207"/>
          <ac:spMkLst>
            <pc:docMk/>
            <pc:sldMk cId="879482043" sldId="314"/>
            <ac:spMk id="9" creationId="{575697CE-0F08-1F40-B415-6D49062C2CD0}"/>
          </ac:spMkLst>
        </pc:spChg>
        <pc:spChg chg="mod">
          <ac:chgData name="Yim Pan Chui, Dr. (CSD)" userId="06f431c5-cc1a-4439-a61b-5f3af947c103" providerId="ADAL" clId="{F974098A-D316-484E-BC4F-369495AB9BC0}" dt="2024-04-10T03:29:25.606" v="9" actId="207"/>
          <ac:spMkLst>
            <pc:docMk/>
            <pc:sldMk cId="879482043" sldId="314"/>
            <ac:spMk id="10" creationId="{A5BC8D25-B52B-884E-AF65-BFC4B9DEC26D}"/>
          </ac:spMkLst>
        </pc:spChg>
        <pc:spChg chg="mod">
          <ac:chgData name="Yim Pan Chui, Dr. (CSD)" userId="06f431c5-cc1a-4439-a61b-5f3af947c103" providerId="ADAL" clId="{F974098A-D316-484E-BC4F-369495AB9BC0}" dt="2024-04-10T03:29:25.606" v="9" actId="207"/>
          <ac:spMkLst>
            <pc:docMk/>
            <pc:sldMk cId="879482043" sldId="314"/>
            <ac:spMk id="588803" creationId="{00000000-0000-0000-0000-000000000000}"/>
          </ac:spMkLst>
        </pc:spChg>
        <pc:spChg chg="mod">
          <ac:chgData name="Yim Pan Chui, Dr. (CSD)" userId="06f431c5-cc1a-4439-a61b-5f3af947c103" providerId="ADAL" clId="{F974098A-D316-484E-BC4F-369495AB9BC0}" dt="2024-04-10T03:29:25.606" v="9" actId="207"/>
          <ac:spMkLst>
            <pc:docMk/>
            <pc:sldMk cId="879482043" sldId="314"/>
            <ac:spMk id="588806" creationId="{00000000-0000-0000-0000-000000000000}"/>
          </ac:spMkLst>
        </pc:spChg>
      </pc:sldChg>
      <pc:sldChg chg="addSp delSp modSp del mod modAnim">
        <pc:chgData name="Yim Pan Chui, Dr. (CSD)" userId="06f431c5-cc1a-4439-a61b-5f3af947c103" providerId="ADAL" clId="{F974098A-D316-484E-BC4F-369495AB9BC0}" dt="2024-04-10T05:32:30.948" v="476" actId="47"/>
        <pc:sldMkLst>
          <pc:docMk/>
          <pc:sldMk cId="731171805" sldId="318"/>
        </pc:sldMkLst>
        <pc:spChg chg="add mod">
          <ac:chgData name="Yim Pan Chui, Dr. (CSD)" userId="06f431c5-cc1a-4439-a61b-5f3af947c103" providerId="ADAL" clId="{F974098A-D316-484E-BC4F-369495AB9BC0}" dt="2024-04-10T04:32:53.549" v="319" actId="1036"/>
          <ac:spMkLst>
            <pc:docMk/>
            <pc:sldMk cId="731171805" sldId="318"/>
            <ac:spMk id="2" creationId="{9EB16F68-ADB5-AAC9-A9A4-48FE3B8D2CD2}"/>
          </ac:spMkLst>
        </pc:spChg>
        <pc:spChg chg="add mod">
          <ac:chgData name="Yim Pan Chui, Dr. (CSD)" userId="06f431c5-cc1a-4439-a61b-5f3af947c103" providerId="ADAL" clId="{F974098A-D316-484E-BC4F-369495AB9BC0}" dt="2024-04-10T04:18:48.415" v="261" actId="20577"/>
          <ac:spMkLst>
            <pc:docMk/>
            <pc:sldMk cId="731171805" sldId="318"/>
            <ac:spMk id="3" creationId="{332D8FA9-F8AC-DF39-BA2D-63E8B38841BF}"/>
          </ac:spMkLst>
        </pc:spChg>
        <pc:spChg chg="add mod">
          <ac:chgData name="Yim Pan Chui, Dr. (CSD)" userId="06f431c5-cc1a-4439-a61b-5f3af947c103" providerId="ADAL" clId="{F974098A-D316-484E-BC4F-369495AB9BC0}" dt="2024-04-10T04:18:41.879" v="259" actId="20577"/>
          <ac:spMkLst>
            <pc:docMk/>
            <pc:sldMk cId="731171805" sldId="318"/>
            <ac:spMk id="4" creationId="{080B1C78-2EB3-5146-84D1-6682F5581CAD}"/>
          </ac:spMkLst>
        </pc:spChg>
        <pc:spChg chg="add mod">
          <ac:chgData name="Yim Pan Chui, Dr. (CSD)" userId="06f431c5-cc1a-4439-a61b-5f3af947c103" providerId="ADAL" clId="{F974098A-D316-484E-BC4F-369495AB9BC0}" dt="2024-04-10T04:18:46.108" v="260" actId="20577"/>
          <ac:spMkLst>
            <pc:docMk/>
            <pc:sldMk cId="731171805" sldId="318"/>
            <ac:spMk id="5" creationId="{3CBE7DB3-3EB2-935D-FB5A-957669712E54}"/>
          </ac:spMkLst>
        </pc:spChg>
        <pc:spChg chg="mod">
          <ac:chgData name="Yim Pan Chui, Dr. (CSD)" userId="06f431c5-cc1a-4439-a61b-5f3af947c103" providerId="ADAL" clId="{F974098A-D316-484E-BC4F-369495AB9BC0}" dt="2024-04-10T03:42:30.181" v="124" actId="1076"/>
          <ac:spMkLst>
            <pc:docMk/>
            <pc:sldMk cId="731171805" sldId="318"/>
            <ac:spMk id="9" creationId="{00000000-0000-0000-0000-000000000000}"/>
          </ac:spMkLst>
        </pc:spChg>
        <pc:spChg chg="add del mod">
          <ac:chgData name="Yim Pan Chui, Dr. (CSD)" userId="06f431c5-cc1a-4439-a61b-5f3af947c103" providerId="ADAL" clId="{F974098A-D316-484E-BC4F-369495AB9BC0}" dt="2024-04-10T03:46:04.223" v="152" actId="478"/>
          <ac:spMkLst>
            <pc:docMk/>
            <pc:sldMk cId="731171805" sldId="318"/>
            <ac:spMk id="14" creationId="{806BCF9D-A39C-B17F-FBD6-7204230D98DB}"/>
          </ac:spMkLst>
        </pc:spChg>
        <pc:spChg chg="add mod">
          <ac:chgData name="Yim Pan Chui, Dr. (CSD)" userId="06f431c5-cc1a-4439-a61b-5f3af947c103" providerId="ADAL" clId="{F974098A-D316-484E-BC4F-369495AB9BC0}" dt="2024-04-10T03:59:56.815" v="214" actId="1076"/>
          <ac:spMkLst>
            <pc:docMk/>
            <pc:sldMk cId="731171805" sldId="318"/>
            <ac:spMk id="15" creationId="{C50F0B2C-679B-10B0-579D-48364C03EC20}"/>
          </ac:spMkLst>
        </pc:spChg>
        <pc:spChg chg="add mod">
          <ac:chgData name="Yim Pan Chui, Dr. (CSD)" userId="06f431c5-cc1a-4439-a61b-5f3af947c103" providerId="ADAL" clId="{F974098A-D316-484E-BC4F-369495AB9BC0}" dt="2024-04-10T04:01:07.875" v="221" actId="14100"/>
          <ac:spMkLst>
            <pc:docMk/>
            <pc:sldMk cId="731171805" sldId="318"/>
            <ac:spMk id="16" creationId="{957F2CFC-757E-150E-96C9-8446DC49769F}"/>
          </ac:spMkLst>
        </pc:spChg>
        <pc:spChg chg="add mod">
          <ac:chgData name="Yim Pan Chui, Dr. (CSD)" userId="06f431c5-cc1a-4439-a61b-5f3af947c103" providerId="ADAL" clId="{F974098A-D316-484E-BC4F-369495AB9BC0}" dt="2024-04-10T03:59:07.180" v="202" actId="14100"/>
          <ac:spMkLst>
            <pc:docMk/>
            <pc:sldMk cId="731171805" sldId="318"/>
            <ac:spMk id="17" creationId="{B170BD74-DD69-CE59-324C-4B5C473DD263}"/>
          </ac:spMkLst>
        </pc:spChg>
        <pc:spChg chg="add mod">
          <ac:chgData name="Yim Pan Chui, Dr. (CSD)" userId="06f431c5-cc1a-4439-a61b-5f3af947c103" providerId="ADAL" clId="{F974098A-D316-484E-BC4F-369495AB9BC0}" dt="2024-04-10T03:59:31.985" v="208" actId="1076"/>
          <ac:spMkLst>
            <pc:docMk/>
            <pc:sldMk cId="731171805" sldId="318"/>
            <ac:spMk id="18" creationId="{EB06486E-154D-6D00-E75C-89534DD0F2CA}"/>
          </ac:spMkLst>
        </pc:spChg>
        <pc:spChg chg="add mod">
          <ac:chgData name="Yim Pan Chui, Dr. (CSD)" userId="06f431c5-cc1a-4439-a61b-5f3af947c103" providerId="ADAL" clId="{F974098A-D316-484E-BC4F-369495AB9BC0}" dt="2024-04-10T04:40:04.596" v="413" actId="207"/>
          <ac:spMkLst>
            <pc:docMk/>
            <pc:sldMk cId="731171805" sldId="318"/>
            <ac:spMk id="19" creationId="{66C2B696-190C-39E2-FAD1-122087D634DF}"/>
          </ac:spMkLst>
        </pc:spChg>
        <pc:spChg chg="add mod">
          <ac:chgData name="Yim Pan Chui, Dr. (CSD)" userId="06f431c5-cc1a-4439-a61b-5f3af947c103" providerId="ADAL" clId="{F974098A-D316-484E-BC4F-369495AB9BC0}" dt="2024-04-10T04:40:55.672" v="419" actId="207"/>
          <ac:spMkLst>
            <pc:docMk/>
            <pc:sldMk cId="731171805" sldId="318"/>
            <ac:spMk id="20" creationId="{CC94165A-6727-FD67-BF4D-BD14F53DC5E6}"/>
          </ac:spMkLst>
        </pc:spChg>
        <pc:spChg chg="add mod">
          <ac:chgData name="Yim Pan Chui, Dr. (CSD)" userId="06f431c5-cc1a-4439-a61b-5f3af947c103" providerId="ADAL" clId="{F974098A-D316-484E-BC4F-369495AB9BC0}" dt="2024-04-10T04:39:59.477" v="412" actId="207"/>
          <ac:spMkLst>
            <pc:docMk/>
            <pc:sldMk cId="731171805" sldId="318"/>
            <ac:spMk id="21" creationId="{FA0CF61C-0D55-0D3A-77C7-2C4C24A8014D}"/>
          </ac:spMkLst>
        </pc:spChg>
        <pc:spChg chg="add mod">
          <ac:chgData name="Yim Pan Chui, Dr. (CSD)" userId="06f431c5-cc1a-4439-a61b-5f3af947c103" providerId="ADAL" clId="{F974098A-D316-484E-BC4F-369495AB9BC0}" dt="2024-04-10T04:39:59.477" v="412" actId="207"/>
          <ac:spMkLst>
            <pc:docMk/>
            <pc:sldMk cId="731171805" sldId="318"/>
            <ac:spMk id="22" creationId="{2C75E729-12C7-B595-65AC-385A3A64B7B2}"/>
          </ac:spMkLst>
        </pc:spChg>
        <pc:spChg chg="add mod">
          <ac:chgData name="Yim Pan Chui, Dr. (CSD)" userId="06f431c5-cc1a-4439-a61b-5f3af947c103" providerId="ADAL" clId="{F974098A-D316-484E-BC4F-369495AB9BC0}" dt="2024-04-10T04:40:20.039" v="415" actId="207"/>
          <ac:spMkLst>
            <pc:docMk/>
            <pc:sldMk cId="731171805" sldId="318"/>
            <ac:spMk id="23" creationId="{C178E5B4-09C9-3FEE-2B06-3DEDBCDCFD38}"/>
          </ac:spMkLst>
        </pc:spChg>
        <pc:spChg chg="add mod">
          <ac:chgData name="Yim Pan Chui, Dr. (CSD)" userId="06f431c5-cc1a-4439-a61b-5f3af947c103" providerId="ADAL" clId="{F974098A-D316-484E-BC4F-369495AB9BC0}" dt="2024-04-10T04:40:23.550" v="416" actId="207"/>
          <ac:spMkLst>
            <pc:docMk/>
            <pc:sldMk cId="731171805" sldId="318"/>
            <ac:spMk id="24" creationId="{7C0A8A18-7204-D265-0330-93A9972A6B3B}"/>
          </ac:spMkLst>
        </pc:spChg>
        <pc:spChg chg="add mod">
          <ac:chgData name="Yim Pan Chui, Dr. (CSD)" userId="06f431c5-cc1a-4439-a61b-5f3af947c103" providerId="ADAL" clId="{F974098A-D316-484E-BC4F-369495AB9BC0}" dt="2024-04-10T04:40:26.534" v="417" actId="207"/>
          <ac:spMkLst>
            <pc:docMk/>
            <pc:sldMk cId="731171805" sldId="318"/>
            <ac:spMk id="25" creationId="{EAA3C0E5-2EF5-ED69-D265-D94317634F08}"/>
          </ac:spMkLst>
        </pc:spChg>
        <pc:spChg chg="mod">
          <ac:chgData name="Yim Pan Chui, Dr. (CSD)" userId="06f431c5-cc1a-4439-a61b-5f3af947c103" providerId="ADAL" clId="{F974098A-D316-484E-BC4F-369495AB9BC0}" dt="2024-04-10T04:40:13.279" v="414" actId="13926"/>
          <ac:spMkLst>
            <pc:docMk/>
            <pc:sldMk cId="731171805" sldId="318"/>
            <ac:spMk id="11268" creationId="{00000000-0000-0000-0000-000000000000}"/>
          </ac:spMkLst>
        </pc:spChg>
        <pc:cxnChg chg="add del mod">
          <ac:chgData name="Yim Pan Chui, Dr. (CSD)" userId="06f431c5-cc1a-4439-a61b-5f3af947c103" providerId="ADAL" clId="{F974098A-D316-484E-BC4F-369495AB9BC0}" dt="2024-04-10T03:43:56.769" v="137" actId="478"/>
          <ac:cxnSpMkLst>
            <pc:docMk/>
            <pc:sldMk cId="731171805" sldId="318"/>
            <ac:cxnSpMk id="8" creationId="{0E6191A9-12D8-ABE4-56B8-0C3E510033EA}"/>
          </ac:cxnSpMkLst>
        </pc:cxnChg>
        <pc:cxnChg chg="add del mod">
          <ac:chgData name="Yim Pan Chui, Dr. (CSD)" userId="06f431c5-cc1a-4439-a61b-5f3af947c103" providerId="ADAL" clId="{F974098A-D316-484E-BC4F-369495AB9BC0}" dt="2024-04-10T03:43:59.098" v="138" actId="478"/>
          <ac:cxnSpMkLst>
            <pc:docMk/>
            <pc:sldMk cId="731171805" sldId="318"/>
            <ac:cxnSpMk id="10" creationId="{989D24D1-CEBF-C7C3-E19E-4F34807ACBAF}"/>
          </ac:cxnSpMkLst>
        </pc:cxnChg>
        <pc:cxnChg chg="add del mod">
          <ac:chgData name="Yim Pan Chui, Dr. (CSD)" userId="06f431c5-cc1a-4439-a61b-5f3af947c103" providerId="ADAL" clId="{F974098A-D316-484E-BC4F-369495AB9BC0}" dt="2024-04-10T03:44:00.634" v="139" actId="478"/>
          <ac:cxnSpMkLst>
            <pc:docMk/>
            <pc:sldMk cId="731171805" sldId="318"/>
            <ac:cxnSpMk id="12" creationId="{BFE28165-6CB1-9B7B-9704-46A510ADC3A9}"/>
          </ac:cxnSpMkLst>
        </pc:cxnChg>
      </pc:sldChg>
      <pc:sldChg chg="del">
        <pc:chgData name="Yim Pan Chui, Dr. (CSD)" userId="06f431c5-cc1a-4439-a61b-5f3af947c103" providerId="ADAL" clId="{F974098A-D316-484E-BC4F-369495AB9BC0}" dt="2024-04-10T04:18:07.931" v="258" actId="47"/>
        <pc:sldMkLst>
          <pc:docMk/>
          <pc:sldMk cId="2723243164" sldId="324"/>
        </pc:sldMkLst>
      </pc:sldChg>
      <pc:sldChg chg="modSp mod">
        <pc:chgData name="Yim Pan Chui, Dr. (CSD)" userId="06f431c5-cc1a-4439-a61b-5f3af947c103" providerId="ADAL" clId="{F974098A-D316-484E-BC4F-369495AB9BC0}" dt="2024-04-10T04:16:24.336" v="254" actId="13926"/>
        <pc:sldMkLst>
          <pc:docMk/>
          <pc:sldMk cId="2348810765" sldId="325"/>
        </pc:sldMkLst>
        <pc:spChg chg="mod">
          <ac:chgData name="Yim Pan Chui, Dr. (CSD)" userId="06f431c5-cc1a-4439-a61b-5f3af947c103" providerId="ADAL" clId="{F974098A-D316-484E-BC4F-369495AB9BC0}" dt="2024-04-10T04:16:24.336" v="254" actId="13926"/>
          <ac:spMkLst>
            <pc:docMk/>
            <pc:sldMk cId="2348810765" sldId="325"/>
            <ac:spMk id="594947" creationId="{00000000-0000-0000-0000-000000000000}"/>
          </ac:spMkLst>
        </pc:spChg>
      </pc:sldChg>
      <pc:sldChg chg="modSp mod">
        <pc:chgData name="Yim Pan Chui, Dr. (CSD)" userId="06f431c5-cc1a-4439-a61b-5f3af947c103" providerId="ADAL" clId="{F974098A-D316-484E-BC4F-369495AB9BC0}" dt="2024-04-10T04:13:52.419" v="247" actId="13926"/>
        <pc:sldMkLst>
          <pc:docMk/>
          <pc:sldMk cId="1754205854" sldId="331"/>
        </pc:sldMkLst>
        <pc:spChg chg="mod">
          <ac:chgData name="Yim Pan Chui, Dr. (CSD)" userId="06f431c5-cc1a-4439-a61b-5f3af947c103" providerId="ADAL" clId="{F974098A-D316-484E-BC4F-369495AB9BC0}" dt="2024-04-10T04:11:48.252" v="235" actId="13926"/>
          <ac:spMkLst>
            <pc:docMk/>
            <pc:sldMk cId="1754205854" sldId="331"/>
            <ac:spMk id="8" creationId="{00000000-0000-0000-0000-000000000000}"/>
          </ac:spMkLst>
        </pc:spChg>
        <pc:spChg chg="mod">
          <ac:chgData name="Yim Pan Chui, Dr. (CSD)" userId="06f431c5-cc1a-4439-a61b-5f3af947c103" providerId="ADAL" clId="{F974098A-D316-484E-BC4F-369495AB9BC0}" dt="2024-04-10T04:13:24.647" v="238" actId="13926"/>
          <ac:spMkLst>
            <pc:docMk/>
            <pc:sldMk cId="1754205854" sldId="331"/>
            <ac:spMk id="14" creationId="{00000000-0000-0000-0000-000000000000}"/>
          </ac:spMkLst>
        </pc:spChg>
        <pc:spChg chg="mod">
          <ac:chgData name="Yim Pan Chui, Dr. (CSD)" userId="06f431c5-cc1a-4439-a61b-5f3af947c103" providerId="ADAL" clId="{F974098A-D316-484E-BC4F-369495AB9BC0}" dt="2024-04-10T04:13:52.419" v="247" actId="13926"/>
          <ac:spMkLst>
            <pc:docMk/>
            <pc:sldMk cId="1754205854" sldId="331"/>
            <ac:spMk id="20" creationId="{00000000-0000-0000-0000-000000000000}"/>
          </ac:spMkLst>
        </pc:spChg>
      </pc:sldChg>
      <pc:sldChg chg="add">
        <pc:chgData name="Yim Pan Chui, Dr. (CSD)" userId="06f431c5-cc1a-4439-a61b-5f3af947c103" providerId="ADAL" clId="{F974098A-D316-484E-BC4F-369495AB9BC0}" dt="2024-04-10T04:17:38.486" v="257"/>
        <pc:sldMkLst>
          <pc:docMk/>
          <pc:sldMk cId="1562284854" sldId="333"/>
        </pc:sldMkLst>
      </pc:sldChg>
      <pc:sldChg chg="add del">
        <pc:chgData name="Yim Pan Chui, Dr. (CSD)" userId="06f431c5-cc1a-4439-a61b-5f3af947c103" providerId="ADAL" clId="{F974098A-D316-484E-BC4F-369495AB9BC0}" dt="2024-04-10T04:17:32.552" v="256"/>
        <pc:sldMkLst>
          <pc:docMk/>
          <pc:sldMk cId="3197016282" sldId="333"/>
        </pc:sldMkLst>
      </pc:sldChg>
      <pc:sldChg chg="addSp modSp add mod modAnim">
        <pc:chgData name="Yim Pan Chui, Dr. (CSD)" userId="06f431c5-cc1a-4439-a61b-5f3af947c103" providerId="ADAL" clId="{F974098A-D316-484E-BC4F-369495AB9BC0}" dt="2024-04-10T05:31:22.853" v="475"/>
        <pc:sldMkLst>
          <pc:docMk/>
          <pc:sldMk cId="581383787" sldId="335"/>
        </pc:sldMkLst>
        <pc:spChg chg="add mod ord">
          <ac:chgData name="Yim Pan Chui, Dr. (CSD)" userId="06f431c5-cc1a-4439-a61b-5f3af947c103" providerId="ADAL" clId="{F974098A-D316-484E-BC4F-369495AB9BC0}" dt="2024-04-10T05:06:46.134" v="463" actId="962"/>
          <ac:spMkLst>
            <pc:docMk/>
            <pc:sldMk cId="581383787" sldId="335"/>
            <ac:spMk id="26" creationId="{2A6D1E44-F625-A652-707F-B3FBA9451D17}"/>
          </ac:spMkLst>
        </pc:spChg>
        <pc:spChg chg="mod">
          <ac:chgData name="Yim Pan Chui, Dr. (CSD)" userId="06f431c5-cc1a-4439-a61b-5f3af947c103" providerId="ADAL" clId="{F974098A-D316-484E-BC4F-369495AB9BC0}" dt="2024-04-10T05:25:15.180" v="472" actId="13926"/>
          <ac:spMkLst>
            <pc:docMk/>
            <pc:sldMk cId="581383787" sldId="335"/>
            <ac:spMk id="11268" creationId="{00000000-0000-0000-0000-000000000000}"/>
          </ac:spMkLst>
        </pc:spChg>
      </pc:sldChg>
    </pc:docChg>
  </pc:docChgLst>
  <pc:docChgLst>
    <pc:chgData name="Yim Pan Chui, Dr. (CSD)" userId="06f431c5-cc1a-4439-a61b-5f3af947c103" providerId="ADAL" clId="{12496D5F-6B79-42BC-AD3C-E3259526B684}"/>
    <pc:docChg chg="modSld">
      <pc:chgData name="Yim Pan Chui, Dr. (CSD)" userId="06f431c5-cc1a-4439-a61b-5f3af947c103" providerId="ADAL" clId="{12496D5F-6B79-42BC-AD3C-E3259526B684}" dt="2023-04-17T01:49:42.373" v="16" actId="1076"/>
      <pc:docMkLst>
        <pc:docMk/>
      </pc:docMkLst>
      <pc:sldChg chg="modSp">
        <pc:chgData name="Yim Pan Chui, Dr. (CSD)" userId="06f431c5-cc1a-4439-a61b-5f3af947c103" providerId="ADAL" clId="{12496D5F-6B79-42BC-AD3C-E3259526B684}" dt="2023-04-17T01:49:42.373" v="16" actId="1076"/>
        <pc:sldMkLst>
          <pc:docMk/>
          <pc:sldMk cId="731171805" sldId="318"/>
        </pc:sldMkLst>
        <pc:spChg chg="mod">
          <ac:chgData name="Yim Pan Chui, Dr. (CSD)" userId="06f431c5-cc1a-4439-a61b-5f3af947c103" providerId="ADAL" clId="{12496D5F-6B79-42BC-AD3C-E3259526B684}" dt="2023-04-17T01:49:42.373" v="16" actId="1076"/>
          <ac:spMkLst>
            <pc:docMk/>
            <pc:sldMk cId="731171805" sldId="318"/>
            <ac:spMk id="9" creationId="{00000000-0000-0000-0000-000000000000}"/>
          </ac:spMkLst>
        </pc:spChg>
        <pc:spChg chg="mod">
          <ac:chgData name="Yim Pan Chui, Dr. (CSD)" userId="06f431c5-cc1a-4439-a61b-5f3af947c103" providerId="ADAL" clId="{12496D5F-6B79-42BC-AD3C-E3259526B684}" dt="2023-04-17T01:49:23.260" v="12" actId="20577"/>
          <ac:spMkLst>
            <pc:docMk/>
            <pc:sldMk cId="731171805" sldId="318"/>
            <ac:spMk id="11268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4/10/2024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4/10/2024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937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15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537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86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5635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73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4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223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10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9102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028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3405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0582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464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689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41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207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4078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013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sz="10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650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092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837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Rectangle 2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08259" name="Rectangle 3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08260" name="Rectangle 4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9751E2ED-8B28-4ACF-A72B-422E4AF78AE8}" type="slidenum">
              <a:rPr lang="zh-TW" altLang="en-US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0826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85800" y="1219200"/>
            <a:ext cx="7772400" cy="1933575"/>
          </a:xfrm>
        </p:spPr>
        <p:txBody>
          <a:bodyPr anchor="b"/>
          <a:lstStyle>
            <a:lvl1pPr algn="r">
              <a:defRPr sz="4400"/>
            </a:lvl1pPr>
          </a:lstStyle>
          <a:p>
            <a:pPr lvl="0"/>
            <a:r>
              <a:rPr lang="en-US" altLang="zh-TW" noProof="0"/>
              <a:t>Click to edit Master title style</a:t>
            </a:r>
          </a:p>
        </p:txBody>
      </p:sp>
      <p:sp>
        <p:nvSpPr>
          <p:cNvPr id="608262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05200"/>
            <a:ext cx="6400800" cy="17526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>
                <a:solidFill>
                  <a:srgbClr val="009999"/>
                </a:solidFill>
              </a:defRPr>
            </a:lvl1pPr>
          </a:lstStyle>
          <a:p>
            <a:pPr lvl="0"/>
            <a:r>
              <a:rPr lang="en-US" altLang="zh-TW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87978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43523E-F8E0-4563-B015-A6333791CF15}" type="slidenum">
              <a:rPr lang="zh-TW" altLang="en-US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11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EC42DF-5953-4D81-A56E-02D11B83DE39}" type="slidenum">
              <a:rPr lang="zh-TW" altLang="en-US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293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C7E8E6-F44B-40C5-8743-92A236E46AA2}" type="slidenum">
              <a:rPr lang="zh-TW" altLang="en-US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1760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E4AD22-AD0D-4C4F-B130-8BA46B2195F8}" type="slidenum">
              <a:rPr lang="zh-TW" altLang="en-US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4585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FEA137-6595-4C0B-8AEC-7A9A4A814402}" type="slidenum">
              <a:rPr lang="zh-TW" altLang="en-US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62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C03EA5-FF0C-47B1-A467-2A311A0CCD60}" type="slidenum">
              <a:rPr lang="zh-TW" altLang="en-US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34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CAD312-46C8-4B4A-AEE9-E85086224F9E}" type="slidenum">
              <a:rPr lang="zh-TW" altLang="en-US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26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A81B21-A19C-4BB0-8F35-86E15ADB3E89}" type="slidenum">
              <a:rPr lang="zh-TW" altLang="en-US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51821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D4650B-E034-4DD9-B835-FE8557AE39AA}" type="slidenum">
              <a:rPr lang="zh-TW" altLang="en-US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9235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4163" y="165100"/>
            <a:ext cx="2057400" cy="59658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5100"/>
            <a:ext cx="6024563" cy="59658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F11747-38F8-4579-A797-667D0C450375}" type="slidenum">
              <a:rPr lang="zh-TW" altLang="en-US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441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" y="1066800"/>
            <a:ext cx="8991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23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43000"/>
            <a:ext cx="8229600" cy="498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</a:p>
        </p:txBody>
      </p:sp>
      <p:sp>
        <p:nvSpPr>
          <p:cNvPr id="607235" name="Rectangle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 b="0">
                <a:latin typeface="Calibri" panose="020F0502020204030204" pitchFamily="34" charset="0"/>
                <a:ea typeface="新細明體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TW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607236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0">
                <a:latin typeface="Calibri" panose="020F0502020204030204" pitchFamily="34" charset="0"/>
                <a:ea typeface="新細明體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TW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60723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latin typeface="Calibri" panose="020F0502020204030204" pitchFamily="34" charset="0"/>
                <a:ea typeface="新細明體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B41258D-DB4B-4973-AAA6-A425F351D076}" type="slidenum">
              <a:rPr lang="zh-TW" altLang="en-US" smtClean="0">
                <a:solidFill>
                  <a:srgbClr val="000000"/>
                </a:solidFill>
                <a:cs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TW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60723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61963" y="165100"/>
            <a:ext cx="82296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8939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800">
          <a:solidFill>
            <a:srgbClr val="800000"/>
          </a:solidFill>
          <a:latin typeface="Calibri" panose="020F0502020204030204" pitchFamily="34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800">
          <a:solidFill>
            <a:srgbClr val="800000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800">
          <a:solidFill>
            <a:srgbClr val="800000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800">
          <a:solidFill>
            <a:srgbClr val="800000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800">
          <a:solidFill>
            <a:srgbClr val="800000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rgbClr val="800000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rgbClr val="800000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rgbClr val="800000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rgbClr val="800000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400">
          <a:solidFill>
            <a:schemeClr val="tx1"/>
          </a:solidFill>
          <a:latin typeface="Calibri" panose="020F0502020204030204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Calibri" panose="020F0502020204030204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Calibri" panose="020F0502020204030204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v9NEXX1VHc#t=337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arthur_benjamin_the_magic_of_fibonacci_number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0427"/>
            <a:ext cx="8534400" cy="2898773"/>
          </a:xfrm>
        </p:spPr>
        <p:txBody>
          <a:bodyPr>
            <a:normAutofit/>
          </a:bodyPr>
          <a:lstStyle/>
          <a:p>
            <a:pPr algn="ctr"/>
            <a:r>
              <a:rPr lang="en-US" altLang="zh-TW" b="1" dirty="0"/>
              <a:t>Recursion</a:t>
            </a:r>
            <a:endParaRPr lang="en-US" altLang="zh-TW" dirty="0">
              <a:ea typeface="新細明體" pitchFamily="18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(What is Recursion?)</a:t>
            </a:r>
          </a:p>
          <a:p>
            <a:endParaRPr lang="en-US" dirty="0"/>
          </a:p>
          <a:p>
            <a:r>
              <a:rPr lang="en-US" dirty="0"/>
              <a:t>How to trace a recursive function call?</a:t>
            </a:r>
          </a:p>
          <a:p>
            <a:endParaRPr lang="en-US" dirty="0"/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Fibonacci Numbers</a:t>
            </a:r>
          </a:p>
          <a:p>
            <a:pPr lvl="1"/>
            <a:r>
              <a:rPr lang="en-US" dirty="0"/>
              <a:t>Finding the largest number in an array (Optional)</a:t>
            </a:r>
          </a:p>
          <a:p>
            <a:pPr lvl="1"/>
            <a:r>
              <a:rPr lang="en-US" dirty="0"/>
              <a:t>Tower of Hanoi (Optional)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1728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A91C-558A-41A5-9CFE-916BA8E9C46C}" type="slidenum">
              <a:rPr lang="zh-TW" altLang="en-US"/>
              <a:pPr/>
              <a:t>3</a:t>
            </a:fld>
            <a:endParaRPr lang="en-US" altLang="zh-TW"/>
          </a:p>
        </p:txBody>
      </p:sp>
      <p:sp>
        <p:nvSpPr>
          <p:cNvPr id="577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itchFamily="18" charset="-120"/>
              </a:rPr>
              <a:t>Introduction</a:t>
            </a:r>
          </a:p>
        </p:txBody>
      </p:sp>
      <p:sp>
        <p:nvSpPr>
          <p:cNvPr id="577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9875" y="1371600"/>
            <a:ext cx="8526463" cy="4860925"/>
          </a:xfrm>
        </p:spPr>
        <p:txBody>
          <a:bodyPr/>
          <a:lstStyle/>
          <a:p>
            <a:r>
              <a:rPr lang="en-US" altLang="zh-TW" b="1" i="1" dirty="0">
                <a:ea typeface="新細明體" pitchFamily="18" charset="-120"/>
              </a:rPr>
              <a:t>Recursion</a:t>
            </a:r>
            <a:r>
              <a:rPr lang="en-US" altLang="zh-TW" dirty="0">
                <a:ea typeface="新細明體" pitchFamily="18" charset="-120"/>
              </a:rPr>
              <a:t> – a method of defining functions in which the function being defined may be used within its own definition.</a:t>
            </a:r>
          </a:p>
          <a:p>
            <a:endParaRPr lang="en-US" altLang="zh-TW" dirty="0">
              <a:ea typeface="新細明體" pitchFamily="18" charset="-120"/>
            </a:endParaRPr>
          </a:p>
          <a:p>
            <a:r>
              <a:rPr lang="en-US" altLang="zh-TW" dirty="0">
                <a:ea typeface="新細明體" pitchFamily="18" charset="-120"/>
              </a:rPr>
              <a:t>e.g.:</a:t>
            </a:r>
          </a:p>
          <a:p>
            <a:pPr lvl="1">
              <a:buFont typeface="Wingdings" pitchFamily="2" charset="2"/>
              <a:buNone/>
            </a:pPr>
            <a:r>
              <a:rPr lang="en-US" altLang="zh-TW" b="1" i="1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	</a:t>
            </a:r>
            <a:r>
              <a:rPr lang="en-US" altLang="zh-TW" i="1" dirty="0">
                <a:solidFill>
                  <a:srgbClr val="0000FF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f(N) = N * f(N-1)	, if N ≥ 1</a:t>
            </a:r>
          </a:p>
          <a:p>
            <a:pPr lvl="1">
              <a:buFont typeface="Wingdings" pitchFamily="2" charset="2"/>
              <a:buNone/>
            </a:pPr>
            <a:r>
              <a:rPr lang="en-US" altLang="zh-TW" i="1" dirty="0">
                <a:solidFill>
                  <a:srgbClr val="0000FF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	f(N) = 1         		, if N = 0</a:t>
            </a:r>
          </a:p>
        </p:txBody>
      </p:sp>
      <p:sp>
        <p:nvSpPr>
          <p:cNvPr id="577542" name="AutoShape 6"/>
          <p:cNvSpPr>
            <a:spLocks/>
          </p:cNvSpPr>
          <p:nvPr/>
        </p:nvSpPr>
        <p:spPr bwMode="auto">
          <a:xfrm>
            <a:off x="6324600" y="3810000"/>
            <a:ext cx="304800" cy="685800"/>
          </a:xfrm>
          <a:prstGeom prst="rightBrace">
            <a:avLst>
              <a:gd name="adj1" fmla="val 1875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7543" name="Text Box 7"/>
          <p:cNvSpPr txBox="1">
            <a:spLocks noChangeArrowheads="1"/>
          </p:cNvSpPr>
          <p:nvPr/>
        </p:nvSpPr>
        <p:spPr bwMode="auto">
          <a:xfrm>
            <a:off x="6705600" y="3954462"/>
            <a:ext cx="20808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000" b="0" dirty="0">
                <a:ea typeface="新細明體" pitchFamily="18" charset="-120"/>
              </a:rPr>
              <a:t>Recursive solution</a:t>
            </a:r>
          </a:p>
          <a:p>
            <a:r>
              <a:rPr lang="en-US" altLang="zh-TW" sz="2000" dirty="0">
                <a:ea typeface="新細明體" pitchFamily="18" charset="-120"/>
              </a:rPr>
              <a:t>(Not in C syntax)</a:t>
            </a:r>
            <a:endParaRPr lang="en-US" altLang="zh-TW" sz="2000" b="0" dirty="0">
              <a:ea typeface="新細明體" pitchFamily="18" charset="-12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533400" y="4876800"/>
            <a:ext cx="7620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0" dirty="0">
                <a:ea typeface="新細明體" pitchFamily="18" charset="-120"/>
              </a:rPr>
              <a:t>What is the value of f(3)?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ea typeface="新細明體" pitchFamily="18" charset="-120"/>
              </a:rPr>
              <a:t>What is this function?</a:t>
            </a:r>
            <a:endParaRPr lang="en-US" altLang="zh-TW" sz="2400" b="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2455843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Implementing </a:t>
            </a:r>
            <a:r>
              <a:rPr lang="en-US" altLang="zh-TW" sz="4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f()</a:t>
            </a:r>
            <a:r>
              <a:rPr lang="en-US" altLang="zh-TW" sz="4000" dirty="0">
                <a:ea typeface="新細明體" pitchFamily="18" charset="-120"/>
              </a:rPr>
              <a:t> as a Recursive Function</a:t>
            </a: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57200" y="990600"/>
            <a:ext cx="8686800" cy="384095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kumimoji="1"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f(</a:t>
            </a: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kumimoji="1"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n) {</a:t>
            </a:r>
          </a:p>
          <a:p>
            <a:pPr>
              <a:spcBef>
                <a:spcPct val="20000"/>
              </a:spcBef>
            </a:pPr>
            <a:r>
              <a:rPr kumimoji="1"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kumimoji="1"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(n ==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kumimoji="1"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</a:t>
            </a:r>
          </a:p>
          <a:p>
            <a:pPr>
              <a:spcBef>
                <a:spcPct val="20000"/>
              </a:spcBef>
            </a:pPr>
            <a:r>
              <a:rPr kumimoji="1"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kumimoji="1"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kumimoji="1"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spcBef>
                <a:spcPct val="20000"/>
              </a:spcBef>
            </a:pPr>
            <a:r>
              <a:rPr kumimoji="1"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kumimoji="1"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n * f(n-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kumimoji="1"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spcBef>
                <a:spcPct val="20000"/>
              </a:spcBef>
            </a:pPr>
            <a:r>
              <a:rPr kumimoji="1"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spcBef>
                <a:spcPct val="20000"/>
              </a:spcBef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main(void)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"f(3) =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f(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return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0" y="990600"/>
            <a:ext cx="461963" cy="384095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2" name="Rectangle 1"/>
          <p:cNvSpPr/>
          <p:nvPr/>
        </p:nvSpPr>
        <p:spPr>
          <a:xfrm>
            <a:off x="230981" y="5029200"/>
            <a:ext cx="65150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ea typeface="新細明體" pitchFamily="18" charset="-120"/>
              </a:rPr>
              <a:t>What happen when a function calls "itself"?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7D95505-CD31-6C4B-B809-C4E72FAE2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93369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BFA84-250F-45F8-BA48-7CBB6FB167C4}" type="slidenum">
              <a:rPr lang="zh-TW" altLang="en-US">
                <a:solidFill>
                  <a:srgbClr val="000000"/>
                </a:solidFill>
              </a:rPr>
              <a:pPr/>
              <a:t>5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82658" name="Text Box 2"/>
          <p:cNvSpPr txBox="1">
            <a:spLocks noChangeArrowheads="1"/>
          </p:cNvSpPr>
          <p:nvPr/>
        </p:nvSpPr>
        <p:spPr bwMode="auto">
          <a:xfrm>
            <a:off x="1384300" y="317500"/>
            <a:ext cx="3724275" cy="15017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f(</a:t>
            </a: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n) {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if (n == 0) return 1;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return n * f(n-1);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582659" name="Text Box 3"/>
          <p:cNvSpPr txBox="1">
            <a:spLocks noChangeArrowheads="1"/>
          </p:cNvSpPr>
          <p:nvPr/>
        </p:nvSpPr>
        <p:spPr bwMode="auto">
          <a:xfrm>
            <a:off x="193675" y="317500"/>
            <a:ext cx="10366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f(3)</a:t>
            </a:r>
          </a:p>
        </p:txBody>
      </p:sp>
      <p:sp>
        <p:nvSpPr>
          <p:cNvPr id="582660" name="Text Box 4"/>
          <p:cNvSpPr txBox="1">
            <a:spLocks noChangeArrowheads="1"/>
          </p:cNvSpPr>
          <p:nvPr/>
        </p:nvSpPr>
        <p:spPr bwMode="auto">
          <a:xfrm>
            <a:off x="5186363" y="317500"/>
            <a:ext cx="3724275" cy="406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n = 3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81000" y="2133600"/>
            <a:ext cx="8610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r>
              <a:rPr lang="en-US" altLang="zh-TW" sz="2400" b="0" dirty="0">
                <a:latin typeface="Calibri" panose="020F0502020204030204" pitchFamily="34" charset="0"/>
                <a:ea typeface="新細明體" pitchFamily="18" charset="-120"/>
              </a:rPr>
              <a:t>Initially, </a:t>
            </a: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main()</a:t>
            </a:r>
            <a:r>
              <a:rPr lang="en-US" altLang="zh-TW" sz="2400" b="0" dirty="0">
                <a:latin typeface="Calibri" panose="020F0502020204030204" pitchFamily="34" charset="0"/>
                <a:ea typeface="新細明體" pitchFamily="18" charset="-120"/>
              </a:rPr>
              <a:t> calls 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f(3)</a:t>
            </a:r>
            <a:r>
              <a:rPr lang="en-US" altLang="zh-TW" sz="2400" b="0" dirty="0">
                <a:latin typeface="Calibri" panose="020F0502020204030204" pitchFamily="34" charset="0"/>
                <a:ea typeface="新細明體" pitchFamily="18" charset="-120"/>
              </a:rPr>
              <a:t>.</a:t>
            </a:r>
          </a:p>
          <a:p>
            <a:r>
              <a:rPr lang="en-US" altLang="zh-TW" sz="2400" b="0" dirty="0">
                <a:latin typeface="Calibri" panose="020F0502020204030204" pitchFamily="34" charset="0"/>
                <a:ea typeface="新細明體" pitchFamily="18" charset="-120"/>
              </a:rPr>
              <a:t>In this function call, </a:t>
            </a: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</a:t>
            </a:r>
            <a:r>
              <a:rPr lang="en-US" altLang="zh-TW" sz="2400" b="0" dirty="0">
                <a:latin typeface="Calibri" panose="020F0502020204030204" pitchFamily="34" charset="0"/>
                <a:ea typeface="新細明體" pitchFamily="18" charset="-120"/>
              </a:rPr>
              <a:t> receives </a:t>
            </a: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400" b="0" dirty="0">
                <a:latin typeface="Calibri" panose="020F0502020204030204" pitchFamily="34" charset="0"/>
                <a:ea typeface="新細明體" pitchFamily="18" charset="-120"/>
              </a:rPr>
              <a:t> from 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main()</a:t>
            </a:r>
            <a:r>
              <a:rPr lang="en-US" altLang="zh-TW" sz="2400" b="0" dirty="0">
                <a:latin typeface="Calibri" panose="020F0502020204030204" pitchFamily="34" charset="0"/>
                <a:ea typeface="新細明體" pitchFamily="18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6578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DF4E-882C-46E7-8CE4-7BEBAEA0990E}" type="slidenum">
              <a:rPr lang="zh-TW" altLang="en-US">
                <a:solidFill>
                  <a:srgbClr val="000000"/>
                </a:solidFill>
              </a:rPr>
              <a:pPr/>
              <a:t>6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83682" name="Text Box 2"/>
          <p:cNvSpPr txBox="1">
            <a:spLocks noChangeArrowheads="1"/>
          </p:cNvSpPr>
          <p:nvPr/>
        </p:nvSpPr>
        <p:spPr bwMode="auto">
          <a:xfrm>
            <a:off x="1384300" y="317500"/>
            <a:ext cx="3724275" cy="1501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f(</a:t>
            </a: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n) {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if (n == 0) return 1;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return n * </a:t>
            </a:r>
            <a:r>
              <a:rPr kumimoji="1" lang="en-US" altLang="zh-TW" sz="2000" u="sng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f(n-1)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583683" name="Text Box 3"/>
          <p:cNvSpPr txBox="1">
            <a:spLocks noChangeArrowheads="1"/>
          </p:cNvSpPr>
          <p:nvPr/>
        </p:nvSpPr>
        <p:spPr bwMode="auto">
          <a:xfrm>
            <a:off x="1384300" y="1892300"/>
            <a:ext cx="3724275" cy="15017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f(</a:t>
            </a: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n) {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if (n == 0) return 1;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return n * f(n-1);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583685" name="Text Box 5"/>
          <p:cNvSpPr txBox="1">
            <a:spLocks noChangeArrowheads="1"/>
          </p:cNvSpPr>
          <p:nvPr/>
        </p:nvSpPr>
        <p:spPr bwMode="auto">
          <a:xfrm>
            <a:off x="5186363" y="317500"/>
            <a:ext cx="3724275" cy="406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n = 3</a:t>
            </a:r>
          </a:p>
        </p:txBody>
      </p:sp>
      <p:sp>
        <p:nvSpPr>
          <p:cNvPr id="583686" name="Text Box 6"/>
          <p:cNvSpPr txBox="1">
            <a:spLocks noChangeArrowheads="1"/>
          </p:cNvSpPr>
          <p:nvPr/>
        </p:nvSpPr>
        <p:spPr bwMode="auto">
          <a:xfrm>
            <a:off x="5186363" y="1892300"/>
            <a:ext cx="3724275" cy="406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n = 2</a:t>
            </a:r>
          </a:p>
        </p:txBody>
      </p:sp>
      <p:sp>
        <p:nvSpPr>
          <p:cNvPr id="583687" name="AutoShape 7"/>
          <p:cNvSpPr>
            <a:spLocks noChangeArrowheads="1"/>
          </p:cNvSpPr>
          <p:nvPr/>
        </p:nvSpPr>
        <p:spPr bwMode="auto">
          <a:xfrm>
            <a:off x="731838" y="1277938"/>
            <a:ext cx="536575" cy="1036637"/>
          </a:xfrm>
          <a:prstGeom prst="curvedRightArrow">
            <a:avLst>
              <a:gd name="adj1" fmla="val 15795"/>
              <a:gd name="adj2" fmla="val 54435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000000"/>
              </a:solidFill>
              <a:latin typeface="Calibri" panose="020F0502020204030204" pitchFamily="34" charset="0"/>
              <a:cs typeface="Times New Roman" pitchFamily="18" charset="0"/>
            </a:endParaRPr>
          </a:p>
        </p:txBody>
      </p:sp>
      <p:sp>
        <p:nvSpPr>
          <p:cNvPr id="583688" name="Text Box 8"/>
          <p:cNvSpPr txBox="1">
            <a:spLocks noChangeArrowheads="1"/>
          </p:cNvSpPr>
          <p:nvPr/>
        </p:nvSpPr>
        <p:spPr bwMode="auto">
          <a:xfrm>
            <a:off x="193675" y="1947863"/>
            <a:ext cx="10366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f(2)</a:t>
            </a:r>
          </a:p>
        </p:txBody>
      </p:sp>
      <p:sp>
        <p:nvSpPr>
          <p:cNvPr id="583689" name="Rectangle 9"/>
          <p:cNvSpPr>
            <a:spLocks noChangeArrowheads="1"/>
          </p:cNvSpPr>
          <p:nvPr/>
        </p:nvSpPr>
        <p:spPr bwMode="auto">
          <a:xfrm>
            <a:off x="381000" y="3733800"/>
            <a:ext cx="83058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000000"/>
                </a:solidFill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Conceptually, the function is not actually calling "itself" but a "clone" of itself.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TW" sz="2800" dirty="0">
              <a:solidFill>
                <a:srgbClr val="000000"/>
              </a:solidFill>
              <a:latin typeface="Calibri" panose="020F0502020204030204" pitchFamily="34" charset="0"/>
              <a:ea typeface="新細明體" pitchFamily="18" charset="-120"/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000000"/>
                </a:solidFill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Each "clone" of the function has its own local variables.</a:t>
            </a:r>
          </a:p>
        </p:txBody>
      </p:sp>
    </p:spTree>
    <p:extLst>
      <p:ext uri="{BB962C8B-B14F-4D97-AF65-F5344CB8AC3E}">
        <p14:creationId xmlns:p14="http://schemas.microsoft.com/office/powerpoint/2010/main" val="1033555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E5EC1-999C-4961-88D9-8302E763FCC8}" type="slidenum">
              <a:rPr lang="zh-TW" altLang="en-US">
                <a:solidFill>
                  <a:srgbClr val="000000"/>
                </a:solidFill>
              </a:rPr>
              <a:pPr/>
              <a:t>7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84706" name="Text Box 2"/>
          <p:cNvSpPr txBox="1">
            <a:spLocks noChangeArrowheads="1"/>
          </p:cNvSpPr>
          <p:nvPr/>
        </p:nvSpPr>
        <p:spPr bwMode="auto">
          <a:xfrm>
            <a:off x="1384300" y="317500"/>
            <a:ext cx="3724275" cy="15017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f(</a:t>
            </a: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n) {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if (n == 0) return 1;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return n * </a:t>
            </a:r>
            <a:r>
              <a:rPr kumimoji="1" lang="en-US" altLang="zh-TW" sz="2000" u="sng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f(n-1)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584707" name="Text Box 3"/>
          <p:cNvSpPr txBox="1">
            <a:spLocks noChangeArrowheads="1"/>
          </p:cNvSpPr>
          <p:nvPr/>
        </p:nvSpPr>
        <p:spPr bwMode="auto">
          <a:xfrm>
            <a:off x="1384300" y="1892300"/>
            <a:ext cx="3724275" cy="15017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f(</a:t>
            </a: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n) {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if (n == 0) return 1;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return n * </a:t>
            </a:r>
            <a:r>
              <a:rPr kumimoji="1" lang="en-US" altLang="zh-TW" sz="2000" u="sng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f(n-1)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584708" name="Text Box 4"/>
          <p:cNvSpPr txBox="1">
            <a:spLocks noChangeArrowheads="1"/>
          </p:cNvSpPr>
          <p:nvPr/>
        </p:nvSpPr>
        <p:spPr bwMode="auto">
          <a:xfrm>
            <a:off x="1384300" y="3467100"/>
            <a:ext cx="3724275" cy="15017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f(</a:t>
            </a: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n) {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if (n == 0) return 1;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return n * f(n-1);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584710" name="Text Box 6"/>
          <p:cNvSpPr txBox="1">
            <a:spLocks noChangeArrowheads="1"/>
          </p:cNvSpPr>
          <p:nvPr/>
        </p:nvSpPr>
        <p:spPr bwMode="auto">
          <a:xfrm>
            <a:off x="5186363" y="317500"/>
            <a:ext cx="3724275" cy="406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n = 3</a:t>
            </a:r>
          </a:p>
        </p:txBody>
      </p:sp>
      <p:sp>
        <p:nvSpPr>
          <p:cNvPr id="584711" name="Text Box 7"/>
          <p:cNvSpPr txBox="1">
            <a:spLocks noChangeArrowheads="1"/>
          </p:cNvSpPr>
          <p:nvPr/>
        </p:nvSpPr>
        <p:spPr bwMode="auto">
          <a:xfrm>
            <a:off x="5186363" y="1892300"/>
            <a:ext cx="3724275" cy="406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n = 2</a:t>
            </a:r>
          </a:p>
        </p:txBody>
      </p:sp>
      <p:sp>
        <p:nvSpPr>
          <p:cNvPr id="584712" name="Text Box 8"/>
          <p:cNvSpPr txBox="1">
            <a:spLocks noChangeArrowheads="1"/>
          </p:cNvSpPr>
          <p:nvPr/>
        </p:nvSpPr>
        <p:spPr bwMode="auto">
          <a:xfrm>
            <a:off x="5186363" y="3467100"/>
            <a:ext cx="3724275" cy="406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n = 1</a:t>
            </a:r>
          </a:p>
        </p:txBody>
      </p:sp>
      <p:sp>
        <p:nvSpPr>
          <p:cNvPr id="584713" name="AutoShape 9"/>
          <p:cNvSpPr>
            <a:spLocks noChangeArrowheads="1"/>
          </p:cNvSpPr>
          <p:nvPr/>
        </p:nvSpPr>
        <p:spPr bwMode="auto">
          <a:xfrm>
            <a:off x="693738" y="2814638"/>
            <a:ext cx="536575" cy="1036637"/>
          </a:xfrm>
          <a:prstGeom prst="curvedRightArrow">
            <a:avLst>
              <a:gd name="adj1" fmla="val 15795"/>
              <a:gd name="adj2" fmla="val 54435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cs typeface="Times New Roman" pitchFamily="18" charset="0"/>
            </a:endParaRPr>
          </a:p>
        </p:txBody>
      </p:sp>
      <p:sp>
        <p:nvSpPr>
          <p:cNvPr id="584714" name="Text Box 10"/>
          <p:cNvSpPr txBox="1">
            <a:spLocks noChangeArrowheads="1"/>
          </p:cNvSpPr>
          <p:nvPr/>
        </p:nvSpPr>
        <p:spPr bwMode="auto">
          <a:xfrm>
            <a:off x="174625" y="3484563"/>
            <a:ext cx="10366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f(1)</a:t>
            </a:r>
          </a:p>
        </p:txBody>
      </p:sp>
    </p:spTree>
    <p:extLst>
      <p:ext uri="{BB962C8B-B14F-4D97-AF65-F5344CB8AC3E}">
        <p14:creationId xmlns:p14="http://schemas.microsoft.com/office/powerpoint/2010/main" val="3363982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E104E-F59D-4FBB-91D9-FC035A838CBF}" type="slidenum">
              <a:rPr lang="zh-TW" altLang="en-US">
                <a:solidFill>
                  <a:srgbClr val="000000"/>
                </a:solidFill>
              </a:rPr>
              <a:pPr/>
              <a:t>8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85730" name="Text Box 2"/>
          <p:cNvSpPr txBox="1">
            <a:spLocks noChangeArrowheads="1"/>
          </p:cNvSpPr>
          <p:nvPr/>
        </p:nvSpPr>
        <p:spPr bwMode="auto">
          <a:xfrm>
            <a:off x="1384300" y="317500"/>
            <a:ext cx="3724275" cy="15017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f(</a:t>
            </a: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n) {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if (n == 0) return 1;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return n * </a:t>
            </a:r>
            <a:r>
              <a:rPr kumimoji="1" lang="en-US" altLang="zh-TW" sz="2000" u="sng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f(n-1)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585731" name="Text Box 3"/>
          <p:cNvSpPr txBox="1">
            <a:spLocks noChangeArrowheads="1"/>
          </p:cNvSpPr>
          <p:nvPr/>
        </p:nvSpPr>
        <p:spPr bwMode="auto">
          <a:xfrm>
            <a:off x="1384300" y="1892300"/>
            <a:ext cx="3724275" cy="15017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f(</a:t>
            </a: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n) {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if (n == 0) return 1;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return n * </a:t>
            </a:r>
            <a:r>
              <a:rPr kumimoji="1" lang="en-US" altLang="zh-TW" sz="2000" u="sng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f(n-1)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585732" name="Text Box 4"/>
          <p:cNvSpPr txBox="1">
            <a:spLocks noChangeArrowheads="1"/>
          </p:cNvSpPr>
          <p:nvPr/>
        </p:nvSpPr>
        <p:spPr bwMode="auto">
          <a:xfrm>
            <a:off x="1384300" y="3467100"/>
            <a:ext cx="3724275" cy="15017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f(</a:t>
            </a: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n) {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if (n == 0) return 1;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return n * </a:t>
            </a:r>
            <a:r>
              <a:rPr kumimoji="1" lang="en-US" altLang="zh-TW" sz="2000" u="sng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f(n-1)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585733" name="Text Box 5"/>
          <p:cNvSpPr txBox="1">
            <a:spLocks noChangeArrowheads="1"/>
          </p:cNvSpPr>
          <p:nvPr/>
        </p:nvSpPr>
        <p:spPr bwMode="auto">
          <a:xfrm>
            <a:off x="1384300" y="5041900"/>
            <a:ext cx="3724275" cy="150177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f(</a:t>
            </a: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n) {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if (n == 0) return 1;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return n * f(n-1);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585734" name="Text Box 6"/>
          <p:cNvSpPr txBox="1">
            <a:spLocks noChangeArrowheads="1"/>
          </p:cNvSpPr>
          <p:nvPr/>
        </p:nvSpPr>
        <p:spPr bwMode="auto">
          <a:xfrm>
            <a:off x="193675" y="5021263"/>
            <a:ext cx="10366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f(0)</a:t>
            </a:r>
          </a:p>
        </p:txBody>
      </p:sp>
      <p:sp>
        <p:nvSpPr>
          <p:cNvPr id="585735" name="Text Box 7"/>
          <p:cNvSpPr txBox="1">
            <a:spLocks noChangeArrowheads="1"/>
          </p:cNvSpPr>
          <p:nvPr/>
        </p:nvSpPr>
        <p:spPr bwMode="auto">
          <a:xfrm>
            <a:off x="5186363" y="317500"/>
            <a:ext cx="3724275" cy="406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n = 3</a:t>
            </a:r>
          </a:p>
        </p:txBody>
      </p:sp>
      <p:sp>
        <p:nvSpPr>
          <p:cNvPr id="585736" name="Text Box 8"/>
          <p:cNvSpPr txBox="1">
            <a:spLocks noChangeArrowheads="1"/>
          </p:cNvSpPr>
          <p:nvPr/>
        </p:nvSpPr>
        <p:spPr bwMode="auto">
          <a:xfrm>
            <a:off x="5186363" y="1892300"/>
            <a:ext cx="3724275" cy="406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n = 2</a:t>
            </a:r>
          </a:p>
        </p:txBody>
      </p:sp>
      <p:sp>
        <p:nvSpPr>
          <p:cNvPr id="585737" name="Text Box 9"/>
          <p:cNvSpPr txBox="1">
            <a:spLocks noChangeArrowheads="1"/>
          </p:cNvSpPr>
          <p:nvPr/>
        </p:nvSpPr>
        <p:spPr bwMode="auto">
          <a:xfrm>
            <a:off x="5186363" y="3467100"/>
            <a:ext cx="3724275" cy="406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n = 1</a:t>
            </a:r>
          </a:p>
        </p:txBody>
      </p:sp>
      <p:sp>
        <p:nvSpPr>
          <p:cNvPr id="585738" name="Text Box 10"/>
          <p:cNvSpPr txBox="1">
            <a:spLocks noChangeArrowheads="1"/>
          </p:cNvSpPr>
          <p:nvPr/>
        </p:nvSpPr>
        <p:spPr bwMode="auto">
          <a:xfrm>
            <a:off x="5186363" y="5041900"/>
            <a:ext cx="3724275" cy="4064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n = 0</a:t>
            </a:r>
          </a:p>
        </p:txBody>
      </p:sp>
      <p:sp>
        <p:nvSpPr>
          <p:cNvPr id="585739" name="AutoShape 11"/>
          <p:cNvSpPr>
            <a:spLocks noChangeArrowheads="1"/>
          </p:cNvSpPr>
          <p:nvPr/>
        </p:nvSpPr>
        <p:spPr bwMode="auto">
          <a:xfrm>
            <a:off x="693738" y="4351338"/>
            <a:ext cx="536575" cy="1036637"/>
          </a:xfrm>
          <a:prstGeom prst="curvedRightArrow">
            <a:avLst>
              <a:gd name="adj1" fmla="val 15795"/>
              <a:gd name="adj2" fmla="val 54435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068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23E10-9FD1-4362-862C-3E2C8BD3B935}" type="slidenum">
              <a:rPr lang="zh-TW" altLang="en-US">
                <a:solidFill>
                  <a:srgbClr val="000000"/>
                </a:solidFill>
              </a:rPr>
              <a:pPr/>
              <a:t>9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86754" name="Text Box 2"/>
          <p:cNvSpPr txBox="1">
            <a:spLocks noChangeArrowheads="1"/>
          </p:cNvSpPr>
          <p:nvPr/>
        </p:nvSpPr>
        <p:spPr bwMode="auto">
          <a:xfrm>
            <a:off x="1384300" y="317500"/>
            <a:ext cx="3724275" cy="15017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f(</a:t>
            </a: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n) {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if (n == 0) return 1;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return n * </a:t>
            </a:r>
            <a:r>
              <a:rPr kumimoji="1" lang="en-US" altLang="zh-TW" sz="2000" u="sng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f(n-1)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586755" name="Text Box 3"/>
          <p:cNvSpPr txBox="1">
            <a:spLocks noChangeArrowheads="1"/>
          </p:cNvSpPr>
          <p:nvPr/>
        </p:nvSpPr>
        <p:spPr bwMode="auto">
          <a:xfrm>
            <a:off x="1384300" y="1892300"/>
            <a:ext cx="3724275" cy="15017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f(</a:t>
            </a: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n) {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if (n == 0) return 1;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return n * </a:t>
            </a:r>
            <a:r>
              <a:rPr kumimoji="1" lang="en-US" altLang="zh-TW" sz="2000" u="sng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f(n-1)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586756" name="Text Box 4"/>
          <p:cNvSpPr txBox="1">
            <a:spLocks noChangeArrowheads="1"/>
          </p:cNvSpPr>
          <p:nvPr/>
        </p:nvSpPr>
        <p:spPr bwMode="auto">
          <a:xfrm>
            <a:off x="1384300" y="3467100"/>
            <a:ext cx="3724275" cy="15017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f(</a:t>
            </a: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n) {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if (n == 0) return 1;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return n * </a:t>
            </a:r>
            <a:r>
              <a:rPr kumimoji="1" lang="en-US" altLang="zh-TW" sz="2000" u="sng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f(n-1)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586757" name="Text Box 5"/>
          <p:cNvSpPr txBox="1">
            <a:spLocks noChangeArrowheads="1"/>
          </p:cNvSpPr>
          <p:nvPr/>
        </p:nvSpPr>
        <p:spPr bwMode="auto">
          <a:xfrm>
            <a:off x="1384300" y="5041900"/>
            <a:ext cx="3724275" cy="150177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f(</a:t>
            </a: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n) {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if (n == 0) return 1;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return n * f(n-1);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586759" name="Text Box 7"/>
          <p:cNvSpPr txBox="1">
            <a:spLocks noChangeArrowheads="1"/>
          </p:cNvSpPr>
          <p:nvPr/>
        </p:nvSpPr>
        <p:spPr bwMode="auto">
          <a:xfrm>
            <a:off x="5186363" y="317500"/>
            <a:ext cx="3724275" cy="406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n = 3</a:t>
            </a:r>
          </a:p>
        </p:txBody>
      </p:sp>
      <p:sp>
        <p:nvSpPr>
          <p:cNvPr id="586760" name="Text Box 8"/>
          <p:cNvSpPr txBox="1">
            <a:spLocks noChangeArrowheads="1"/>
          </p:cNvSpPr>
          <p:nvPr/>
        </p:nvSpPr>
        <p:spPr bwMode="auto">
          <a:xfrm>
            <a:off x="5186363" y="1892300"/>
            <a:ext cx="3724275" cy="406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n = 2</a:t>
            </a:r>
          </a:p>
        </p:txBody>
      </p:sp>
      <p:sp>
        <p:nvSpPr>
          <p:cNvPr id="586761" name="Text Box 9"/>
          <p:cNvSpPr txBox="1">
            <a:spLocks noChangeArrowheads="1"/>
          </p:cNvSpPr>
          <p:nvPr/>
        </p:nvSpPr>
        <p:spPr bwMode="auto">
          <a:xfrm>
            <a:off x="5186363" y="3467100"/>
            <a:ext cx="3724275" cy="406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n = 1</a:t>
            </a:r>
          </a:p>
        </p:txBody>
      </p:sp>
      <p:sp>
        <p:nvSpPr>
          <p:cNvPr id="586762" name="Text Box 10"/>
          <p:cNvSpPr txBox="1">
            <a:spLocks noChangeArrowheads="1"/>
          </p:cNvSpPr>
          <p:nvPr/>
        </p:nvSpPr>
        <p:spPr bwMode="auto">
          <a:xfrm>
            <a:off x="5186363" y="5041900"/>
            <a:ext cx="3724275" cy="4064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n = 0</a:t>
            </a:r>
          </a:p>
        </p:txBody>
      </p:sp>
      <p:sp>
        <p:nvSpPr>
          <p:cNvPr id="586763" name="AutoShape 11"/>
          <p:cNvSpPr>
            <a:spLocks noChangeArrowheads="1"/>
          </p:cNvSpPr>
          <p:nvPr/>
        </p:nvSpPr>
        <p:spPr bwMode="auto">
          <a:xfrm flipH="1" flipV="1">
            <a:off x="5032375" y="4197350"/>
            <a:ext cx="692150" cy="1458913"/>
          </a:xfrm>
          <a:prstGeom prst="curvedRightArrow">
            <a:avLst>
              <a:gd name="adj1" fmla="val 17233"/>
              <a:gd name="adj2" fmla="val 59389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cs typeface="Times New Roman" pitchFamily="18" charset="0"/>
            </a:endParaRPr>
          </a:p>
        </p:txBody>
      </p:sp>
      <p:sp>
        <p:nvSpPr>
          <p:cNvPr id="586764" name="Text Box 12"/>
          <p:cNvSpPr txBox="1">
            <a:spLocks noChangeArrowheads="1"/>
          </p:cNvSpPr>
          <p:nvPr/>
        </p:nvSpPr>
        <p:spPr bwMode="auto">
          <a:xfrm>
            <a:off x="5410200" y="5610225"/>
            <a:ext cx="14830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400" dirty="0">
                <a:solidFill>
                  <a:srgbClr val="000000"/>
                </a:solidFill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returns</a:t>
            </a:r>
            <a:r>
              <a:rPr kumimoji="1" lang="en-US" altLang="zh-TW" sz="2400" b="1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63819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FCF8-7126-46EC-8185-333A37D49F74}" type="slidenum">
              <a:rPr lang="zh-TW" altLang="en-US">
                <a:solidFill>
                  <a:srgbClr val="000000"/>
                </a:solidFill>
              </a:rPr>
              <a:pPr/>
              <a:t>10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87778" name="Text Box 2"/>
          <p:cNvSpPr txBox="1">
            <a:spLocks noChangeArrowheads="1"/>
          </p:cNvSpPr>
          <p:nvPr/>
        </p:nvSpPr>
        <p:spPr bwMode="auto">
          <a:xfrm>
            <a:off x="1384300" y="317500"/>
            <a:ext cx="3724275" cy="15017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f(</a:t>
            </a: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n) {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if (n == 0) return 1;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return n * </a:t>
            </a:r>
            <a:r>
              <a:rPr kumimoji="1" lang="en-US" altLang="zh-TW" sz="2000" u="sng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f(n-1)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587779" name="Text Box 3"/>
          <p:cNvSpPr txBox="1">
            <a:spLocks noChangeArrowheads="1"/>
          </p:cNvSpPr>
          <p:nvPr/>
        </p:nvSpPr>
        <p:spPr bwMode="auto">
          <a:xfrm>
            <a:off x="1384300" y="1892300"/>
            <a:ext cx="3724275" cy="15017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f(</a:t>
            </a: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n) {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if (n == 0) return 1;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return n * </a:t>
            </a:r>
            <a:r>
              <a:rPr kumimoji="1" lang="en-US" altLang="zh-TW" sz="2000" u="sng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f(n-1)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587780" name="Text Box 4"/>
          <p:cNvSpPr txBox="1">
            <a:spLocks noChangeArrowheads="1"/>
          </p:cNvSpPr>
          <p:nvPr/>
        </p:nvSpPr>
        <p:spPr bwMode="auto">
          <a:xfrm>
            <a:off x="1371600" y="3467100"/>
            <a:ext cx="3724275" cy="15017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f(</a:t>
            </a: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n) {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if (n == 0) return 1;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return n * </a:t>
            </a:r>
            <a:r>
              <a:rPr kumimoji="1" lang="en-US" altLang="zh-TW" sz="2000" u="sng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f(n-1)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587782" name="Text Box 6"/>
          <p:cNvSpPr txBox="1">
            <a:spLocks noChangeArrowheads="1"/>
          </p:cNvSpPr>
          <p:nvPr/>
        </p:nvSpPr>
        <p:spPr bwMode="auto">
          <a:xfrm>
            <a:off x="5186363" y="317500"/>
            <a:ext cx="3724275" cy="406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n = 3</a:t>
            </a:r>
          </a:p>
        </p:txBody>
      </p:sp>
      <p:sp>
        <p:nvSpPr>
          <p:cNvPr id="587783" name="Text Box 7"/>
          <p:cNvSpPr txBox="1">
            <a:spLocks noChangeArrowheads="1"/>
          </p:cNvSpPr>
          <p:nvPr/>
        </p:nvSpPr>
        <p:spPr bwMode="auto">
          <a:xfrm>
            <a:off x="5186363" y="1892300"/>
            <a:ext cx="3724275" cy="406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n = 2</a:t>
            </a:r>
          </a:p>
        </p:txBody>
      </p:sp>
      <p:sp>
        <p:nvSpPr>
          <p:cNvPr id="587784" name="Text Box 8"/>
          <p:cNvSpPr txBox="1">
            <a:spLocks noChangeArrowheads="1"/>
          </p:cNvSpPr>
          <p:nvPr/>
        </p:nvSpPr>
        <p:spPr bwMode="auto">
          <a:xfrm>
            <a:off x="5186363" y="3467100"/>
            <a:ext cx="3724275" cy="406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n = 1</a:t>
            </a:r>
          </a:p>
        </p:txBody>
      </p:sp>
      <p:sp>
        <p:nvSpPr>
          <p:cNvPr id="587785" name="AutoShape 9"/>
          <p:cNvSpPr>
            <a:spLocks noChangeArrowheads="1"/>
          </p:cNvSpPr>
          <p:nvPr/>
        </p:nvSpPr>
        <p:spPr bwMode="auto">
          <a:xfrm flipH="1" flipV="1">
            <a:off x="4994275" y="2622550"/>
            <a:ext cx="692150" cy="1843088"/>
          </a:xfrm>
          <a:prstGeom prst="curvedRightArrow">
            <a:avLst>
              <a:gd name="adj1" fmla="val 21771"/>
              <a:gd name="adj2" fmla="val 75028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cs typeface="Times New Roman" pitchFamily="18" charset="0"/>
            </a:endParaRPr>
          </a:p>
        </p:txBody>
      </p:sp>
      <p:sp>
        <p:nvSpPr>
          <p:cNvPr id="587786" name="Text Box 10"/>
          <p:cNvSpPr txBox="1">
            <a:spLocks noChangeArrowheads="1"/>
          </p:cNvSpPr>
          <p:nvPr/>
        </p:nvSpPr>
        <p:spPr bwMode="auto">
          <a:xfrm>
            <a:off x="5570538" y="4098925"/>
            <a:ext cx="227806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400" dirty="0">
                <a:solidFill>
                  <a:srgbClr val="000000"/>
                </a:solidFill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returns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400" b="1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1 * f(0)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400" b="1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= 1 * 1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400" b="1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=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70D83D-7303-F740-BCAD-923ED478D673}"/>
              </a:ext>
            </a:extLst>
          </p:cNvPr>
          <p:cNvSpPr txBox="1"/>
          <p:nvPr/>
        </p:nvSpPr>
        <p:spPr>
          <a:xfrm>
            <a:off x="3505200" y="448250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en-US" b="1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879495-43FF-2849-85A1-3C641EF84677}"/>
              </a:ext>
            </a:extLst>
          </p:cNvPr>
          <p:cNvSpPr txBox="1"/>
          <p:nvPr/>
        </p:nvSpPr>
        <p:spPr>
          <a:xfrm>
            <a:off x="2614551" y="448250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en-US" b="1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624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1528-8959-4955-AADC-30D8CAD5E384}" type="slidenum">
              <a:rPr lang="zh-TW" altLang="en-US">
                <a:solidFill>
                  <a:srgbClr val="000000"/>
                </a:solidFill>
              </a:rPr>
              <a:pPr/>
              <a:t>11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88802" name="Text Box 2"/>
          <p:cNvSpPr txBox="1">
            <a:spLocks noChangeArrowheads="1"/>
          </p:cNvSpPr>
          <p:nvPr/>
        </p:nvSpPr>
        <p:spPr bwMode="auto">
          <a:xfrm>
            <a:off x="1384300" y="317500"/>
            <a:ext cx="3724275" cy="15017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f(</a:t>
            </a: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n) {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if (n == 0) return 1;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return n * </a:t>
            </a:r>
            <a:r>
              <a:rPr kumimoji="1" lang="en-US" altLang="zh-TW" sz="2000" u="sng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f(n-1)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588803" name="Text Box 3"/>
          <p:cNvSpPr txBox="1">
            <a:spLocks noChangeArrowheads="1"/>
          </p:cNvSpPr>
          <p:nvPr/>
        </p:nvSpPr>
        <p:spPr bwMode="auto">
          <a:xfrm>
            <a:off x="1384300" y="1892300"/>
            <a:ext cx="3724275" cy="15017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f(</a:t>
            </a: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n) {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if (n == 0) return 1;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return n * </a:t>
            </a:r>
            <a:r>
              <a:rPr kumimoji="1" lang="en-US" altLang="zh-TW" sz="2000" u="sng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f(n-1)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588805" name="Text Box 5"/>
          <p:cNvSpPr txBox="1">
            <a:spLocks noChangeArrowheads="1"/>
          </p:cNvSpPr>
          <p:nvPr/>
        </p:nvSpPr>
        <p:spPr bwMode="auto">
          <a:xfrm>
            <a:off x="5186363" y="317500"/>
            <a:ext cx="3724275" cy="406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n = 3</a:t>
            </a:r>
          </a:p>
        </p:txBody>
      </p:sp>
      <p:sp>
        <p:nvSpPr>
          <p:cNvPr id="588806" name="Text Box 6"/>
          <p:cNvSpPr txBox="1">
            <a:spLocks noChangeArrowheads="1"/>
          </p:cNvSpPr>
          <p:nvPr/>
        </p:nvSpPr>
        <p:spPr bwMode="auto">
          <a:xfrm>
            <a:off x="5186363" y="1892300"/>
            <a:ext cx="3724275" cy="406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n = 2</a:t>
            </a:r>
          </a:p>
        </p:txBody>
      </p:sp>
      <p:sp>
        <p:nvSpPr>
          <p:cNvPr id="588807" name="AutoShape 7"/>
          <p:cNvSpPr>
            <a:spLocks noChangeArrowheads="1"/>
          </p:cNvSpPr>
          <p:nvPr/>
        </p:nvSpPr>
        <p:spPr bwMode="auto">
          <a:xfrm flipH="1" flipV="1">
            <a:off x="4994275" y="1123950"/>
            <a:ext cx="692150" cy="1843088"/>
          </a:xfrm>
          <a:prstGeom prst="curvedRightArrow">
            <a:avLst>
              <a:gd name="adj1" fmla="val 21771"/>
              <a:gd name="adj2" fmla="val 75028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cs typeface="Times New Roman" pitchFamily="18" charset="0"/>
            </a:endParaRPr>
          </a:p>
        </p:txBody>
      </p:sp>
      <p:sp>
        <p:nvSpPr>
          <p:cNvPr id="588808" name="Text Box 8"/>
          <p:cNvSpPr txBox="1">
            <a:spLocks noChangeArrowheads="1"/>
          </p:cNvSpPr>
          <p:nvPr/>
        </p:nvSpPr>
        <p:spPr bwMode="auto">
          <a:xfrm>
            <a:off x="5570538" y="2554288"/>
            <a:ext cx="171393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400" dirty="0">
                <a:solidFill>
                  <a:srgbClr val="000000"/>
                </a:solidFill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returns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400" b="1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2 * f(1)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400" b="1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= 2 * 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400" b="1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=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5697CE-0F08-1F40-B415-6D49062C2CD0}"/>
              </a:ext>
            </a:extLst>
          </p:cNvPr>
          <p:cNvSpPr txBox="1"/>
          <p:nvPr/>
        </p:nvSpPr>
        <p:spPr>
          <a:xfrm>
            <a:off x="3505200" y="2877453"/>
            <a:ext cx="354584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en-US" b="1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BC8D25-B52B-884E-AF65-BFC4B9DEC26D}"/>
              </a:ext>
            </a:extLst>
          </p:cNvPr>
          <p:cNvSpPr txBox="1"/>
          <p:nvPr/>
        </p:nvSpPr>
        <p:spPr>
          <a:xfrm>
            <a:off x="2650177" y="2877453"/>
            <a:ext cx="354584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US" b="1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482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E6EE1-A43E-4CDC-9C94-AE72A6D7C282}" type="slidenum">
              <a:rPr lang="zh-TW" altLang="en-US">
                <a:solidFill>
                  <a:srgbClr val="000000"/>
                </a:solidFill>
              </a:rPr>
              <a:pPr/>
              <a:t>12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89826" name="Text Box 2"/>
          <p:cNvSpPr txBox="1">
            <a:spLocks noChangeArrowheads="1"/>
          </p:cNvSpPr>
          <p:nvPr/>
        </p:nvSpPr>
        <p:spPr bwMode="auto">
          <a:xfrm>
            <a:off x="1384300" y="317500"/>
            <a:ext cx="3724275" cy="15017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f(</a:t>
            </a:r>
            <a:r>
              <a:rPr kumimoji="1"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n) {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if (n == 0) return 1;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return n * </a:t>
            </a:r>
            <a:r>
              <a:rPr kumimoji="1" lang="en-US" altLang="zh-TW" sz="2000" u="sng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f(n-1)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  <p:sp>
        <p:nvSpPr>
          <p:cNvPr id="589828" name="Text Box 4"/>
          <p:cNvSpPr txBox="1">
            <a:spLocks noChangeArrowheads="1"/>
          </p:cNvSpPr>
          <p:nvPr/>
        </p:nvSpPr>
        <p:spPr bwMode="auto">
          <a:xfrm>
            <a:off x="5186363" y="317500"/>
            <a:ext cx="3724275" cy="406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n = 3</a:t>
            </a:r>
          </a:p>
        </p:txBody>
      </p:sp>
      <p:sp>
        <p:nvSpPr>
          <p:cNvPr id="589829" name="Text Box 5"/>
          <p:cNvSpPr txBox="1">
            <a:spLocks noChangeArrowheads="1"/>
          </p:cNvSpPr>
          <p:nvPr/>
        </p:nvSpPr>
        <p:spPr bwMode="auto">
          <a:xfrm>
            <a:off x="5262563" y="1077913"/>
            <a:ext cx="154401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400" dirty="0">
                <a:solidFill>
                  <a:srgbClr val="000000"/>
                </a:solidFill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rPr>
              <a:t>returns</a:t>
            </a:r>
            <a:endParaRPr kumimoji="1" lang="en-US" altLang="zh-TW" sz="2400" b="1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400" b="1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3 * f(2)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400" b="1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= 3 * 2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400" b="1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= 6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81000" y="2819400"/>
            <a:ext cx="8610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r>
              <a:rPr lang="en-US" altLang="zh-TW" sz="2400" b="0" dirty="0">
                <a:latin typeface="Calibri" panose="020F0502020204030204" pitchFamily="34" charset="0"/>
                <a:ea typeface="新細明體" pitchFamily="18" charset="-120"/>
              </a:rPr>
              <a:t>Finally, 6 is returned to </a:t>
            </a: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main()</a:t>
            </a: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.</a:t>
            </a:r>
            <a:endParaRPr lang="en-US" altLang="zh-TW" sz="2400" b="0" dirty="0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9A1900-8CA1-594B-97D6-80CE1C6A05DD}"/>
              </a:ext>
            </a:extLst>
          </p:cNvPr>
          <p:cNvSpPr txBox="1"/>
          <p:nvPr/>
        </p:nvSpPr>
        <p:spPr>
          <a:xfrm>
            <a:off x="3505200" y="1309985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US" b="1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EBE66E-85EC-8949-967D-024BB04957E1}"/>
              </a:ext>
            </a:extLst>
          </p:cNvPr>
          <p:cNvSpPr txBox="1"/>
          <p:nvPr/>
        </p:nvSpPr>
        <p:spPr>
          <a:xfrm>
            <a:off x="2650176" y="1309985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US" b="1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428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– Stack Overflow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the important components of a recursive function is the </a:t>
            </a:r>
            <a:r>
              <a:rPr lang="en-US" b="1" dirty="0">
                <a:solidFill>
                  <a:srgbClr val="FF0000"/>
                </a:solidFill>
              </a:rPr>
              <a:t>termination condition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When a recursion cannot terminate, the computer will eventually run out of "stack space" in the memory and generate a runtime error called </a:t>
            </a:r>
            <a:r>
              <a:rPr lang="en-US" b="1" u="sng" dirty="0"/>
              <a:t>stack overflow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You can experience the error by removing the if statement in the above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1198" y="6400800"/>
            <a:ext cx="7837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About recursion and stack: 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https://www.youtube.com/watch?v=Mv9NEXX1VHc#t=337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762000" y="2057400"/>
            <a:ext cx="7772400" cy="136652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f(</a:t>
            </a:r>
            <a:r>
              <a:rPr kumimoji="1"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int</a:t>
            </a:r>
            <a:r>
              <a:rPr kumimoji="1"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n) {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</a:t>
            </a:r>
            <a:r>
              <a:rPr kumimoji="1" lang="en-US" altLang="zh-TW" b="1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if (n == 0) return 1;  </a:t>
            </a:r>
            <a:r>
              <a:rPr kumimoji="1"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// Termination condition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  return n * </a:t>
            </a:r>
            <a:r>
              <a:rPr kumimoji="1" lang="en-US" altLang="zh-TW" u="sng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f(n-1)</a:t>
            </a:r>
            <a:r>
              <a:rPr kumimoji="1"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088446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-rtn">
            <a:extLst>
              <a:ext uri="{FF2B5EF4-FFF2-40B4-BE49-F238E27FC236}">
                <a16:creationId xmlns:a16="http://schemas.microsoft.com/office/drawing/2014/main" id="{2A6D1E44-F625-A652-707F-B3FBA9451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44903"/>
            <a:ext cx="8534400" cy="35257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6" name="p2: after">
            <a:extLst>
              <a:ext uri="{FF2B5EF4-FFF2-40B4-BE49-F238E27FC236}">
                <a16:creationId xmlns:a16="http://schemas.microsoft.com/office/drawing/2014/main" id="{1435A045-800A-4857-FD5D-BCCFB1689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444" y="3403645"/>
            <a:ext cx="8534400" cy="3525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8" name="p2 &gt; p1">
            <a:extLst>
              <a:ext uri="{FF2B5EF4-FFF2-40B4-BE49-F238E27FC236}">
                <a16:creationId xmlns:a16="http://schemas.microsoft.com/office/drawing/2014/main" id="{7A0050D1-FFA3-A0E4-CC65-98F4C88F6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49202"/>
            <a:ext cx="8534400" cy="352577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10" name="p2: before">
            <a:extLst>
              <a:ext uri="{FF2B5EF4-FFF2-40B4-BE49-F238E27FC236}">
                <a16:creationId xmlns:a16="http://schemas.microsoft.com/office/drawing/2014/main" id="{ED7617E8-C4ED-148C-7648-D6D260E15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8534400" cy="35257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11" name="p1: after">
            <a:extLst>
              <a:ext uri="{FF2B5EF4-FFF2-40B4-BE49-F238E27FC236}">
                <a16:creationId xmlns:a16="http://schemas.microsoft.com/office/drawing/2014/main" id="{7C2364FD-092A-EB82-BF64-EED9C9080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03645"/>
            <a:ext cx="8534400" cy="3525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12" name="p1 &gt; p0">
            <a:extLst>
              <a:ext uri="{FF2B5EF4-FFF2-40B4-BE49-F238E27FC236}">
                <a16:creationId xmlns:a16="http://schemas.microsoft.com/office/drawing/2014/main" id="{CAEF8332-49CE-935B-BCF2-960C566A0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44" y="2749202"/>
            <a:ext cx="8534400" cy="352577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13" name="p1: before">
            <a:extLst>
              <a:ext uri="{FF2B5EF4-FFF2-40B4-BE49-F238E27FC236}">
                <a16:creationId xmlns:a16="http://schemas.microsoft.com/office/drawing/2014/main" id="{FA63F8B9-6687-F109-580E-27CD9FB56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44" y="1371600"/>
            <a:ext cx="8534400" cy="35257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14" name="p0: before">
            <a:extLst>
              <a:ext uri="{FF2B5EF4-FFF2-40B4-BE49-F238E27FC236}">
                <a16:creationId xmlns:a16="http://schemas.microsoft.com/office/drawing/2014/main" id="{405FECED-F691-4AFB-AABC-280336648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44" y="1371600"/>
            <a:ext cx="8534400" cy="35257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Exercise: What's the output?</a:t>
            </a: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57200" y="990600"/>
            <a:ext cx="8686800" cy="52657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print(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x)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"Before: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x);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// Before calling print()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&lt;=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print( x -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"After: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x);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// After calling print()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endParaRPr lang="en-US" altLang="zh-TW" sz="20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main() {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print(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0" y="990600"/>
            <a:ext cx="461963" cy="52657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6019800" y="4773828"/>
            <a:ext cx="2882900" cy="1649944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Before: 2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Before: 1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Before: 0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After: 1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After: 2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6103EB4-28E6-C54D-BEF1-A13DB8E5C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Code tracing">
            <a:extLst>
              <a:ext uri="{FF2B5EF4-FFF2-40B4-BE49-F238E27FC236}">
                <a16:creationId xmlns:a16="http://schemas.microsoft.com/office/drawing/2014/main" id="{9EB16F68-ADB5-AAC9-A9A4-48FE3B8D2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9189" y="3966814"/>
            <a:ext cx="1447800" cy="3866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main()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3" name="Code tracing">
            <a:extLst>
              <a:ext uri="{FF2B5EF4-FFF2-40B4-BE49-F238E27FC236}">
                <a16:creationId xmlns:a16="http://schemas.microsoft.com/office/drawing/2014/main" id="{332D8FA9-F8AC-DF39-BA2D-63E8B3884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0170" y="4447182"/>
            <a:ext cx="1482811" cy="38666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print(2)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4" name="Code tracing">
            <a:extLst>
              <a:ext uri="{FF2B5EF4-FFF2-40B4-BE49-F238E27FC236}">
                <a16:creationId xmlns:a16="http://schemas.microsoft.com/office/drawing/2014/main" id="{080B1C78-2EB3-5146-84D1-6682F5581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910045"/>
            <a:ext cx="1482811" cy="386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print(1)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5" name="Code tracing">
            <a:extLst>
              <a:ext uri="{FF2B5EF4-FFF2-40B4-BE49-F238E27FC236}">
                <a16:creationId xmlns:a16="http://schemas.microsoft.com/office/drawing/2014/main" id="{3CBE7DB3-3EB2-935D-FB5A-957669712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0230" y="5375997"/>
            <a:ext cx="1482811" cy="386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print(0)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5" name="箭號: 彎曲 14">
            <a:extLst>
              <a:ext uri="{FF2B5EF4-FFF2-40B4-BE49-F238E27FC236}">
                <a16:creationId xmlns:a16="http://schemas.microsoft.com/office/drawing/2014/main" id="{C50F0B2C-679B-10B0-579D-48364C03EC20}"/>
              </a:ext>
            </a:extLst>
          </p:cNvPr>
          <p:cNvSpPr/>
          <p:nvPr/>
        </p:nvSpPr>
        <p:spPr>
          <a:xfrm flipV="1">
            <a:off x="3522134" y="5325843"/>
            <a:ext cx="2536385" cy="709184"/>
          </a:xfrm>
          <a:prstGeom prst="bentArrow">
            <a:avLst>
              <a:gd name="adj1" fmla="val 9319"/>
              <a:gd name="adj2" fmla="val 15417"/>
              <a:gd name="adj3" fmla="val 18030"/>
              <a:gd name="adj4" fmla="val 4375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solidFill>
                <a:schemeClr val="tx1"/>
              </a:solidFill>
            </a:endParaRPr>
          </a:p>
        </p:txBody>
      </p:sp>
      <p:sp>
        <p:nvSpPr>
          <p:cNvPr id="16" name="箭號: 彎曲 15">
            <a:extLst>
              <a:ext uri="{FF2B5EF4-FFF2-40B4-BE49-F238E27FC236}">
                <a16:creationId xmlns:a16="http://schemas.microsoft.com/office/drawing/2014/main" id="{957F2CFC-757E-150E-96C9-8446DC49769F}"/>
              </a:ext>
            </a:extLst>
          </p:cNvPr>
          <p:cNvSpPr/>
          <p:nvPr/>
        </p:nvSpPr>
        <p:spPr>
          <a:xfrm flipV="1">
            <a:off x="3320170" y="4833843"/>
            <a:ext cx="2738349" cy="1542547"/>
          </a:xfrm>
          <a:prstGeom prst="bentArrow">
            <a:avLst>
              <a:gd name="adj1" fmla="val 4082"/>
              <a:gd name="adj2" fmla="val 7812"/>
              <a:gd name="adj3" fmla="val 7771"/>
              <a:gd name="adj4" fmla="val 4375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solidFill>
                <a:schemeClr val="tx1"/>
              </a:solidFill>
            </a:endParaRPr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B170BD74-DD69-CE59-324C-4B5C473DD263}"/>
              </a:ext>
            </a:extLst>
          </p:cNvPr>
          <p:cNvSpPr/>
          <p:nvPr/>
        </p:nvSpPr>
        <p:spPr>
          <a:xfrm rot="744912">
            <a:off x="4765150" y="4688431"/>
            <a:ext cx="1289081" cy="18010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EB06486E-154D-6D00-E75C-89534DD0F2CA}"/>
              </a:ext>
            </a:extLst>
          </p:cNvPr>
          <p:cNvSpPr/>
          <p:nvPr/>
        </p:nvSpPr>
        <p:spPr>
          <a:xfrm rot="432483">
            <a:off x="4976724" y="5100952"/>
            <a:ext cx="1075550" cy="16728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66C2B696-190C-39E2-FAD1-122087D634DF}"/>
              </a:ext>
            </a:extLst>
          </p:cNvPr>
          <p:cNvSpPr/>
          <p:nvPr/>
        </p:nvSpPr>
        <p:spPr>
          <a:xfrm>
            <a:off x="5173041" y="5520097"/>
            <a:ext cx="885478" cy="14845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 dirty="0">
              <a:highlight>
                <a:srgbClr val="FFFF00"/>
              </a:highlight>
            </a:endParaRPr>
          </a:p>
        </p:txBody>
      </p:sp>
      <p:sp>
        <p:nvSpPr>
          <p:cNvPr id="20" name="箭號: 弧形下彎 19">
            <a:extLst>
              <a:ext uri="{FF2B5EF4-FFF2-40B4-BE49-F238E27FC236}">
                <a16:creationId xmlns:a16="http://schemas.microsoft.com/office/drawing/2014/main" id="{CC94165A-6727-FD67-BF4D-BD14F53DC5E6}"/>
              </a:ext>
            </a:extLst>
          </p:cNvPr>
          <p:cNvSpPr/>
          <p:nvPr/>
        </p:nvSpPr>
        <p:spPr>
          <a:xfrm rot="4385607">
            <a:off x="4455993" y="4206163"/>
            <a:ext cx="365386" cy="205921"/>
          </a:xfrm>
          <a:prstGeom prst="curved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solidFill>
                <a:schemeClr val="tx1"/>
              </a:solidFill>
            </a:endParaRPr>
          </a:p>
        </p:txBody>
      </p:sp>
      <p:sp>
        <p:nvSpPr>
          <p:cNvPr id="21" name="箭號: 弧形下彎 20">
            <a:extLst>
              <a:ext uri="{FF2B5EF4-FFF2-40B4-BE49-F238E27FC236}">
                <a16:creationId xmlns:a16="http://schemas.microsoft.com/office/drawing/2014/main" id="{FA0CF61C-0D55-0D3A-77C7-2C4C24A8014D}"/>
              </a:ext>
            </a:extLst>
          </p:cNvPr>
          <p:cNvSpPr/>
          <p:nvPr/>
        </p:nvSpPr>
        <p:spPr>
          <a:xfrm rot="4385607">
            <a:off x="4711189" y="4816622"/>
            <a:ext cx="365386" cy="205921"/>
          </a:xfrm>
          <a:prstGeom prst="curvedDown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solidFill>
                <a:schemeClr val="tx1"/>
              </a:solidFill>
            </a:endParaRPr>
          </a:p>
        </p:txBody>
      </p:sp>
      <p:sp>
        <p:nvSpPr>
          <p:cNvPr id="22" name="箭號: 弧形下彎 21">
            <a:extLst>
              <a:ext uri="{FF2B5EF4-FFF2-40B4-BE49-F238E27FC236}">
                <a16:creationId xmlns:a16="http://schemas.microsoft.com/office/drawing/2014/main" id="{2C75E729-12C7-B595-65AC-385A3A64B7B2}"/>
              </a:ext>
            </a:extLst>
          </p:cNvPr>
          <p:cNvSpPr/>
          <p:nvPr/>
        </p:nvSpPr>
        <p:spPr>
          <a:xfrm rot="4385607">
            <a:off x="4925418" y="5297084"/>
            <a:ext cx="365386" cy="205921"/>
          </a:xfrm>
          <a:prstGeom prst="curvedDown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solidFill>
                <a:schemeClr val="tx1"/>
              </a:solidFill>
            </a:endParaRPr>
          </a:p>
        </p:txBody>
      </p:sp>
      <p:sp>
        <p:nvSpPr>
          <p:cNvPr id="23" name="箭號: 弧形下彎 22">
            <a:extLst>
              <a:ext uri="{FF2B5EF4-FFF2-40B4-BE49-F238E27FC236}">
                <a16:creationId xmlns:a16="http://schemas.microsoft.com/office/drawing/2014/main" id="{C178E5B4-09C9-3FEE-2B06-3DEDBCDCFD38}"/>
              </a:ext>
            </a:extLst>
          </p:cNvPr>
          <p:cNvSpPr/>
          <p:nvPr/>
        </p:nvSpPr>
        <p:spPr>
          <a:xfrm rot="14389034">
            <a:off x="3546212" y="5369183"/>
            <a:ext cx="365386" cy="187201"/>
          </a:xfrm>
          <a:prstGeom prst="curvedDown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solidFill>
                <a:schemeClr val="tx1"/>
              </a:solidFill>
            </a:endParaRPr>
          </a:p>
        </p:txBody>
      </p:sp>
      <p:sp>
        <p:nvSpPr>
          <p:cNvPr id="24" name="箭號: 弧形下彎 23">
            <a:extLst>
              <a:ext uri="{FF2B5EF4-FFF2-40B4-BE49-F238E27FC236}">
                <a16:creationId xmlns:a16="http://schemas.microsoft.com/office/drawing/2014/main" id="{7C0A8A18-7204-D265-0330-93A9972A6B3B}"/>
              </a:ext>
            </a:extLst>
          </p:cNvPr>
          <p:cNvSpPr/>
          <p:nvPr/>
        </p:nvSpPr>
        <p:spPr>
          <a:xfrm rot="14389034">
            <a:off x="3370254" y="4878310"/>
            <a:ext cx="365386" cy="187201"/>
          </a:xfrm>
          <a:prstGeom prst="curvedDown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solidFill>
                <a:schemeClr val="tx1"/>
              </a:solidFill>
            </a:endParaRPr>
          </a:p>
        </p:txBody>
      </p:sp>
      <p:sp>
        <p:nvSpPr>
          <p:cNvPr id="25" name="箭號: 弧形下彎 24">
            <a:extLst>
              <a:ext uri="{FF2B5EF4-FFF2-40B4-BE49-F238E27FC236}">
                <a16:creationId xmlns:a16="http://schemas.microsoft.com/office/drawing/2014/main" id="{EAA3C0E5-2EF5-ED69-D265-D94317634F08}"/>
              </a:ext>
            </a:extLst>
          </p:cNvPr>
          <p:cNvSpPr/>
          <p:nvPr/>
        </p:nvSpPr>
        <p:spPr>
          <a:xfrm rot="14389034">
            <a:off x="3132229" y="4353759"/>
            <a:ext cx="365386" cy="205921"/>
          </a:xfrm>
          <a:prstGeom prst="curvedDown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3837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5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000"/>
                            </p:stCondLst>
                            <p:childTnLst>
                              <p:par>
                                <p:cTn id="1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500"/>
                            </p:stCondLst>
                            <p:childTnLst>
                              <p:par>
                                <p:cTn id="1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2000"/>
                            </p:stCondLst>
                            <p:childTnLst>
                              <p:par>
                                <p:cTn id="1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500"/>
                            </p:stCondLst>
                            <p:childTnLst>
                              <p:par>
                                <p:cTn id="1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  <p:bldP spid="6" grpId="0" animBg="1"/>
      <p:bldP spid="8" grpId="0" animBg="1"/>
      <p:bldP spid="8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2" grpId="0" animBg="1"/>
      <p:bldP spid="3" grpId="0" animBg="1"/>
      <p:bldP spid="4" grpId="0" animBg="1"/>
      <p:bldP spid="5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Example: Fibonacci Number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Fibonacci number introduction video:</a:t>
            </a:r>
          </a:p>
          <a:p>
            <a:pPr lvl="1"/>
            <a:r>
              <a:rPr lang="en-US" dirty="0">
                <a:hlinkClick r:id="rId3"/>
              </a:rPr>
              <a:t>http://www.ted.com/talks/arthur_benjamin_the_magic_of_fibonacci_numbers</a:t>
            </a:r>
            <a:r>
              <a:rPr lang="en-US" dirty="0"/>
              <a:t> </a:t>
            </a:r>
          </a:p>
          <a:p>
            <a:endParaRPr lang="en-US" sz="1600" dirty="0"/>
          </a:p>
          <a:p>
            <a:r>
              <a:rPr lang="en-US" dirty="0"/>
              <a:t>Fibonacci number is a sequence of number: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n</a:t>
            </a:r>
            <a:r>
              <a:rPr lang="en-US" dirty="0"/>
              <a:t>-</a:t>
            </a:r>
            <a:r>
              <a:rPr lang="en-US" dirty="0" err="1"/>
              <a:t>th</a:t>
            </a:r>
            <a:r>
              <a:rPr lang="en-US" dirty="0"/>
              <a:t> number in the sequence </a:t>
            </a:r>
            <a:r>
              <a:rPr lang="en-US" b="1" dirty="0">
                <a:solidFill>
                  <a:srgbClr val="C00000"/>
                </a:solidFill>
              </a:rPr>
              <a:t>depends on the previous two numbers</a:t>
            </a:r>
            <a:r>
              <a:rPr lang="en-US" dirty="0"/>
              <a:t> in the same sequence.</a:t>
            </a:r>
          </a:p>
          <a:p>
            <a:pPr lvl="1"/>
            <a:r>
              <a:rPr lang="en-US" dirty="0"/>
              <a:t>e.g., </a:t>
            </a:r>
            <a:r>
              <a:rPr lang="en-US" altLang="zh-TW" dirty="0">
                <a:ea typeface="新細明體" pitchFamily="18" charset="-120"/>
              </a:rPr>
              <a:t>0, 1, 1, 2, 3, 5, 8, 13, 21, 34, 55, 89, 144, …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59069" y="4576088"/>
            <a:ext cx="3810000" cy="1925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08000" tIns="108000" rIns="108000" bIns="108000" rtlCol="0" anchor="t"/>
          <a:lstStyle/>
          <a:p>
            <a:r>
              <a:rPr lang="en-US" b="1" u="sng" dirty="0">
                <a:latin typeface="Consolas" panose="020B0609020204030204" pitchFamily="49" charset="0"/>
                <a:cs typeface="Consolas" panose="020B0609020204030204" pitchFamily="49" charset="0"/>
              </a:rPr>
              <a:t>n-</a:t>
            </a:r>
            <a:r>
              <a:rPr lang="en-US" b="1" u="sng" dirty="0" err="1">
                <a:latin typeface="Consolas" panose="020B0609020204030204" pitchFamily="49" charset="0"/>
                <a:cs typeface="Consolas" panose="020B0609020204030204" pitchFamily="49" charset="0"/>
              </a:rPr>
              <a:t>th</a:t>
            </a:r>
            <a:r>
              <a:rPr lang="en-US" b="1" u="sng" dirty="0">
                <a:latin typeface="Consolas" panose="020B0609020204030204" pitchFamily="49" charset="0"/>
                <a:cs typeface="Consolas" panose="020B0609020204030204" pitchFamily="49" charset="0"/>
              </a:rPr>
              <a:t> Fibonacci number: f(n)</a:t>
            </a:r>
          </a:p>
          <a:p>
            <a:endParaRPr lang="en-US" b="1" u="sng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if n is 0:  return 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if n is 1:  return 1;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if n is &gt; 1: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return f(n-1) + f(n-2);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10200" y="5217651"/>
            <a:ext cx="3429000" cy="74331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We leave the implementation to you as an exercise.</a:t>
            </a:r>
          </a:p>
        </p:txBody>
      </p:sp>
    </p:spTree>
    <p:extLst>
      <p:ext uri="{BB962C8B-B14F-4D97-AF65-F5344CB8AC3E}">
        <p14:creationId xmlns:p14="http://schemas.microsoft.com/office/powerpoint/2010/main" val="140248931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2800" dirty="0">
                <a:solidFill>
                  <a:prstClr val="black"/>
                </a:solidFill>
                <a:ea typeface="新細明體" pitchFamily="18" charset="-120"/>
              </a:rPr>
              <a:t>Example: Finding the largest number in an array of N integers </a:t>
            </a:r>
            <a:r>
              <a:rPr lang="en-US" altLang="zh-TW" sz="2800" b="1" dirty="0">
                <a:solidFill>
                  <a:srgbClr val="C00000"/>
                </a:solidFill>
                <a:ea typeface="新細明體" pitchFamily="18" charset="-120"/>
              </a:rPr>
              <a:t>(Optional)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0338" y="1066800"/>
            <a:ext cx="8932985" cy="3124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Let A[0…M] = the sub-array containing elements A[0], A[1], …, A[M]</a:t>
            </a:r>
          </a:p>
          <a:p>
            <a:endParaRPr lang="en-US" sz="1400" dirty="0"/>
          </a:p>
          <a:p>
            <a:r>
              <a:rPr lang="en-US" sz="2400" dirty="0"/>
              <a:t>We can define a recursive function to find the largest element in an array A (with N elements) as</a:t>
            </a:r>
          </a:p>
          <a:p>
            <a:pPr lvl="1"/>
            <a:r>
              <a:rPr lang="en-US" sz="2000" dirty="0">
                <a:highlight>
                  <a:srgbClr val="00FF00"/>
                </a:highlight>
              </a:rPr>
              <a:t>largest(A[0…</a:t>
            </a:r>
            <a:r>
              <a:rPr lang="en-US" sz="2000" b="1" u="sng" dirty="0">
                <a:highlight>
                  <a:srgbClr val="00FF00"/>
                </a:highlight>
              </a:rPr>
              <a:t>N-1</a:t>
            </a:r>
            <a:r>
              <a:rPr lang="en-US" sz="2000" dirty="0">
                <a:highlight>
                  <a:srgbClr val="00FF00"/>
                </a:highlight>
              </a:rPr>
              <a:t>])</a:t>
            </a:r>
            <a:r>
              <a:rPr lang="en-US" sz="2000" dirty="0"/>
              <a:t> = max( </a:t>
            </a:r>
            <a:r>
              <a:rPr lang="en-US" sz="2000" dirty="0">
                <a:highlight>
                  <a:srgbClr val="FFFF00"/>
                </a:highlight>
              </a:rPr>
              <a:t>largest(A[0…</a:t>
            </a:r>
            <a:r>
              <a:rPr lang="en-US" sz="2000" b="1" u="sng" dirty="0">
                <a:highlight>
                  <a:srgbClr val="FFFF00"/>
                </a:highlight>
              </a:rPr>
              <a:t>N-2</a:t>
            </a:r>
            <a:r>
              <a:rPr lang="en-US" sz="2000" dirty="0">
                <a:highlight>
                  <a:srgbClr val="FFFF00"/>
                </a:highlight>
              </a:rPr>
              <a:t>])</a:t>
            </a:r>
            <a:r>
              <a:rPr lang="en-US" sz="2000" dirty="0"/>
              <a:t>, </a:t>
            </a:r>
            <a:r>
              <a:rPr lang="en-US" sz="2000" dirty="0">
                <a:highlight>
                  <a:srgbClr val="00FFFF"/>
                </a:highlight>
              </a:rPr>
              <a:t>A[</a:t>
            </a:r>
            <a:r>
              <a:rPr lang="en-US" sz="2000" b="1" dirty="0">
                <a:highlight>
                  <a:srgbClr val="00FFFF"/>
                </a:highlight>
              </a:rPr>
              <a:t>N-1</a:t>
            </a:r>
            <a:r>
              <a:rPr lang="en-US" sz="2000" dirty="0">
                <a:highlight>
                  <a:srgbClr val="00FFFF"/>
                </a:highlight>
              </a:rPr>
              <a:t>]</a:t>
            </a:r>
            <a:r>
              <a:rPr lang="en-US" sz="2000" dirty="0"/>
              <a:t> )</a:t>
            </a:r>
          </a:p>
          <a:p>
            <a:pPr lvl="1"/>
            <a:r>
              <a:rPr lang="en-US" sz="2000" dirty="0"/>
              <a:t>largest(A[0…0]) = A[0]</a:t>
            </a:r>
          </a:p>
        </p:txBody>
      </p:sp>
      <p:graphicFrame>
        <p:nvGraphicFramePr>
          <p:cNvPr id="11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0702771"/>
              </p:ext>
            </p:extLst>
          </p:nvPr>
        </p:nvGraphicFramePr>
        <p:xfrm>
          <a:off x="1749064" y="4292489"/>
          <a:ext cx="572611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6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6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6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6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6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61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61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6701539"/>
              </p:ext>
            </p:extLst>
          </p:nvPr>
        </p:nvGraphicFramePr>
        <p:xfrm>
          <a:off x="1749064" y="3911489"/>
          <a:ext cx="5726110" cy="36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72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6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6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6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6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6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61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61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Left Brace 12"/>
          <p:cNvSpPr/>
          <p:nvPr/>
        </p:nvSpPr>
        <p:spPr>
          <a:xfrm rot="16200000">
            <a:off x="4092214" y="2368439"/>
            <a:ext cx="419100" cy="51054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46361" y="5102636"/>
            <a:ext cx="3084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Largest number in </a:t>
            </a:r>
            <a:r>
              <a:rPr lang="en-US" dirty="0">
                <a:highlight>
                  <a:srgbClr val="FFFF00"/>
                </a:highlight>
              </a:rPr>
              <a:t>A[0…8]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  <a:highlight>
                  <a:srgbClr val="FFFF00"/>
                </a:highlight>
              </a:rPr>
              <a:t>55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5331244" y="5287302"/>
            <a:ext cx="989820" cy="2762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6625864" y="4711588"/>
            <a:ext cx="533400" cy="8519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26154" y="5577351"/>
            <a:ext cx="2040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max(</a:t>
            </a:r>
            <a:r>
              <a:rPr lang="en-US" dirty="0">
                <a:solidFill>
                  <a:srgbClr val="C00000"/>
                </a:solidFill>
              </a:rPr>
              <a:t>55</a:t>
            </a:r>
            <a:r>
              <a:rPr lang="en-US" dirty="0"/>
              <a:t>, </a:t>
            </a:r>
            <a:r>
              <a:rPr lang="en-US" dirty="0">
                <a:highlight>
                  <a:srgbClr val="00FFFF"/>
                </a:highlight>
              </a:rPr>
              <a:t>A[9]</a:t>
            </a:r>
            <a:r>
              <a:rPr lang="en-US" dirty="0"/>
              <a:t>)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>
                <a:highlight>
                  <a:srgbClr val="00FF00"/>
                </a:highlight>
                <a:sym typeface="Wingdings" panose="05000000000000000000" pitchFamily="2" charset="2"/>
              </a:rPr>
              <a:t>81</a:t>
            </a:r>
            <a:endParaRPr lang="en-US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54205854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D88A-F383-4191-8E68-3323F7947B0F}" type="slidenum">
              <a:rPr lang="zh-TW" altLang="en-US"/>
              <a:pPr/>
              <a:t>17</a:t>
            </a:fld>
            <a:endParaRPr lang="en-US" altLang="zh-TW"/>
          </a:p>
        </p:txBody>
      </p:sp>
      <p:sp>
        <p:nvSpPr>
          <p:cNvPr id="5949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8991600" cy="914400"/>
          </a:xfrm>
        </p:spPr>
        <p:txBody>
          <a:bodyPr>
            <a:noAutofit/>
          </a:bodyPr>
          <a:lstStyle/>
          <a:p>
            <a:r>
              <a:rPr lang="en-US" altLang="zh-TW" sz="2800" dirty="0">
                <a:ea typeface="新細明體" pitchFamily="18" charset="-120"/>
              </a:rPr>
              <a:t>Example: Finding the largest number in an array of N integers </a:t>
            </a:r>
            <a:r>
              <a:rPr lang="en-US" altLang="zh-TW" sz="2800" b="1" dirty="0">
                <a:solidFill>
                  <a:srgbClr val="C00000"/>
                </a:solidFill>
                <a:ea typeface="新細明體" pitchFamily="18" charset="-120"/>
              </a:rPr>
              <a:t>(Optional)</a:t>
            </a:r>
          </a:p>
        </p:txBody>
      </p:sp>
      <p:sp>
        <p:nvSpPr>
          <p:cNvPr id="594947" name="Rectangle 3"/>
          <p:cNvSpPr>
            <a:spLocks noChangeArrowheads="1"/>
          </p:cNvSpPr>
          <p:nvPr/>
        </p:nvSpPr>
        <p:spPr bwMode="auto">
          <a:xfrm>
            <a:off x="461963" y="990600"/>
            <a:ext cx="8682036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None/>
            </a:pPr>
            <a:r>
              <a:rPr lang="en-US" altLang="zh-TW" sz="18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N is the # of elements to be processed</a:t>
            </a:r>
            <a:endParaRPr lang="en-US" altLang="zh-TW" sz="180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180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largest(</a:t>
            </a:r>
            <a:r>
              <a:rPr lang="en-US" altLang="zh-TW" sz="1800" dirty="0" err="1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180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a[], </a:t>
            </a:r>
            <a:r>
              <a:rPr lang="en-US" altLang="zh-TW" sz="1800" dirty="0" err="1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180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N) </a:t>
            </a: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{ </a:t>
            </a:r>
            <a:endParaRPr lang="en-US" altLang="zh-TW" sz="180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18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180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altLang="zh-TW" sz="180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18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(N == </a:t>
            </a:r>
            <a:r>
              <a:rPr lang="en-US" altLang="zh-TW" sz="180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  </a:t>
            </a:r>
            <a:r>
              <a:rPr lang="en-US" altLang="zh-TW" sz="18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a[</a:t>
            </a:r>
            <a:r>
              <a:rPr lang="en-US" altLang="zh-TW" sz="180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180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Find the largest in A[0...N-2] (first N-1 elements)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180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180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largest(a, N-1)</a:t>
            </a: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180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Compare the last element to the largest element in A[0...N-2]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18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180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a[N-</a:t>
            </a:r>
            <a:r>
              <a:rPr lang="en-US" altLang="zh-TW" sz="1800" dirty="0">
                <a:solidFill>
                  <a:srgbClr val="3399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180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</a:t>
            </a: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&gt; </a:t>
            </a:r>
            <a:r>
              <a:rPr lang="en-US" altLang="zh-TW" sz="180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 </a:t>
            </a:r>
            <a:r>
              <a:rPr lang="en-US" altLang="zh-TW" sz="18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180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a[N-</a:t>
            </a:r>
            <a:r>
              <a:rPr lang="en-US" altLang="zh-TW" sz="1800" dirty="0">
                <a:solidFill>
                  <a:srgbClr val="3399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180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</a:t>
            </a: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</a:t>
            </a:r>
            <a:r>
              <a:rPr lang="en-US" altLang="zh-TW" sz="18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 </a:t>
            </a:r>
            <a:r>
              <a:rPr lang="en-US" altLang="zh-TW" sz="18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180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990600"/>
            <a:ext cx="461963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ts val="432"/>
              </a:spcBef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ts val="432"/>
              </a:spcBef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spcBef>
                <a:spcPts val="432"/>
              </a:spcBef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spcBef>
                <a:spcPts val="432"/>
              </a:spcBef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spcBef>
                <a:spcPts val="432"/>
              </a:spcBef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ts val="432"/>
              </a:spcBef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ts val="432"/>
              </a:spcBef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ts val="432"/>
              </a:spcBef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ts val="432"/>
              </a:spcBef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ts val="432"/>
              </a:spcBef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ts val="432"/>
              </a:spcBef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ts val="432"/>
              </a:spcBef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ts val="432"/>
              </a:spcBef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ts val="432"/>
              </a:spcBef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spcBef>
                <a:spcPts val="432"/>
              </a:spcBef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spcBef>
                <a:spcPts val="432"/>
              </a:spcBef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348810765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5C00F-9383-4BC5-AD80-F57E0D40A8A9}" type="slidenum">
              <a:rPr lang="zh-TW" altLang="en-US"/>
              <a:pPr/>
              <a:t>18</a:t>
            </a:fld>
            <a:endParaRPr lang="en-US" altLang="zh-TW"/>
          </a:p>
        </p:txBody>
      </p:sp>
      <p:sp>
        <p:nvSpPr>
          <p:cNvPr id="598018" name="Line 2"/>
          <p:cNvSpPr>
            <a:spLocks noChangeShapeType="1"/>
          </p:cNvSpPr>
          <p:nvPr/>
        </p:nvSpPr>
        <p:spPr bwMode="auto">
          <a:xfrm>
            <a:off x="4580731" y="4178300"/>
            <a:ext cx="0" cy="1497012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8019" name="Line 3"/>
          <p:cNvSpPr>
            <a:spLocks noChangeShapeType="1"/>
          </p:cNvSpPr>
          <p:nvPr/>
        </p:nvSpPr>
        <p:spPr bwMode="auto">
          <a:xfrm>
            <a:off x="2047081" y="1414462"/>
            <a:ext cx="0" cy="1497013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8020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Example: Tower of Hanoi </a:t>
            </a:r>
            <a:r>
              <a:rPr lang="en-US" altLang="zh-TW" sz="4000" b="1" dirty="0">
                <a:solidFill>
                  <a:srgbClr val="C00000"/>
                </a:solidFill>
                <a:ea typeface="新細明體" pitchFamily="18" charset="-120"/>
              </a:rPr>
              <a:t>(Optional)</a:t>
            </a:r>
            <a:endParaRPr lang="en-US" altLang="zh-TW" sz="4000" dirty="0">
              <a:ea typeface="新細明體" pitchFamily="18" charset="-120"/>
            </a:endParaRPr>
          </a:p>
        </p:txBody>
      </p:sp>
      <p:sp>
        <p:nvSpPr>
          <p:cNvPr id="598021" name="AutoShape 5"/>
          <p:cNvSpPr>
            <a:spLocks noChangeArrowheads="1"/>
          </p:cNvSpPr>
          <p:nvPr/>
        </p:nvSpPr>
        <p:spPr bwMode="auto">
          <a:xfrm>
            <a:off x="1527968" y="2487610"/>
            <a:ext cx="998538" cy="1920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8022" name="AutoShape 6"/>
          <p:cNvSpPr>
            <a:spLocks noChangeArrowheads="1"/>
          </p:cNvSpPr>
          <p:nvPr/>
        </p:nvSpPr>
        <p:spPr bwMode="auto">
          <a:xfrm>
            <a:off x="1701006" y="2275678"/>
            <a:ext cx="652462" cy="1920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8023" name="AutoShape 7"/>
          <p:cNvSpPr>
            <a:spLocks noChangeArrowheads="1"/>
          </p:cNvSpPr>
          <p:nvPr/>
        </p:nvSpPr>
        <p:spPr bwMode="auto">
          <a:xfrm>
            <a:off x="1393031" y="2699543"/>
            <a:ext cx="1268412" cy="1920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8025" name="Line 9"/>
          <p:cNvSpPr>
            <a:spLocks noChangeShapeType="1"/>
          </p:cNvSpPr>
          <p:nvPr/>
        </p:nvSpPr>
        <p:spPr bwMode="auto">
          <a:xfrm>
            <a:off x="4580731" y="1374775"/>
            <a:ext cx="0" cy="1497012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8026" name="Line 10"/>
          <p:cNvSpPr>
            <a:spLocks noChangeShapeType="1"/>
          </p:cNvSpPr>
          <p:nvPr/>
        </p:nvSpPr>
        <p:spPr bwMode="auto">
          <a:xfrm>
            <a:off x="7231856" y="1374775"/>
            <a:ext cx="0" cy="1497012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8027" name="Text Box 11"/>
          <p:cNvSpPr txBox="1">
            <a:spLocks noChangeArrowheads="1"/>
          </p:cNvSpPr>
          <p:nvPr/>
        </p:nvSpPr>
        <p:spPr bwMode="auto">
          <a:xfrm>
            <a:off x="1893093" y="2911475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b="0">
                <a:ea typeface="新細明體" pitchFamily="18" charset="-120"/>
              </a:rPr>
              <a:t>A</a:t>
            </a:r>
          </a:p>
        </p:txBody>
      </p:sp>
      <p:sp>
        <p:nvSpPr>
          <p:cNvPr id="598028" name="Text Box 12"/>
          <p:cNvSpPr txBox="1">
            <a:spLocks noChangeArrowheads="1"/>
          </p:cNvSpPr>
          <p:nvPr/>
        </p:nvSpPr>
        <p:spPr bwMode="auto">
          <a:xfrm>
            <a:off x="4426743" y="2911475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b="0">
                <a:ea typeface="新細明體" pitchFamily="18" charset="-120"/>
              </a:rPr>
              <a:t>B</a:t>
            </a:r>
          </a:p>
        </p:txBody>
      </p:sp>
      <p:sp>
        <p:nvSpPr>
          <p:cNvPr id="598029" name="Text Box 13"/>
          <p:cNvSpPr txBox="1">
            <a:spLocks noChangeArrowheads="1"/>
          </p:cNvSpPr>
          <p:nvPr/>
        </p:nvSpPr>
        <p:spPr bwMode="auto">
          <a:xfrm>
            <a:off x="7039768" y="2911475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b="0">
                <a:ea typeface="新細明體" pitchFamily="18" charset="-120"/>
              </a:rPr>
              <a:t>C</a:t>
            </a:r>
          </a:p>
        </p:txBody>
      </p:sp>
      <p:sp>
        <p:nvSpPr>
          <p:cNvPr id="598030" name="Line 14"/>
          <p:cNvSpPr>
            <a:spLocks noChangeShapeType="1"/>
          </p:cNvSpPr>
          <p:nvPr/>
        </p:nvSpPr>
        <p:spPr bwMode="auto">
          <a:xfrm>
            <a:off x="2047081" y="4217987"/>
            <a:ext cx="0" cy="1497013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8031" name="AutoShape 15"/>
          <p:cNvSpPr>
            <a:spLocks noChangeArrowheads="1"/>
          </p:cNvSpPr>
          <p:nvPr/>
        </p:nvSpPr>
        <p:spPr bwMode="auto">
          <a:xfrm>
            <a:off x="4069797" y="5254623"/>
            <a:ext cx="998537" cy="1920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8032" name="AutoShape 16"/>
          <p:cNvSpPr>
            <a:spLocks noChangeArrowheads="1"/>
          </p:cNvSpPr>
          <p:nvPr/>
        </p:nvSpPr>
        <p:spPr bwMode="auto">
          <a:xfrm>
            <a:off x="4242833" y="5044279"/>
            <a:ext cx="652463" cy="1920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8033" name="AutoShape 17"/>
          <p:cNvSpPr>
            <a:spLocks noChangeArrowheads="1"/>
          </p:cNvSpPr>
          <p:nvPr/>
        </p:nvSpPr>
        <p:spPr bwMode="auto">
          <a:xfrm>
            <a:off x="3934860" y="5464968"/>
            <a:ext cx="1268413" cy="1920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8035" name="Line 19"/>
          <p:cNvSpPr>
            <a:spLocks noChangeShapeType="1"/>
          </p:cNvSpPr>
          <p:nvPr/>
        </p:nvSpPr>
        <p:spPr bwMode="auto">
          <a:xfrm>
            <a:off x="7231856" y="4178300"/>
            <a:ext cx="0" cy="1497012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8036" name="Text Box 20"/>
          <p:cNvSpPr txBox="1">
            <a:spLocks noChangeArrowheads="1"/>
          </p:cNvSpPr>
          <p:nvPr/>
        </p:nvSpPr>
        <p:spPr bwMode="auto">
          <a:xfrm>
            <a:off x="1893093" y="5715000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b="0">
                <a:ea typeface="新細明體" pitchFamily="18" charset="-120"/>
              </a:rPr>
              <a:t>A</a:t>
            </a:r>
          </a:p>
        </p:txBody>
      </p:sp>
      <p:sp>
        <p:nvSpPr>
          <p:cNvPr id="598037" name="Text Box 21"/>
          <p:cNvSpPr txBox="1">
            <a:spLocks noChangeArrowheads="1"/>
          </p:cNvSpPr>
          <p:nvPr/>
        </p:nvSpPr>
        <p:spPr bwMode="auto">
          <a:xfrm>
            <a:off x="4426743" y="5715000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b="0">
                <a:ea typeface="新細明體" pitchFamily="18" charset="-120"/>
              </a:rPr>
              <a:t>B</a:t>
            </a:r>
          </a:p>
        </p:txBody>
      </p:sp>
      <p:sp>
        <p:nvSpPr>
          <p:cNvPr id="598038" name="Text Box 22"/>
          <p:cNvSpPr txBox="1">
            <a:spLocks noChangeArrowheads="1"/>
          </p:cNvSpPr>
          <p:nvPr/>
        </p:nvSpPr>
        <p:spPr bwMode="auto">
          <a:xfrm>
            <a:off x="7039768" y="5715000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b="0">
                <a:ea typeface="新細明體" pitchFamily="18" charset="-120"/>
              </a:rPr>
              <a:t>C</a:t>
            </a:r>
          </a:p>
        </p:txBody>
      </p:sp>
      <p:sp>
        <p:nvSpPr>
          <p:cNvPr id="598039" name="AutoShape 23"/>
          <p:cNvSpPr>
            <a:spLocks noChangeArrowheads="1"/>
          </p:cNvSpPr>
          <p:nvPr/>
        </p:nvSpPr>
        <p:spPr bwMode="auto">
          <a:xfrm>
            <a:off x="4312443" y="3448050"/>
            <a:ext cx="538163" cy="346075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8040" name="Rectangle 24"/>
          <p:cNvSpPr>
            <a:spLocks noChangeArrowheads="1"/>
          </p:cNvSpPr>
          <p:nvPr/>
        </p:nvSpPr>
        <p:spPr bwMode="auto">
          <a:xfrm>
            <a:off x="894556" y="1066800"/>
            <a:ext cx="7412037" cy="2228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8041" name="Rectangle 25"/>
          <p:cNvSpPr>
            <a:spLocks noChangeArrowheads="1"/>
          </p:cNvSpPr>
          <p:nvPr/>
        </p:nvSpPr>
        <p:spPr bwMode="auto">
          <a:xfrm>
            <a:off x="894556" y="3870325"/>
            <a:ext cx="7412037" cy="2228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276418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049" name="Rectangle 9"/>
          <p:cNvSpPr>
            <a:spLocks noChangeArrowheads="1"/>
          </p:cNvSpPr>
          <p:nvPr/>
        </p:nvSpPr>
        <p:spPr bwMode="auto">
          <a:xfrm>
            <a:off x="846138" y="125413"/>
            <a:ext cx="7373937" cy="157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99057" name="Rectangle 17"/>
          <p:cNvSpPr>
            <a:spLocks noChangeArrowheads="1"/>
          </p:cNvSpPr>
          <p:nvPr/>
        </p:nvSpPr>
        <p:spPr bwMode="auto">
          <a:xfrm>
            <a:off x="846138" y="1778000"/>
            <a:ext cx="7373937" cy="157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99066" name="Rectangle 26"/>
          <p:cNvSpPr>
            <a:spLocks noChangeArrowheads="1"/>
          </p:cNvSpPr>
          <p:nvPr/>
        </p:nvSpPr>
        <p:spPr bwMode="auto">
          <a:xfrm>
            <a:off x="846138" y="3427413"/>
            <a:ext cx="7373937" cy="157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99074" name="Rectangle 34"/>
          <p:cNvSpPr>
            <a:spLocks noChangeArrowheads="1"/>
          </p:cNvSpPr>
          <p:nvPr/>
        </p:nvSpPr>
        <p:spPr bwMode="auto">
          <a:xfrm>
            <a:off x="846138" y="5080000"/>
            <a:ext cx="7373937" cy="157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8A2C6-EBD4-4333-A88C-2F46E2A2818C}" type="slidenum">
              <a:rPr lang="zh-TW" altLang="en-US"/>
              <a:pPr/>
              <a:t>19</a:t>
            </a:fld>
            <a:endParaRPr lang="en-US" altLang="zh-TW"/>
          </a:p>
        </p:txBody>
      </p:sp>
      <p:sp>
        <p:nvSpPr>
          <p:cNvPr id="599042" name="Line 2"/>
          <p:cNvSpPr>
            <a:spLocks noChangeShapeType="1"/>
          </p:cNvSpPr>
          <p:nvPr/>
        </p:nvSpPr>
        <p:spPr bwMode="auto">
          <a:xfrm>
            <a:off x="1998663" y="1893888"/>
            <a:ext cx="0" cy="1114425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9043" name="Line 3"/>
          <p:cNvSpPr>
            <a:spLocks noChangeShapeType="1"/>
          </p:cNvSpPr>
          <p:nvPr/>
        </p:nvSpPr>
        <p:spPr bwMode="auto">
          <a:xfrm>
            <a:off x="7183438" y="201613"/>
            <a:ext cx="0" cy="1154112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9044" name="Line 4"/>
          <p:cNvSpPr>
            <a:spLocks noChangeShapeType="1"/>
          </p:cNvSpPr>
          <p:nvPr/>
        </p:nvSpPr>
        <p:spPr bwMode="auto">
          <a:xfrm>
            <a:off x="1998663" y="241300"/>
            <a:ext cx="0" cy="1114425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9045" name="Line 5"/>
          <p:cNvSpPr>
            <a:spLocks noChangeShapeType="1"/>
          </p:cNvSpPr>
          <p:nvPr/>
        </p:nvSpPr>
        <p:spPr bwMode="auto">
          <a:xfrm>
            <a:off x="4533900" y="203200"/>
            <a:ext cx="0" cy="1152525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9046" name="Text Box 6"/>
          <p:cNvSpPr txBox="1">
            <a:spLocks noChangeArrowheads="1"/>
          </p:cNvSpPr>
          <p:nvPr/>
        </p:nvSpPr>
        <p:spPr bwMode="auto">
          <a:xfrm>
            <a:off x="1846263" y="1355725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b="0">
                <a:ea typeface="新細明體" pitchFamily="18" charset="-120"/>
              </a:rPr>
              <a:t>A</a:t>
            </a:r>
          </a:p>
        </p:txBody>
      </p:sp>
      <p:sp>
        <p:nvSpPr>
          <p:cNvPr id="599047" name="Text Box 7"/>
          <p:cNvSpPr txBox="1">
            <a:spLocks noChangeArrowheads="1"/>
          </p:cNvSpPr>
          <p:nvPr/>
        </p:nvSpPr>
        <p:spPr bwMode="auto">
          <a:xfrm>
            <a:off x="4379913" y="1355725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b="0">
                <a:ea typeface="新細明體" pitchFamily="18" charset="-120"/>
              </a:rPr>
              <a:t>B</a:t>
            </a:r>
          </a:p>
        </p:txBody>
      </p:sp>
      <p:sp>
        <p:nvSpPr>
          <p:cNvPr id="599048" name="Text Box 8"/>
          <p:cNvSpPr txBox="1">
            <a:spLocks noChangeArrowheads="1"/>
          </p:cNvSpPr>
          <p:nvPr/>
        </p:nvSpPr>
        <p:spPr bwMode="auto">
          <a:xfrm>
            <a:off x="6992938" y="1355725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b="0">
                <a:ea typeface="新細明體" pitchFamily="18" charset="-120"/>
              </a:rPr>
              <a:t>C</a:t>
            </a:r>
          </a:p>
        </p:txBody>
      </p:sp>
      <p:sp>
        <p:nvSpPr>
          <p:cNvPr id="599050" name="AutoShape 10"/>
          <p:cNvSpPr>
            <a:spLocks noChangeArrowheads="1"/>
          </p:cNvSpPr>
          <p:nvPr/>
        </p:nvSpPr>
        <p:spPr bwMode="auto">
          <a:xfrm>
            <a:off x="1538288" y="2852738"/>
            <a:ext cx="920750" cy="1539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51" name="AutoShape 11"/>
          <p:cNvSpPr>
            <a:spLocks noChangeArrowheads="1"/>
          </p:cNvSpPr>
          <p:nvPr/>
        </p:nvSpPr>
        <p:spPr bwMode="auto">
          <a:xfrm>
            <a:off x="1538288" y="357188"/>
            <a:ext cx="920750" cy="99853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kumimoji="1" lang="en-US" altLang="zh-TW" b="0">
                <a:ea typeface="新細明體" pitchFamily="18" charset="-120"/>
              </a:rPr>
              <a:t>N</a:t>
            </a:r>
          </a:p>
        </p:txBody>
      </p:sp>
      <p:sp>
        <p:nvSpPr>
          <p:cNvPr id="599052" name="Line 12"/>
          <p:cNvSpPr>
            <a:spLocks noChangeShapeType="1"/>
          </p:cNvSpPr>
          <p:nvPr/>
        </p:nvSpPr>
        <p:spPr bwMode="auto">
          <a:xfrm>
            <a:off x="7183438" y="1854200"/>
            <a:ext cx="0" cy="1154113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9053" name="Line 13"/>
          <p:cNvSpPr>
            <a:spLocks noChangeShapeType="1"/>
          </p:cNvSpPr>
          <p:nvPr/>
        </p:nvSpPr>
        <p:spPr bwMode="auto">
          <a:xfrm>
            <a:off x="4533900" y="1855788"/>
            <a:ext cx="0" cy="1152525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9054" name="Text Box 14"/>
          <p:cNvSpPr txBox="1">
            <a:spLocks noChangeArrowheads="1"/>
          </p:cNvSpPr>
          <p:nvPr/>
        </p:nvSpPr>
        <p:spPr bwMode="auto">
          <a:xfrm>
            <a:off x="1846263" y="3008313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b="0">
                <a:ea typeface="新細明體" pitchFamily="18" charset="-120"/>
              </a:rPr>
              <a:t>A</a:t>
            </a:r>
          </a:p>
        </p:txBody>
      </p:sp>
      <p:sp>
        <p:nvSpPr>
          <p:cNvPr id="599055" name="Text Box 15"/>
          <p:cNvSpPr txBox="1">
            <a:spLocks noChangeArrowheads="1"/>
          </p:cNvSpPr>
          <p:nvPr/>
        </p:nvSpPr>
        <p:spPr bwMode="auto">
          <a:xfrm>
            <a:off x="4379913" y="3008313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b="0">
                <a:ea typeface="新細明體" pitchFamily="18" charset="-120"/>
              </a:rPr>
              <a:t>B</a:t>
            </a:r>
          </a:p>
        </p:txBody>
      </p:sp>
      <p:sp>
        <p:nvSpPr>
          <p:cNvPr id="599056" name="Text Box 16"/>
          <p:cNvSpPr txBox="1">
            <a:spLocks noChangeArrowheads="1"/>
          </p:cNvSpPr>
          <p:nvPr/>
        </p:nvSpPr>
        <p:spPr bwMode="auto">
          <a:xfrm>
            <a:off x="6992938" y="3008313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b="0">
                <a:ea typeface="新細明體" pitchFamily="18" charset="-120"/>
              </a:rPr>
              <a:t>C</a:t>
            </a:r>
          </a:p>
        </p:txBody>
      </p:sp>
      <p:sp>
        <p:nvSpPr>
          <p:cNvPr id="599058" name="AutoShape 18"/>
          <p:cNvSpPr>
            <a:spLocks noChangeArrowheads="1"/>
          </p:cNvSpPr>
          <p:nvPr/>
        </p:nvSpPr>
        <p:spPr bwMode="auto">
          <a:xfrm>
            <a:off x="2190750" y="1931988"/>
            <a:ext cx="5222875" cy="411162"/>
          </a:xfrm>
          <a:prstGeom prst="curvedDownArrow">
            <a:avLst>
              <a:gd name="adj1" fmla="val 51517"/>
              <a:gd name="adj2" fmla="val 321214"/>
              <a:gd name="adj3" fmla="val 365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59" name="AutoShape 19"/>
          <p:cNvSpPr>
            <a:spLocks noChangeArrowheads="1"/>
          </p:cNvSpPr>
          <p:nvPr/>
        </p:nvSpPr>
        <p:spPr bwMode="auto">
          <a:xfrm>
            <a:off x="6761163" y="2122488"/>
            <a:ext cx="844550" cy="88265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kumimoji="1" lang="en-US" altLang="zh-TW" b="0">
                <a:ea typeface="新細明體" pitchFamily="18" charset="-120"/>
              </a:rPr>
              <a:t>N-1</a:t>
            </a:r>
          </a:p>
        </p:txBody>
      </p:sp>
      <p:sp>
        <p:nvSpPr>
          <p:cNvPr id="599060" name="Line 20"/>
          <p:cNvSpPr>
            <a:spLocks noChangeShapeType="1"/>
          </p:cNvSpPr>
          <p:nvPr/>
        </p:nvSpPr>
        <p:spPr bwMode="auto">
          <a:xfrm>
            <a:off x="7183438" y="3503613"/>
            <a:ext cx="0" cy="1154112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9061" name="Line 21"/>
          <p:cNvSpPr>
            <a:spLocks noChangeShapeType="1"/>
          </p:cNvSpPr>
          <p:nvPr/>
        </p:nvSpPr>
        <p:spPr bwMode="auto">
          <a:xfrm>
            <a:off x="1998663" y="3543300"/>
            <a:ext cx="0" cy="1114425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9062" name="Line 22"/>
          <p:cNvSpPr>
            <a:spLocks noChangeShapeType="1"/>
          </p:cNvSpPr>
          <p:nvPr/>
        </p:nvSpPr>
        <p:spPr bwMode="auto">
          <a:xfrm>
            <a:off x="4533900" y="3505200"/>
            <a:ext cx="0" cy="1152525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9063" name="Text Box 23"/>
          <p:cNvSpPr txBox="1">
            <a:spLocks noChangeArrowheads="1"/>
          </p:cNvSpPr>
          <p:nvPr/>
        </p:nvSpPr>
        <p:spPr bwMode="auto">
          <a:xfrm>
            <a:off x="1846263" y="4657725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b="0">
                <a:ea typeface="新細明體" pitchFamily="18" charset="-120"/>
              </a:rPr>
              <a:t>A</a:t>
            </a:r>
          </a:p>
        </p:txBody>
      </p:sp>
      <p:sp>
        <p:nvSpPr>
          <p:cNvPr id="599064" name="Text Box 24"/>
          <p:cNvSpPr txBox="1">
            <a:spLocks noChangeArrowheads="1"/>
          </p:cNvSpPr>
          <p:nvPr/>
        </p:nvSpPr>
        <p:spPr bwMode="auto">
          <a:xfrm>
            <a:off x="4379913" y="4657725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b="0">
                <a:ea typeface="新細明體" pitchFamily="18" charset="-120"/>
              </a:rPr>
              <a:t>B</a:t>
            </a:r>
          </a:p>
        </p:txBody>
      </p:sp>
      <p:sp>
        <p:nvSpPr>
          <p:cNvPr id="599065" name="Text Box 25"/>
          <p:cNvSpPr txBox="1">
            <a:spLocks noChangeArrowheads="1"/>
          </p:cNvSpPr>
          <p:nvPr/>
        </p:nvSpPr>
        <p:spPr bwMode="auto">
          <a:xfrm>
            <a:off x="6992938" y="4657725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b="0">
                <a:ea typeface="新細明體" pitchFamily="18" charset="-120"/>
              </a:rPr>
              <a:t>C</a:t>
            </a:r>
          </a:p>
        </p:txBody>
      </p:sp>
      <p:sp>
        <p:nvSpPr>
          <p:cNvPr id="599067" name="AutoShape 27"/>
          <p:cNvSpPr>
            <a:spLocks noChangeArrowheads="1"/>
          </p:cNvSpPr>
          <p:nvPr/>
        </p:nvSpPr>
        <p:spPr bwMode="auto">
          <a:xfrm>
            <a:off x="2228850" y="3581400"/>
            <a:ext cx="2227263" cy="385763"/>
          </a:xfrm>
          <a:prstGeom prst="curvedDownArrow">
            <a:avLst>
              <a:gd name="adj1" fmla="val 23415"/>
              <a:gd name="adj2" fmla="val 145999"/>
              <a:gd name="adj3" fmla="val 365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68" name="Line 28"/>
          <p:cNvSpPr>
            <a:spLocks noChangeShapeType="1"/>
          </p:cNvSpPr>
          <p:nvPr/>
        </p:nvSpPr>
        <p:spPr bwMode="auto">
          <a:xfrm>
            <a:off x="7183438" y="5156200"/>
            <a:ext cx="0" cy="1154113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9069" name="Line 29"/>
          <p:cNvSpPr>
            <a:spLocks noChangeShapeType="1"/>
          </p:cNvSpPr>
          <p:nvPr/>
        </p:nvSpPr>
        <p:spPr bwMode="auto">
          <a:xfrm>
            <a:off x="1998663" y="5195888"/>
            <a:ext cx="0" cy="1114425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9070" name="Line 30"/>
          <p:cNvSpPr>
            <a:spLocks noChangeShapeType="1"/>
          </p:cNvSpPr>
          <p:nvPr/>
        </p:nvSpPr>
        <p:spPr bwMode="auto">
          <a:xfrm>
            <a:off x="4533900" y="5157788"/>
            <a:ext cx="0" cy="1152525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9071" name="Text Box 31"/>
          <p:cNvSpPr txBox="1">
            <a:spLocks noChangeArrowheads="1"/>
          </p:cNvSpPr>
          <p:nvPr/>
        </p:nvSpPr>
        <p:spPr bwMode="auto">
          <a:xfrm>
            <a:off x="1846263" y="6310313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b="0">
                <a:ea typeface="新細明體" pitchFamily="18" charset="-120"/>
              </a:rPr>
              <a:t>A</a:t>
            </a:r>
          </a:p>
        </p:txBody>
      </p:sp>
      <p:sp>
        <p:nvSpPr>
          <p:cNvPr id="599072" name="Text Box 32"/>
          <p:cNvSpPr txBox="1">
            <a:spLocks noChangeArrowheads="1"/>
          </p:cNvSpPr>
          <p:nvPr/>
        </p:nvSpPr>
        <p:spPr bwMode="auto">
          <a:xfrm>
            <a:off x="4379913" y="6310313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b="0">
                <a:ea typeface="新細明體" pitchFamily="18" charset="-120"/>
              </a:rPr>
              <a:t>B</a:t>
            </a:r>
          </a:p>
        </p:txBody>
      </p:sp>
      <p:sp>
        <p:nvSpPr>
          <p:cNvPr id="599073" name="Text Box 33"/>
          <p:cNvSpPr txBox="1">
            <a:spLocks noChangeArrowheads="1"/>
          </p:cNvSpPr>
          <p:nvPr/>
        </p:nvSpPr>
        <p:spPr bwMode="auto">
          <a:xfrm>
            <a:off x="6992938" y="6310313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b="0">
                <a:ea typeface="新細明體" pitchFamily="18" charset="-120"/>
              </a:rPr>
              <a:t>C</a:t>
            </a:r>
          </a:p>
        </p:txBody>
      </p:sp>
      <p:sp>
        <p:nvSpPr>
          <p:cNvPr id="599075" name="AutoShape 35"/>
          <p:cNvSpPr>
            <a:spLocks noChangeArrowheads="1"/>
          </p:cNvSpPr>
          <p:nvPr/>
        </p:nvSpPr>
        <p:spPr bwMode="auto">
          <a:xfrm>
            <a:off x="4071938" y="5310188"/>
            <a:ext cx="920750" cy="99853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kumimoji="1" lang="en-US" altLang="zh-TW" b="0">
                <a:ea typeface="新細明體" pitchFamily="18" charset="-120"/>
              </a:rPr>
              <a:t>N</a:t>
            </a:r>
          </a:p>
        </p:txBody>
      </p:sp>
      <p:sp>
        <p:nvSpPr>
          <p:cNvPr id="599076" name="AutoShape 36"/>
          <p:cNvSpPr>
            <a:spLocks noChangeArrowheads="1"/>
          </p:cNvSpPr>
          <p:nvPr/>
        </p:nvSpPr>
        <p:spPr bwMode="auto">
          <a:xfrm>
            <a:off x="4071938" y="4503738"/>
            <a:ext cx="920750" cy="1539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77" name="AutoShape 37"/>
          <p:cNvSpPr>
            <a:spLocks noChangeArrowheads="1"/>
          </p:cNvSpPr>
          <p:nvPr/>
        </p:nvSpPr>
        <p:spPr bwMode="auto">
          <a:xfrm flipH="1">
            <a:off x="4687888" y="5118100"/>
            <a:ext cx="2381250" cy="385763"/>
          </a:xfrm>
          <a:prstGeom prst="curvedDownArrow">
            <a:avLst>
              <a:gd name="adj1" fmla="val 25034"/>
              <a:gd name="adj2" fmla="val 156093"/>
              <a:gd name="adj3" fmla="val 365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078" name="AutoShape 38"/>
          <p:cNvSpPr>
            <a:spLocks noChangeArrowheads="1"/>
          </p:cNvSpPr>
          <p:nvPr/>
        </p:nvSpPr>
        <p:spPr bwMode="auto">
          <a:xfrm>
            <a:off x="6761163" y="3775075"/>
            <a:ext cx="844550" cy="88265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kumimoji="1" lang="en-US" altLang="zh-TW" b="0">
                <a:ea typeface="新細明體" pitchFamily="18" charset="-120"/>
              </a:rPr>
              <a:t>N-1</a:t>
            </a:r>
          </a:p>
        </p:txBody>
      </p:sp>
    </p:spTree>
    <p:extLst>
      <p:ext uri="{BB962C8B-B14F-4D97-AF65-F5344CB8AC3E}">
        <p14:creationId xmlns:p14="http://schemas.microsoft.com/office/powerpoint/2010/main" val="272820550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4. disc move">
            <a:extLst>
              <a:ext uri="{FF2B5EF4-FFF2-40B4-BE49-F238E27FC236}">
                <a16:creationId xmlns:a16="http://schemas.microsoft.com/office/drawing/2014/main" id="{6BDC478F-6A79-4B12-8057-3783DE194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578" y="4831389"/>
            <a:ext cx="2781724" cy="85498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102" name="4. code move">
            <a:extLst>
              <a:ext uri="{FF2B5EF4-FFF2-40B4-BE49-F238E27FC236}">
                <a16:creationId xmlns:a16="http://schemas.microsoft.com/office/drawing/2014/main" id="{43D0D4C3-4693-4087-BED7-83A563611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1219" y="4045115"/>
            <a:ext cx="6074906" cy="352577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100" name="3. disc move">
            <a:extLst>
              <a:ext uri="{FF2B5EF4-FFF2-40B4-BE49-F238E27FC236}">
                <a16:creationId xmlns:a16="http://schemas.microsoft.com/office/drawing/2014/main" id="{B3151B16-ED88-406E-93B0-8B8E43E23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7968" y="3933658"/>
            <a:ext cx="2781724" cy="85498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101" name="3. code move">
            <a:extLst>
              <a:ext uri="{FF2B5EF4-FFF2-40B4-BE49-F238E27FC236}">
                <a16:creationId xmlns:a16="http://schemas.microsoft.com/office/drawing/2014/main" id="{2F5359C1-A6B1-4527-8DD4-537E8DA4F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610" y="3749604"/>
            <a:ext cx="6064298" cy="324683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99" name="2. disc move">
            <a:extLst>
              <a:ext uri="{FF2B5EF4-FFF2-40B4-BE49-F238E27FC236}">
                <a16:creationId xmlns:a16="http://schemas.microsoft.com/office/drawing/2014/main" id="{4EDAF0D0-D60B-4D22-9BFE-E7B48250E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2114" y="3026230"/>
            <a:ext cx="2781724" cy="85498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97" name="2. code move">
            <a:extLst>
              <a:ext uri="{FF2B5EF4-FFF2-40B4-BE49-F238E27FC236}">
                <a16:creationId xmlns:a16="http://schemas.microsoft.com/office/drawing/2014/main" id="{F1B07425-A8CD-4D78-982E-F301ED7AE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45805"/>
            <a:ext cx="6064298" cy="303799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B9672909-C6F8-4387-9712-1DFC1E9F88CB}" type="slidenum">
              <a:rPr lang="zh-TW" altLang="en-US" b="0" smtClean="0">
                <a:latin typeface="Calibri" panose="020F0502020204030204" pitchFamily="34" charset="0"/>
              </a:rPr>
              <a:pPr/>
              <a:t>20</a:t>
            </a:fld>
            <a:endParaRPr lang="en-US" altLang="zh-TW" b="0" dirty="0">
              <a:latin typeface="Calibri" panose="020F0502020204030204" pitchFamily="34" charset="0"/>
            </a:endParaRPr>
          </a:p>
        </p:txBody>
      </p:sp>
      <p:sp>
        <p:nvSpPr>
          <p:cNvPr id="11267" name="Title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15400" cy="7620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Example: Tower of Hanoi </a:t>
            </a:r>
            <a:r>
              <a:rPr lang="en-US" altLang="zh-TW" sz="4000" b="1" dirty="0">
                <a:solidFill>
                  <a:srgbClr val="C00000"/>
                </a:solidFill>
                <a:ea typeface="新細明體" pitchFamily="18" charset="-120"/>
              </a:rPr>
              <a:t>(Optional)</a:t>
            </a:r>
            <a:endParaRPr lang="en-US" altLang="zh-TW" sz="4000" dirty="0">
              <a:ea typeface="新細明體" pitchFamily="18" charset="-120"/>
            </a:endParaRPr>
          </a:p>
        </p:txBody>
      </p:sp>
      <p:sp>
        <p:nvSpPr>
          <p:cNvPr id="11268" name="Code"/>
          <p:cNvSpPr>
            <a:spLocks noChangeArrowheads="1"/>
          </p:cNvSpPr>
          <p:nvPr/>
        </p:nvSpPr>
        <p:spPr bwMode="auto">
          <a:xfrm>
            <a:off x="457200" y="990600"/>
            <a:ext cx="8686800" cy="52367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Output all the moves needed to move N discs from "</a:t>
            </a:r>
            <a:r>
              <a:rPr lang="en-US" altLang="zh-TW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src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 to 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"</a:t>
            </a:r>
            <a:r>
              <a:rPr lang="en-US" altLang="zh-TW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dst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 using "</a:t>
            </a:r>
            <a:r>
              <a:rPr lang="en-US" altLang="zh-TW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 as temporary stick.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move(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src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dst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N) {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(N == 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"Move from %c to %c\n"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src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dst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}</a:t>
            </a:r>
          </a:p>
          <a:p>
            <a:pPr>
              <a:lnSpc>
                <a:spcPct val="110000"/>
              </a:lnSpc>
            </a:pPr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move(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src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dst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N - 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"Move from %c to %c\n"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src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dst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move(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dst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src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N-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move(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'A'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'B'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'C'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1269" name="Line#"/>
          <p:cNvSpPr>
            <a:spLocks noChangeArrowheads="1"/>
          </p:cNvSpPr>
          <p:nvPr/>
        </p:nvSpPr>
        <p:spPr bwMode="auto">
          <a:xfrm>
            <a:off x="0" y="990600"/>
            <a:ext cx="461963" cy="52367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17</a:t>
            </a:r>
          </a:p>
        </p:txBody>
      </p:sp>
      <p:sp>
        <p:nvSpPr>
          <p:cNvPr id="7" name="Text box"/>
          <p:cNvSpPr txBox="1">
            <a:spLocks noChangeArrowheads="1"/>
          </p:cNvSpPr>
          <p:nvPr/>
        </p:nvSpPr>
        <p:spPr>
          <a:xfrm>
            <a:off x="2682825" y="5943600"/>
            <a:ext cx="5181600" cy="906847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This example is used to illustrate the elegance of a recursive solution. </a:t>
            </a:r>
          </a:p>
          <a:p>
            <a:pPr marL="0" indent="0">
              <a:spcBef>
                <a:spcPct val="0"/>
              </a:spcBef>
              <a:buFontTx/>
              <a:buNone/>
            </a:pPr>
            <a:endParaRPr kumimoji="1" lang="en-US" altLang="zh-TW" sz="2400" dirty="0"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46" name="1. A">
            <a:extLst>
              <a:ext uri="{FF2B5EF4-FFF2-40B4-BE49-F238E27FC236}">
                <a16:creationId xmlns:a16="http://schemas.microsoft.com/office/drawing/2014/main" id="{52E0B4BB-B4CF-4A04-8E44-91A5E7426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3553" y="1914555"/>
            <a:ext cx="461963" cy="3667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 eaLnBrk="1" hangingPunct="1"/>
            <a:r>
              <a:rPr kumimoji="1" lang="en-US" altLang="zh-TW" b="0" dirty="0">
                <a:ea typeface="新細明體" pitchFamily="18" charset="-120"/>
              </a:rPr>
              <a:t>'A'</a:t>
            </a:r>
          </a:p>
        </p:txBody>
      </p:sp>
      <p:sp>
        <p:nvSpPr>
          <p:cNvPr id="47" name="1. B">
            <a:extLst>
              <a:ext uri="{FF2B5EF4-FFF2-40B4-BE49-F238E27FC236}">
                <a16:creationId xmlns:a16="http://schemas.microsoft.com/office/drawing/2014/main" id="{CC8C426B-F8C0-4DB8-B1CB-033D7D60A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9566" y="1914554"/>
            <a:ext cx="427925" cy="3667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 eaLnBrk="1" hangingPunct="1"/>
            <a:r>
              <a:rPr kumimoji="1" lang="en-US" altLang="zh-TW" b="0" dirty="0">
                <a:ea typeface="新細明體" pitchFamily="18" charset="-120"/>
              </a:rPr>
              <a:t>'B'</a:t>
            </a:r>
          </a:p>
        </p:txBody>
      </p:sp>
      <p:sp>
        <p:nvSpPr>
          <p:cNvPr id="48" name="3. C">
            <a:extLst>
              <a:ext uri="{FF2B5EF4-FFF2-40B4-BE49-F238E27FC236}">
                <a16:creationId xmlns:a16="http://schemas.microsoft.com/office/drawing/2014/main" id="{28495B89-6D87-4F5E-A234-39ACC75FC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0418" y="3471446"/>
            <a:ext cx="461963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 eaLnBrk="1" hangingPunct="1"/>
            <a:r>
              <a:rPr kumimoji="1" lang="en-US" altLang="zh-TW" sz="1600" b="0" dirty="0">
                <a:ea typeface="新細明體" pitchFamily="18" charset="-120"/>
              </a:rPr>
              <a:t>'B'</a:t>
            </a:r>
          </a:p>
        </p:txBody>
      </p:sp>
      <p:sp>
        <p:nvSpPr>
          <p:cNvPr id="50" name="2. A">
            <a:extLst>
              <a:ext uri="{FF2B5EF4-FFF2-40B4-BE49-F238E27FC236}">
                <a16:creationId xmlns:a16="http://schemas.microsoft.com/office/drawing/2014/main" id="{1845E8AA-5CCC-42D3-933C-E8C370A08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5154" y="3160835"/>
            <a:ext cx="461963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 eaLnBrk="1" hangingPunct="1"/>
            <a:r>
              <a:rPr kumimoji="1" lang="en-US" altLang="zh-TW" sz="1600" b="0" dirty="0">
                <a:ea typeface="新細明體" pitchFamily="18" charset="-120"/>
              </a:rPr>
              <a:t>'A'</a:t>
            </a:r>
          </a:p>
        </p:txBody>
      </p:sp>
      <p:sp>
        <p:nvSpPr>
          <p:cNvPr id="51" name="Text Box 7">
            <a:extLst>
              <a:ext uri="{FF2B5EF4-FFF2-40B4-BE49-F238E27FC236}">
                <a16:creationId xmlns:a16="http://schemas.microsoft.com/office/drawing/2014/main" id="{F5F95B2B-C547-42D4-8332-E6DA9D467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3102" y="3166646"/>
            <a:ext cx="427925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 eaLnBrk="1" hangingPunct="1"/>
            <a:r>
              <a:rPr kumimoji="1" lang="en-US" altLang="zh-TW" sz="1600" b="0" dirty="0">
                <a:ea typeface="新細明體" pitchFamily="18" charset="-120"/>
              </a:rPr>
              <a:t>'B'</a:t>
            </a:r>
          </a:p>
        </p:txBody>
      </p:sp>
      <p:sp>
        <p:nvSpPr>
          <p:cNvPr id="52" name="Text Box 7">
            <a:extLst>
              <a:ext uri="{FF2B5EF4-FFF2-40B4-BE49-F238E27FC236}">
                <a16:creationId xmlns:a16="http://schemas.microsoft.com/office/drawing/2014/main" id="{340B459D-AF79-46FD-A02C-B035B5885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51" y="3160835"/>
            <a:ext cx="427925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 eaLnBrk="1" hangingPunct="1"/>
            <a:r>
              <a:rPr kumimoji="1" lang="en-US" altLang="zh-TW" sz="1600" dirty="0">
                <a:ea typeface="新細明體" pitchFamily="18" charset="-120"/>
              </a:rPr>
              <a:t>'C'</a:t>
            </a:r>
            <a:endParaRPr kumimoji="1" lang="en-US" altLang="zh-TW" sz="1600" b="0" dirty="0">
              <a:ea typeface="新細明體" pitchFamily="18" charset="-120"/>
            </a:endParaRPr>
          </a:p>
        </p:txBody>
      </p:sp>
      <p:sp>
        <p:nvSpPr>
          <p:cNvPr id="53" name="Text Box 6">
            <a:extLst>
              <a:ext uri="{FF2B5EF4-FFF2-40B4-BE49-F238E27FC236}">
                <a16:creationId xmlns:a16="http://schemas.microsoft.com/office/drawing/2014/main" id="{8B2CB856-4805-4E0C-92F9-EBE802250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6269" y="4314445"/>
            <a:ext cx="461963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 eaLnBrk="1" hangingPunct="1"/>
            <a:r>
              <a:rPr kumimoji="1" lang="en-US" altLang="zh-TW" sz="1600" b="0" dirty="0">
                <a:ea typeface="新細明體" pitchFamily="18" charset="-120"/>
              </a:rPr>
              <a:t>'A'</a:t>
            </a:r>
          </a:p>
        </p:txBody>
      </p:sp>
      <p:sp>
        <p:nvSpPr>
          <p:cNvPr id="54" name="Text Box 7">
            <a:extLst>
              <a:ext uri="{FF2B5EF4-FFF2-40B4-BE49-F238E27FC236}">
                <a16:creationId xmlns:a16="http://schemas.microsoft.com/office/drawing/2014/main" id="{97EEB573-7E24-4C95-93A8-4D03F42A6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3283" y="4316422"/>
            <a:ext cx="427925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 eaLnBrk="1" hangingPunct="1"/>
            <a:r>
              <a:rPr kumimoji="1" lang="en-US" altLang="zh-TW" sz="1600" dirty="0">
                <a:ea typeface="新細明體" pitchFamily="18" charset="-120"/>
              </a:rPr>
              <a:t>'C'</a:t>
            </a:r>
            <a:endParaRPr kumimoji="1" lang="en-US" altLang="zh-TW" sz="1600" b="0" dirty="0">
              <a:ea typeface="新細明體" pitchFamily="18" charset="-120"/>
            </a:endParaRPr>
          </a:p>
        </p:txBody>
      </p:sp>
      <p:sp>
        <p:nvSpPr>
          <p:cNvPr id="55" name="Text Box 7">
            <a:extLst>
              <a:ext uri="{FF2B5EF4-FFF2-40B4-BE49-F238E27FC236}">
                <a16:creationId xmlns:a16="http://schemas.microsoft.com/office/drawing/2014/main" id="{4B233E79-F483-4332-857E-5656BE644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0475" y="4320797"/>
            <a:ext cx="427925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 eaLnBrk="1" hangingPunct="1"/>
            <a:r>
              <a:rPr kumimoji="1" lang="en-US" altLang="zh-TW" sz="1600" b="0" dirty="0">
                <a:ea typeface="新細明體" pitchFamily="18" charset="-120"/>
              </a:rPr>
              <a:t>'B'</a:t>
            </a:r>
          </a:p>
        </p:txBody>
      </p:sp>
      <p:sp>
        <p:nvSpPr>
          <p:cNvPr id="57" name="Rectangle 9">
            <a:extLst>
              <a:ext uri="{FF2B5EF4-FFF2-40B4-BE49-F238E27FC236}">
                <a16:creationId xmlns:a16="http://schemas.microsoft.com/office/drawing/2014/main" id="{08715EDD-AAFD-4BCC-8A2D-FD4FD37C6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7968" y="2129168"/>
            <a:ext cx="2781724" cy="85498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58" name="Rectangle 17">
            <a:extLst>
              <a:ext uri="{FF2B5EF4-FFF2-40B4-BE49-F238E27FC236}">
                <a16:creationId xmlns:a16="http://schemas.microsoft.com/office/drawing/2014/main" id="{D6823DD7-901F-44EF-B2E2-B45765369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2257" y="3026389"/>
            <a:ext cx="2781724" cy="854989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59" name="Rectangle 26">
            <a:extLst>
              <a:ext uri="{FF2B5EF4-FFF2-40B4-BE49-F238E27FC236}">
                <a16:creationId xmlns:a16="http://schemas.microsoft.com/office/drawing/2014/main" id="{948355E6-0AEC-4206-A789-747813B5E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7968" y="3931412"/>
            <a:ext cx="2781724" cy="854989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60" name="Rectangle 34">
            <a:extLst>
              <a:ext uri="{FF2B5EF4-FFF2-40B4-BE49-F238E27FC236}">
                <a16:creationId xmlns:a16="http://schemas.microsoft.com/office/drawing/2014/main" id="{A0FBF3B2-75C0-44D6-9C8F-15944C6C7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2731" y="4833396"/>
            <a:ext cx="2781724" cy="854989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61" name="Line 2">
            <a:extLst>
              <a:ext uri="{FF2B5EF4-FFF2-40B4-BE49-F238E27FC236}">
                <a16:creationId xmlns:a16="http://schemas.microsoft.com/office/drawing/2014/main" id="{0F379EB4-343D-4023-9B5E-D52C22BA22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2743" y="3089306"/>
            <a:ext cx="0" cy="605042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00"/>
          </a:p>
        </p:txBody>
      </p:sp>
      <p:sp>
        <p:nvSpPr>
          <p:cNvPr id="62" name="Line 3">
            <a:extLst>
              <a:ext uri="{FF2B5EF4-FFF2-40B4-BE49-F238E27FC236}">
                <a16:creationId xmlns:a16="http://schemas.microsoft.com/office/drawing/2014/main" id="{D27BB2FF-8204-4615-8F32-91273F84A3BB}"/>
              </a:ext>
            </a:extLst>
          </p:cNvPr>
          <p:cNvSpPr>
            <a:spLocks noChangeShapeType="1"/>
          </p:cNvSpPr>
          <p:nvPr/>
        </p:nvSpPr>
        <p:spPr bwMode="auto">
          <a:xfrm>
            <a:off x="8628634" y="2170538"/>
            <a:ext cx="0" cy="626589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00"/>
          </a:p>
        </p:txBody>
      </p:sp>
      <p:sp>
        <p:nvSpPr>
          <p:cNvPr id="63" name="Line 4">
            <a:extLst>
              <a:ext uri="{FF2B5EF4-FFF2-40B4-BE49-F238E27FC236}">
                <a16:creationId xmlns:a16="http://schemas.microsoft.com/office/drawing/2014/main" id="{B3076FFA-36DD-4C58-B568-542DABF1AD9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2743" y="2192085"/>
            <a:ext cx="0" cy="605042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00"/>
          </a:p>
        </p:txBody>
      </p:sp>
      <p:sp>
        <p:nvSpPr>
          <p:cNvPr id="64" name="Line 5">
            <a:extLst>
              <a:ext uri="{FF2B5EF4-FFF2-40B4-BE49-F238E27FC236}">
                <a16:creationId xmlns:a16="http://schemas.microsoft.com/office/drawing/2014/main" id="{8BF5B7CC-2736-40AD-B943-21D51501F9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9129" y="2171400"/>
            <a:ext cx="0" cy="625728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00"/>
          </a:p>
        </p:txBody>
      </p:sp>
      <p:sp>
        <p:nvSpPr>
          <p:cNvPr id="65" name="Text Box 6">
            <a:extLst>
              <a:ext uri="{FF2B5EF4-FFF2-40B4-BE49-F238E27FC236}">
                <a16:creationId xmlns:a16="http://schemas.microsoft.com/office/drawing/2014/main" id="{0D824224-9B4A-46D7-B6FB-0A92B1A99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5062" y="2743200"/>
            <a:ext cx="27443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sz="1200" b="0">
                <a:ea typeface="新細明體" pitchFamily="18" charset="-120"/>
              </a:rPr>
              <a:t>A</a:t>
            </a:r>
          </a:p>
        </p:txBody>
      </p:sp>
      <p:sp>
        <p:nvSpPr>
          <p:cNvPr id="66" name="Text Box 7">
            <a:extLst>
              <a:ext uri="{FF2B5EF4-FFF2-40B4-BE49-F238E27FC236}">
                <a16:creationId xmlns:a16="http://schemas.microsoft.com/office/drawing/2014/main" id="{FC5B2EE6-EC92-45E2-BF70-6B26FAF49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0850" y="2743200"/>
            <a:ext cx="26802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sz="1200" b="0">
                <a:ea typeface="新細明體" pitchFamily="18" charset="-120"/>
              </a:rPr>
              <a:t>B</a:t>
            </a:r>
          </a:p>
        </p:txBody>
      </p:sp>
      <p:sp>
        <p:nvSpPr>
          <p:cNvPr id="67" name="Text Box 8">
            <a:extLst>
              <a:ext uri="{FF2B5EF4-FFF2-40B4-BE49-F238E27FC236}">
                <a16:creationId xmlns:a16="http://schemas.microsoft.com/office/drawing/2014/main" id="{30D5A286-793A-4C72-A1A9-7A3817976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6580" y="2743200"/>
            <a:ext cx="26642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sz="1200" b="0">
                <a:ea typeface="新細明體" pitchFamily="18" charset="-120"/>
              </a:rPr>
              <a:t>C</a:t>
            </a:r>
          </a:p>
        </p:txBody>
      </p:sp>
      <p:sp>
        <p:nvSpPr>
          <p:cNvPr id="68" name="Line 12">
            <a:extLst>
              <a:ext uri="{FF2B5EF4-FFF2-40B4-BE49-F238E27FC236}">
                <a16:creationId xmlns:a16="http://schemas.microsoft.com/office/drawing/2014/main" id="{3F5B467C-BF3B-40AF-B345-09BA0F693D0A}"/>
              </a:ext>
            </a:extLst>
          </p:cNvPr>
          <p:cNvSpPr>
            <a:spLocks noChangeShapeType="1"/>
          </p:cNvSpPr>
          <p:nvPr/>
        </p:nvSpPr>
        <p:spPr bwMode="auto">
          <a:xfrm>
            <a:off x="8628634" y="3067759"/>
            <a:ext cx="0" cy="62659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00"/>
          </a:p>
        </p:txBody>
      </p:sp>
      <p:sp>
        <p:nvSpPr>
          <p:cNvPr id="69" name="Line 13">
            <a:extLst>
              <a:ext uri="{FF2B5EF4-FFF2-40B4-BE49-F238E27FC236}">
                <a16:creationId xmlns:a16="http://schemas.microsoft.com/office/drawing/2014/main" id="{C51D1F57-EEC8-4B8B-86ED-F39430CA34FB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9129" y="3068621"/>
            <a:ext cx="0" cy="625728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00"/>
          </a:p>
        </p:txBody>
      </p:sp>
      <p:sp>
        <p:nvSpPr>
          <p:cNvPr id="70" name="Text Box 14">
            <a:extLst>
              <a:ext uri="{FF2B5EF4-FFF2-40B4-BE49-F238E27FC236}">
                <a16:creationId xmlns:a16="http://schemas.microsoft.com/office/drawing/2014/main" id="{57A15652-121C-4DEF-BEAA-7F71E1FB7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657600"/>
            <a:ext cx="27443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sz="1200" b="0">
                <a:ea typeface="新細明體" pitchFamily="18" charset="-120"/>
              </a:rPr>
              <a:t>A</a:t>
            </a:r>
          </a:p>
        </p:txBody>
      </p:sp>
      <p:sp>
        <p:nvSpPr>
          <p:cNvPr id="71" name="Text Box 15">
            <a:extLst>
              <a:ext uri="{FF2B5EF4-FFF2-40B4-BE49-F238E27FC236}">
                <a16:creationId xmlns:a16="http://schemas.microsoft.com/office/drawing/2014/main" id="{9BA9217D-19D2-4999-BE9B-1E8C7B117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988" y="3657600"/>
            <a:ext cx="26802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sz="1200" b="0" dirty="0">
                <a:ea typeface="新細明體" pitchFamily="18" charset="-120"/>
              </a:rPr>
              <a:t>B</a:t>
            </a:r>
          </a:p>
        </p:txBody>
      </p:sp>
      <p:sp>
        <p:nvSpPr>
          <p:cNvPr id="72" name="Text Box 16">
            <a:extLst>
              <a:ext uri="{FF2B5EF4-FFF2-40B4-BE49-F238E27FC236}">
                <a16:creationId xmlns:a16="http://schemas.microsoft.com/office/drawing/2014/main" id="{ED6226BA-5067-42B1-B69C-3AA96656E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4718" y="3657600"/>
            <a:ext cx="26642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sz="1200" b="0" dirty="0">
                <a:ea typeface="新細明體" pitchFamily="18" charset="-120"/>
              </a:rPr>
              <a:t>C</a:t>
            </a:r>
          </a:p>
        </p:txBody>
      </p:sp>
      <p:sp>
        <p:nvSpPr>
          <p:cNvPr id="73" name="Line 20">
            <a:extLst>
              <a:ext uri="{FF2B5EF4-FFF2-40B4-BE49-F238E27FC236}">
                <a16:creationId xmlns:a16="http://schemas.microsoft.com/office/drawing/2014/main" id="{351943F1-535F-4144-9E8B-5BB8187EA346}"/>
              </a:ext>
            </a:extLst>
          </p:cNvPr>
          <p:cNvSpPr>
            <a:spLocks noChangeShapeType="1"/>
          </p:cNvSpPr>
          <p:nvPr/>
        </p:nvSpPr>
        <p:spPr bwMode="auto">
          <a:xfrm>
            <a:off x="8628634" y="3963257"/>
            <a:ext cx="0" cy="626589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00"/>
          </a:p>
        </p:txBody>
      </p:sp>
      <p:sp>
        <p:nvSpPr>
          <p:cNvPr id="74" name="Line 21">
            <a:extLst>
              <a:ext uri="{FF2B5EF4-FFF2-40B4-BE49-F238E27FC236}">
                <a16:creationId xmlns:a16="http://schemas.microsoft.com/office/drawing/2014/main" id="{858BBCE5-147E-4856-8276-95E8D88639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2743" y="3984803"/>
            <a:ext cx="0" cy="605042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00"/>
          </a:p>
        </p:txBody>
      </p:sp>
      <p:sp>
        <p:nvSpPr>
          <p:cNvPr id="75" name="Line 22">
            <a:extLst>
              <a:ext uri="{FF2B5EF4-FFF2-40B4-BE49-F238E27FC236}">
                <a16:creationId xmlns:a16="http://schemas.microsoft.com/office/drawing/2014/main" id="{00C51BE3-E9BE-432B-8E6C-3D2F3A264B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9129" y="3964118"/>
            <a:ext cx="0" cy="625728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00"/>
          </a:p>
        </p:txBody>
      </p:sp>
      <p:sp>
        <p:nvSpPr>
          <p:cNvPr id="76" name="Text Box 23">
            <a:extLst>
              <a:ext uri="{FF2B5EF4-FFF2-40B4-BE49-F238E27FC236}">
                <a16:creationId xmlns:a16="http://schemas.microsoft.com/office/drawing/2014/main" id="{708A86B0-DD36-4F81-B42F-ED9C907E5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572000"/>
            <a:ext cx="27443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sz="1200" b="0" dirty="0">
                <a:ea typeface="新細明體" pitchFamily="18" charset="-120"/>
              </a:rPr>
              <a:t>A</a:t>
            </a:r>
          </a:p>
        </p:txBody>
      </p:sp>
      <p:sp>
        <p:nvSpPr>
          <p:cNvPr id="77" name="Text Box 24">
            <a:extLst>
              <a:ext uri="{FF2B5EF4-FFF2-40B4-BE49-F238E27FC236}">
                <a16:creationId xmlns:a16="http://schemas.microsoft.com/office/drawing/2014/main" id="{05783D92-00D0-47F3-93C9-03857AB02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988" y="4572000"/>
            <a:ext cx="26802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sz="1200" b="0">
                <a:ea typeface="新細明體" pitchFamily="18" charset="-120"/>
              </a:rPr>
              <a:t>B</a:t>
            </a:r>
          </a:p>
        </p:txBody>
      </p:sp>
      <p:sp>
        <p:nvSpPr>
          <p:cNvPr id="78" name="Text Box 25">
            <a:extLst>
              <a:ext uri="{FF2B5EF4-FFF2-40B4-BE49-F238E27FC236}">
                <a16:creationId xmlns:a16="http://schemas.microsoft.com/office/drawing/2014/main" id="{8E459330-36A7-4D52-9EDC-2738614C6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4718" y="4572000"/>
            <a:ext cx="26642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sz="1200" b="0">
                <a:ea typeface="新細明體" pitchFamily="18" charset="-120"/>
              </a:rPr>
              <a:t>C</a:t>
            </a:r>
          </a:p>
        </p:txBody>
      </p:sp>
      <p:sp>
        <p:nvSpPr>
          <p:cNvPr id="79" name="Line 28">
            <a:extLst>
              <a:ext uri="{FF2B5EF4-FFF2-40B4-BE49-F238E27FC236}">
                <a16:creationId xmlns:a16="http://schemas.microsoft.com/office/drawing/2014/main" id="{04869D3D-FACC-434B-9294-E24FAF181C5F}"/>
              </a:ext>
            </a:extLst>
          </p:cNvPr>
          <p:cNvSpPr>
            <a:spLocks noChangeShapeType="1"/>
          </p:cNvSpPr>
          <p:nvPr/>
        </p:nvSpPr>
        <p:spPr bwMode="auto">
          <a:xfrm>
            <a:off x="8628634" y="4860477"/>
            <a:ext cx="0" cy="62659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00"/>
          </a:p>
        </p:txBody>
      </p:sp>
      <p:sp>
        <p:nvSpPr>
          <p:cNvPr id="80" name="Line 29">
            <a:extLst>
              <a:ext uri="{FF2B5EF4-FFF2-40B4-BE49-F238E27FC236}">
                <a16:creationId xmlns:a16="http://schemas.microsoft.com/office/drawing/2014/main" id="{DCE935C1-7837-43E9-8748-E2CA09F2AC2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2743" y="4882025"/>
            <a:ext cx="0" cy="605042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00"/>
          </a:p>
        </p:txBody>
      </p:sp>
      <p:sp>
        <p:nvSpPr>
          <p:cNvPr id="81" name="Line 30">
            <a:extLst>
              <a:ext uri="{FF2B5EF4-FFF2-40B4-BE49-F238E27FC236}">
                <a16:creationId xmlns:a16="http://schemas.microsoft.com/office/drawing/2014/main" id="{3B1BE68D-A8C5-4688-ABE4-B311C13A308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9129" y="4861339"/>
            <a:ext cx="0" cy="625728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00"/>
          </a:p>
        </p:txBody>
      </p:sp>
      <p:sp>
        <p:nvSpPr>
          <p:cNvPr id="82" name="Text Box 31">
            <a:extLst>
              <a:ext uri="{FF2B5EF4-FFF2-40B4-BE49-F238E27FC236}">
                <a16:creationId xmlns:a16="http://schemas.microsoft.com/office/drawing/2014/main" id="{77DC37DD-9072-4049-A4F1-E1E646C46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431972"/>
            <a:ext cx="27443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sz="1200" b="0" dirty="0">
                <a:ea typeface="新細明體" pitchFamily="18" charset="-120"/>
              </a:rPr>
              <a:t>A</a:t>
            </a:r>
          </a:p>
        </p:txBody>
      </p:sp>
      <p:sp>
        <p:nvSpPr>
          <p:cNvPr id="83" name="Text Box 32">
            <a:extLst>
              <a:ext uri="{FF2B5EF4-FFF2-40B4-BE49-F238E27FC236}">
                <a16:creationId xmlns:a16="http://schemas.microsoft.com/office/drawing/2014/main" id="{C2D8D6F7-7A31-4EA8-9967-EE7D10804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988" y="5431972"/>
            <a:ext cx="26802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sz="1200" b="0">
                <a:ea typeface="新細明體" pitchFamily="18" charset="-120"/>
              </a:rPr>
              <a:t>B</a:t>
            </a:r>
          </a:p>
        </p:txBody>
      </p:sp>
      <p:sp>
        <p:nvSpPr>
          <p:cNvPr id="84" name="Text Box 33">
            <a:extLst>
              <a:ext uri="{FF2B5EF4-FFF2-40B4-BE49-F238E27FC236}">
                <a16:creationId xmlns:a16="http://schemas.microsoft.com/office/drawing/2014/main" id="{69AECCB9-2CA0-4EAC-88BD-1528F5E76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4718" y="5431972"/>
            <a:ext cx="26642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TW" sz="1200" b="0">
                <a:ea typeface="新細明體" pitchFamily="18" charset="-120"/>
              </a:rPr>
              <a:t>C</a:t>
            </a:r>
          </a:p>
        </p:txBody>
      </p:sp>
      <p:sp>
        <p:nvSpPr>
          <p:cNvPr id="85" name="4. N">
            <a:extLst>
              <a:ext uri="{FF2B5EF4-FFF2-40B4-BE49-F238E27FC236}">
                <a16:creationId xmlns:a16="http://schemas.microsoft.com/office/drawing/2014/main" id="{BE89614B-3AFB-4763-BEC6-39F916C72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8074" y="4944080"/>
            <a:ext cx="347341" cy="5421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kumimoji="1" lang="en-US" altLang="zh-TW" sz="1200" b="0">
                <a:ea typeface="新細明體" pitchFamily="18" charset="-120"/>
              </a:rPr>
              <a:t>N</a:t>
            </a:r>
          </a:p>
        </p:txBody>
      </p:sp>
      <p:sp>
        <p:nvSpPr>
          <p:cNvPr id="86" name="4. B &gt;&gt; C">
            <a:extLst>
              <a:ext uri="{FF2B5EF4-FFF2-40B4-BE49-F238E27FC236}">
                <a16:creationId xmlns:a16="http://schemas.microsoft.com/office/drawing/2014/main" id="{4F9FF493-123A-4122-A410-C2BD226A6CB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696200" y="4901338"/>
            <a:ext cx="859585" cy="161951"/>
          </a:xfrm>
          <a:prstGeom prst="curvedDownArrow">
            <a:avLst>
              <a:gd name="adj1" fmla="val 23415"/>
              <a:gd name="adj2" fmla="val 145999"/>
              <a:gd name="adj3" fmla="val 365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87" name="3. Last">
            <a:extLst>
              <a:ext uri="{FF2B5EF4-FFF2-40B4-BE49-F238E27FC236}">
                <a16:creationId xmlns:a16="http://schemas.microsoft.com/office/drawing/2014/main" id="{D8119ACF-8638-4474-A9AE-58299FB17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4506243"/>
            <a:ext cx="347341" cy="8360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88" name="3. A &gt;&gt; C">
            <a:extLst>
              <a:ext uri="{FF2B5EF4-FFF2-40B4-BE49-F238E27FC236}">
                <a16:creationId xmlns:a16="http://schemas.microsoft.com/office/drawing/2014/main" id="{F5FE821C-FF42-414A-BFF1-1F610F7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5207" y="3977341"/>
            <a:ext cx="927042" cy="235000"/>
          </a:xfrm>
          <a:prstGeom prst="curvedDownArrow">
            <a:avLst>
              <a:gd name="adj1" fmla="val 51517"/>
              <a:gd name="adj2" fmla="val 321214"/>
              <a:gd name="adj3" fmla="val 365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89" name="3. N-1">
            <a:extLst>
              <a:ext uri="{FF2B5EF4-FFF2-40B4-BE49-F238E27FC236}">
                <a16:creationId xmlns:a16="http://schemas.microsoft.com/office/drawing/2014/main" id="{8698D68C-6DB8-4D1C-BD42-2473EAAB2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5179" y="4110638"/>
            <a:ext cx="318596" cy="47920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kumimoji="1" lang="en-US" altLang="zh-TW" sz="1200" b="0">
                <a:ea typeface="新細明體" pitchFamily="18" charset="-120"/>
              </a:rPr>
              <a:t>N-1</a:t>
            </a:r>
          </a:p>
        </p:txBody>
      </p:sp>
      <p:sp>
        <p:nvSpPr>
          <p:cNvPr id="90" name="2. Last">
            <a:extLst>
              <a:ext uri="{FF2B5EF4-FFF2-40B4-BE49-F238E27FC236}">
                <a16:creationId xmlns:a16="http://schemas.microsoft.com/office/drawing/2014/main" id="{4D7B52AC-FC52-4C12-921C-52E5CBABE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9073" y="3609884"/>
            <a:ext cx="347341" cy="8360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91" name="2. A &gt;&gt; B">
            <a:extLst>
              <a:ext uri="{FF2B5EF4-FFF2-40B4-BE49-F238E27FC236}">
                <a16:creationId xmlns:a16="http://schemas.microsoft.com/office/drawing/2014/main" id="{DA28F563-D6FA-4BE8-A3C1-A8AEB5026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9579" y="3091030"/>
            <a:ext cx="1823655" cy="211161"/>
          </a:xfrm>
          <a:prstGeom prst="curvedDownArrow">
            <a:avLst>
              <a:gd name="adj1" fmla="val 23415"/>
              <a:gd name="adj2" fmla="val 145999"/>
              <a:gd name="adj3" fmla="val 365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92" name="2. N-1">
            <a:extLst>
              <a:ext uri="{FF2B5EF4-FFF2-40B4-BE49-F238E27FC236}">
                <a16:creationId xmlns:a16="http://schemas.microsoft.com/office/drawing/2014/main" id="{0DF1E859-2CFC-4184-B30B-B3F22E1AB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3456" y="3213418"/>
            <a:ext cx="318596" cy="47920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kumimoji="1" lang="en-US" altLang="zh-TW" sz="1200" b="0" dirty="0">
                <a:ea typeface="新細明體" pitchFamily="18" charset="-120"/>
              </a:rPr>
              <a:t>N-1</a:t>
            </a:r>
          </a:p>
        </p:txBody>
      </p:sp>
      <p:sp>
        <p:nvSpPr>
          <p:cNvPr id="93" name="1. N">
            <a:extLst>
              <a:ext uri="{FF2B5EF4-FFF2-40B4-BE49-F238E27FC236}">
                <a16:creationId xmlns:a16="http://schemas.microsoft.com/office/drawing/2014/main" id="{5E9A6EC3-4E17-471C-8D73-630712E06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9073" y="2255003"/>
            <a:ext cx="347341" cy="5421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kumimoji="1" lang="en-US" altLang="zh-TW" sz="1200" b="0">
                <a:ea typeface="新細明體" pitchFamily="18" charset="-120"/>
              </a:rPr>
              <a:t>N</a:t>
            </a:r>
          </a:p>
        </p:txBody>
      </p:sp>
      <p:sp>
        <p:nvSpPr>
          <p:cNvPr id="95" name="Text Box 6">
            <a:extLst>
              <a:ext uri="{FF2B5EF4-FFF2-40B4-BE49-F238E27FC236}">
                <a16:creationId xmlns:a16="http://schemas.microsoft.com/office/drawing/2014/main" id="{2776BBBC-4A31-49B4-B376-609A0CB93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8156" y="3471446"/>
            <a:ext cx="461963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 eaLnBrk="1" hangingPunct="1"/>
            <a:r>
              <a:rPr kumimoji="1" lang="en-US" altLang="zh-TW" sz="1600" b="0" dirty="0">
                <a:ea typeface="新細明體" pitchFamily="18" charset="-120"/>
              </a:rPr>
              <a:t>'A'</a:t>
            </a:r>
          </a:p>
        </p:txBody>
      </p:sp>
      <p:sp>
        <p:nvSpPr>
          <p:cNvPr id="96" name="Text Box 8">
            <a:extLst>
              <a:ext uri="{FF2B5EF4-FFF2-40B4-BE49-F238E27FC236}">
                <a16:creationId xmlns:a16="http://schemas.microsoft.com/office/drawing/2014/main" id="{15562283-5C5E-4A29-B19C-60164DF9E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7814" y="1919287"/>
            <a:ext cx="461963" cy="3667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 eaLnBrk="1" hangingPunct="1"/>
            <a:r>
              <a:rPr kumimoji="1" lang="en-US" altLang="zh-TW" b="0" dirty="0">
                <a:ea typeface="新細明體" pitchFamily="18" charset="-120"/>
              </a:rPr>
              <a:t>'C'</a:t>
            </a:r>
          </a:p>
        </p:txBody>
      </p:sp>
    </p:spTree>
    <p:extLst>
      <p:ext uri="{BB962C8B-B14F-4D97-AF65-F5344CB8AC3E}">
        <p14:creationId xmlns:p14="http://schemas.microsoft.com/office/powerpoint/2010/main" val="1562284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000"/>
                            </p:stCondLst>
                            <p:childTnLst>
                              <p:par>
                                <p:cTn id="8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101" grpId="0" animBg="1"/>
      <p:bldP spid="97" grpId="0" animBg="1"/>
      <p:bldP spid="7" grpId="0" uiExpand="1" build="p" animBg="1"/>
      <p:bldP spid="46" grpId="0" animBg="1"/>
      <p:bldP spid="47" grpId="0" animBg="1"/>
      <p:bldP spid="48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8" grpId="0" animBg="1"/>
      <p:bldP spid="59" grpId="0" animBg="1"/>
      <p:bldP spid="60" grpId="0" animBg="1"/>
      <p:bldP spid="95" grpId="0" animBg="1"/>
      <p:bldP spid="9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20F95-BA8D-44F1-89FC-638F946B2A7D}" type="slidenum">
              <a:rPr lang="zh-TW" altLang="en-US"/>
              <a:pPr/>
              <a:t>21</a:t>
            </a:fld>
            <a:endParaRPr lang="en-US" altLang="zh-TW"/>
          </a:p>
        </p:txBody>
      </p:sp>
      <p:sp>
        <p:nvSpPr>
          <p:cNvPr id="605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Recursion – Pros and Cons</a:t>
            </a:r>
          </a:p>
        </p:txBody>
      </p:sp>
      <p:sp>
        <p:nvSpPr>
          <p:cNvPr id="605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63638"/>
            <a:ext cx="8534400" cy="5008562"/>
          </a:xfrm>
        </p:spPr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Some solutions are easier or clearer to express as recursive solutions.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e.g., Tower of Hanoi</a:t>
            </a:r>
          </a:p>
          <a:p>
            <a:pPr lvl="1"/>
            <a:endParaRPr lang="en-US" altLang="zh-TW" dirty="0">
              <a:ea typeface="新細明體" pitchFamily="18" charset="-120"/>
            </a:endParaRPr>
          </a:p>
          <a:p>
            <a:r>
              <a:rPr lang="en-US" altLang="zh-TW" dirty="0">
                <a:ea typeface="新細明體" pitchFamily="18" charset="-120"/>
              </a:rPr>
              <a:t>Shortcomings: Slower in performance (compare to iterations. i.e. loops)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e.g.: Fibonacci numbers: f(n) = f(n-1) + f(n-2)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Each level of recursion doubles the number of function calls</a:t>
            </a:r>
          </a:p>
          <a:p>
            <a:pPr lvl="2"/>
            <a:r>
              <a:rPr lang="en-US" altLang="zh-TW" dirty="0">
                <a:ea typeface="新細明體" pitchFamily="18" charset="-120"/>
              </a:rPr>
              <a:t>30</a:t>
            </a:r>
            <a:r>
              <a:rPr lang="en-US" altLang="zh-TW" baseline="30000" dirty="0">
                <a:ea typeface="新細明體" pitchFamily="18" charset="-120"/>
              </a:rPr>
              <a:t>th</a:t>
            </a:r>
            <a:r>
              <a:rPr lang="en-US" altLang="zh-TW" dirty="0">
                <a:ea typeface="新細明體" pitchFamily="18" charset="-120"/>
              </a:rPr>
              <a:t> number = 2</a:t>
            </a:r>
            <a:r>
              <a:rPr lang="en-US" altLang="zh-TW" baseline="30000" dirty="0">
                <a:ea typeface="新細明體" pitchFamily="18" charset="-120"/>
              </a:rPr>
              <a:t>30</a:t>
            </a:r>
            <a:r>
              <a:rPr lang="en-US" altLang="zh-TW" dirty="0">
                <a:ea typeface="新細明體" pitchFamily="18" charset="-120"/>
              </a:rPr>
              <a:t> ~ 4 billion function calls</a:t>
            </a:r>
          </a:p>
        </p:txBody>
      </p:sp>
    </p:spTree>
    <p:extLst>
      <p:ext uri="{BB962C8B-B14F-4D97-AF65-F5344CB8AC3E}">
        <p14:creationId xmlns:p14="http://schemas.microsoft.com/office/powerpoint/2010/main" val="268081114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0F3F8-7346-484D-99C3-72B69BDDCB78}" type="slidenum">
              <a:rPr lang="zh-TW" altLang="en-US"/>
              <a:pPr/>
              <a:t>22</a:t>
            </a:fld>
            <a:endParaRPr lang="en-US" altLang="zh-TW"/>
          </a:p>
        </p:txBody>
      </p:sp>
      <p:sp>
        <p:nvSpPr>
          <p:cNvPr id="505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itchFamily="18" charset="-120"/>
              </a:rPr>
              <a:t>Summary</a:t>
            </a:r>
          </a:p>
        </p:txBody>
      </p:sp>
      <p:sp>
        <p:nvSpPr>
          <p:cNvPr id="505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9563" y="1066800"/>
            <a:ext cx="8640762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dirty="0">
                <a:ea typeface="新細明體" pitchFamily="18" charset="-120"/>
              </a:rPr>
              <a:t>Understand how to trace recursive function calls</a:t>
            </a:r>
          </a:p>
          <a:p>
            <a:pPr>
              <a:lnSpc>
                <a:spcPct val="90000"/>
              </a:lnSpc>
            </a:pPr>
            <a:endParaRPr lang="en-US" altLang="zh-TW" dirty="0"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ea typeface="新細明體" pitchFamily="18" charset="-120"/>
              </a:rPr>
              <a:t>Know how to implement a recursive function in C when presented a "simple" recursive solution for a problem</a:t>
            </a:r>
          </a:p>
        </p:txBody>
      </p:sp>
    </p:spTree>
    <p:extLst>
      <p:ext uri="{BB962C8B-B14F-4D97-AF65-F5344CB8AC3E}">
        <p14:creationId xmlns:p14="http://schemas.microsoft.com/office/powerpoint/2010/main" val="603557032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 How to Program, 8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,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endParaRPr lang="en-US" dirty="0"/>
          </a:p>
          <a:p>
            <a:r>
              <a:rPr lang="en-US" dirty="0"/>
              <a:t>Chapter 5 C Functions</a:t>
            </a:r>
          </a:p>
          <a:p>
            <a:pPr lvl="1"/>
            <a:r>
              <a:rPr lang="en-US" dirty="0"/>
              <a:t>Section 5.7: Function Call Stack and </a:t>
            </a:r>
            <a:r>
              <a:rPr lang="en-US"/>
              <a:t>Stack Frames</a:t>
            </a:r>
          </a:p>
          <a:p>
            <a:pPr lvl="1"/>
            <a:r>
              <a:rPr lang="en-US" dirty="0"/>
              <a:t>Sections 5.14 – 5.16: Recursion and Example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0964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atermark">
  <a:themeElements>
    <a:clrScheme name="Waterm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CCFF"/>
      </a:accent1>
      <a:accent2>
        <a:srgbClr val="D9D8EC"/>
      </a:accent2>
      <a:accent3>
        <a:srgbClr val="FFFFFF"/>
      </a:accent3>
      <a:accent4>
        <a:srgbClr val="000000"/>
      </a:accent4>
      <a:accent5>
        <a:srgbClr val="E2E2FF"/>
      </a:accent5>
      <a:accent6>
        <a:srgbClr val="C4C4D6"/>
      </a:accent6>
      <a:hlink>
        <a:srgbClr val="6767FF"/>
      </a:hlink>
      <a:folHlink>
        <a:srgbClr val="9933FF"/>
      </a:folHlink>
    </a:clrScheme>
    <a:fontScheme name="Waterma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Times New Roman" pitchFamily="18" charset="0"/>
          </a:defRPr>
        </a:defPPr>
      </a:lstStyle>
    </a:lnDef>
  </a:objectDefaults>
  <a:extraClrSchemeLst>
    <a:extraClrScheme>
      <a:clrScheme name="Waterm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CCFF"/>
        </a:accent1>
        <a:accent2>
          <a:srgbClr val="D9D8E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C4C4D6"/>
        </a:accent6>
        <a:hlink>
          <a:srgbClr val="6767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2">
        <a:dk1>
          <a:srgbClr val="000000"/>
        </a:dk1>
        <a:lt1>
          <a:srgbClr val="FFFFFF"/>
        </a:lt1>
        <a:dk2>
          <a:srgbClr val="666633"/>
        </a:dk2>
        <a:lt2>
          <a:srgbClr val="5F5F5F"/>
        </a:lt2>
        <a:accent1>
          <a:srgbClr val="FFCC00"/>
        </a:accent1>
        <a:accent2>
          <a:srgbClr val="EFF0B2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D9D9A1"/>
        </a:accent6>
        <a:hlink>
          <a:srgbClr val="808000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3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9BB0CB"/>
        </a:accent1>
        <a:accent2>
          <a:srgbClr val="D1E0CE"/>
        </a:accent2>
        <a:accent3>
          <a:srgbClr val="FFFFFF"/>
        </a:accent3>
        <a:accent4>
          <a:srgbClr val="000000"/>
        </a:accent4>
        <a:accent5>
          <a:srgbClr val="CBD4E2"/>
        </a:accent5>
        <a:accent6>
          <a:srgbClr val="BDCBBA"/>
        </a:accent6>
        <a:hlink>
          <a:srgbClr val="8EA642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4">
        <a:dk1>
          <a:srgbClr val="333300"/>
        </a:dk1>
        <a:lt1>
          <a:srgbClr val="FFFFCC"/>
        </a:lt1>
        <a:dk2>
          <a:srgbClr val="336600"/>
        </a:dk2>
        <a:lt2>
          <a:srgbClr val="FFFFCC"/>
        </a:lt2>
        <a:accent1>
          <a:srgbClr val="99CC00"/>
        </a:accent1>
        <a:accent2>
          <a:srgbClr val="669900"/>
        </a:accent2>
        <a:accent3>
          <a:srgbClr val="ADB8AA"/>
        </a:accent3>
        <a:accent4>
          <a:srgbClr val="DADAAE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5">
        <a:dk1>
          <a:srgbClr val="424458"/>
        </a:dk1>
        <a:lt1>
          <a:srgbClr val="FFFFFF"/>
        </a:lt1>
        <a:dk2>
          <a:srgbClr val="004A48"/>
        </a:dk2>
        <a:lt2>
          <a:srgbClr val="FFFFFF"/>
        </a:lt2>
        <a:accent1>
          <a:srgbClr val="83B200"/>
        </a:accent1>
        <a:accent2>
          <a:srgbClr val="006260"/>
        </a:accent2>
        <a:accent3>
          <a:srgbClr val="AAB1B1"/>
        </a:accent3>
        <a:accent4>
          <a:srgbClr val="DADADA"/>
        </a:accent4>
        <a:accent5>
          <a:srgbClr val="C1D5AA"/>
        </a:accent5>
        <a:accent6>
          <a:srgbClr val="005856"/>
        </a:accent6>
        <a:hlink>
          <a:srgbClr val="6666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6">
        <a:dk1>
          <a:srgbClr val="000000"/>
        </a:dk1>
        <a:lt1>
          <a:srgbClr val="FFFFFF"/>
        </a:lt1>
        <a:dk2>
          <a:srgbClr val="1C2046"/>
        </a:dk2>
        <a:lt2>
          <a:srgbClr val="FFFFFF"/>
        </a:lt2>
        <a:accent1>
          <a:srgbClr val="00CCFF"/>
        </a:accent1>
        <a:accent2>
          <a:srgbClr val="2D226E"/>
        </a:accent2>
        <a:accent3>
          <a:srgbClr val="ABABB0"/>
        </a:accent3>
        <a:accent4>
          <a:srgbClr val="DADADA"/>
        </a:accent4>
        <a:accent5>
          <a:srgbClr val="AAE2FF"/>
        </a:accent5>
        <a:accent6>
          <a:srgbClr val="281E63"/>
        </a:accent6>
        <a:hlink>
          <a:srgbClr val="666699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7">
        <a:dk1>
          <a:srgbClr val="424458"/>
        </a:dk1>
        <a:lt1>
          <a:srgbClr val="FFFFFF"/>
        </a:lt1>
        <a:dk2>
          <a:srgbClr val="000066"/>
        </a:dk2>
        <a:lt2>
          <a:srgbClr val="FFFFFF"/>
        </a:lt2>
        <a:accent1>
          <a:srgbClr val="6666FF"/>
        </a:accent1>
        <a:accent2>
          <a:srgbClr val="333399"/>
        </a:accent2>
        <a:accent3>
          <a:srgbClr val="AAAAB8"/>
        </a:accent3>
        <a:accent4>
          <a:srgbClr val="DADADA"/>
        </a:accent4>
        <a:accent5>
          <a:srgbClr val="B8B8FF"/>
        </a:accent5>
        <a:accent6>
          <a:srgbClr val="2D2D8A"/>
        </a:accent6>
        <a:hlink>
          <a:srgbClr val="FF99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8">
        <a:dk1>
          <a:srgbClr val="1C1C1C"/>
        </a:dk1>
        <a:lt1>
          <a:srgbClr val="FFFFCC"/>
        </a:lt1>
        <a:dk2>
          <a:srgbClr val="390B20"/>
        </a:dk2>
        <a:lt2>
          <a:srgbClr val="FFFFCC"/>
        </a:lt2>
        <a:accent1>
          <a:srgbClr val="FF916F"/>
        </a:accent1>
        <a:accent2>
          <a:srgbClr val="561450"/>
        </a:accent2>
        <a:accent3>
          <a:srgbClr val="AEAAAB"/>
        </a:accent3>
        <a:accent4>
          <a:srgbClr val="DADAAE"/>
        </a:accent4>
        <a:accent5>
          <a:srgbClr val="FFC7BB"/>
        </a:accent5>
        <a:accent6>
          <a:srgbClr val="4D1148"/>
        </a:accent6>
        <a:hlink>
          <a:srgbClr val="637D95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9">
        <a:dk1>
          <a:srgbClr val="4C0000"/>
        </a:dk1>
        <a:lt1>
          <a:srgbClr val="FFFFFF"/>
        </a:lt1>
        <a:dk2>
          <a:srgbClr val="722104"/>
        </a:dk2>
        <a:lt2>
          <a:srgbClr val="FFFFFF"/>
        </a:lt2>
        <a:accent1>
          <a:srgbClr val="CC6600"/>
        </a:accent1>
        <a:accent2>
          <a:srgbClr val="8A2E00"/>
        </a:accent2>
        <a:accent3>
          <a:srgbClr val="BCABAA"/>
        </a:accent3>
        <a:accent4>
          <a:srgbClr val="DADADA"/>
        </a:accent4>
        <a:accent5>
          <a:srgbClr val="E2B8AA"/>
        </a:accent5>
        <a:accent6>
          <a:srgbClr val="7D2900"/>
        </a:accent6>
        <a:hlink>
          <a:srgbClr val="FFCC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6037</TotalTime>
  <Words>1988</Words>
  <Application>Microsoft Office PowerPoint</Application>
  <PresentationFormat>如螢幕大小 (4:3)</PresentationFormat>
  <Paragraphs>452</Paragraphs>
  <Slides>23</Slides>
  <Notes>22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23</vt:i4>
      </vt:variant>
    </vt:vector>
  </HeadingPairs>
  <TitlesOfParts>
    <vt:vector size="31" baseType="lpstr">
      <vt:lpstr>新細明體</vt:lpstr>
      <vt:lpstr>Arial</vt:lpstr>
      <vt:lpstr>Calibri</vt:lpstr>
      <vt:lpstr>Consolas</vt:lpstr>
      <vt:lpstr>Times New Roman</vt:lpstr>
      <vt:lpstr>Wingdings</vt:lpstr>
      <vt:lpstr>Office Theme</vt:lpstr>
      <vt:lpstr>Watermark</vt:lpstr>
      <vt:lpstr>Recursion</vt:lpstr>
      <vt:lpstr>Outline</vt:lpstr>
      <vt:lpstr>Introduction</vt:lpstr>
      <vt:lpstr>Implementing f() as a Recursive Function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Recursion – Stack Overflow</vt:lpstr>
      <vt:lpstr>Exercise: What's the output?</vt:lpstr>
      <vt:lpstr>Example: Fibonacci Number</vt:lpstr>
      <vt:lpstr>Example: Finding the largest number in an array of N integers (Optional)</vt:lpstr>
      <vt:lpstr>Example: Finding the largest number in an array of N integers (Optional)</vt:lpstr>
      <vt:lpstr>Example: Tower of Hanoi (Optional)</vt:lpstr>
      <vt:lpstr>PowerPoint 簡報</vt:lpstr>
      <vt:lpstr>Example: Tower of Hanoi (Optional)</vt:lpstr>
      <vt:lpstr>Recursion – Pros and Cons</vt:lpstr>
      <vt:lpstr>Summary</vt:lpstr>
      <vt:lpstr>Reading Assignment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Recursion</dc:title>
  <dc:subject/>
  <cp:keywords/>
  <dc:description/>
  <cp:lastModifiedBy>Yim Pan Chui, Dr. (CSD)</cp:lastModifiedBy>
  <cp:revision>1</cp:revision>
  <dcterms:created xsi:type="dcterms:W3CDTF">2011-07-19T12:51:33Z</dcterms:created>
  <dcterms:modified xsi:type="dcterms:W3CDTF">2024-04-10T05:32:39Z</dcterms:modified>
  <cp:category/>
</cp:coreProperties>
</file>