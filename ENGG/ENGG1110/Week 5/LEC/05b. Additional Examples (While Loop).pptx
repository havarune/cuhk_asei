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95" r:id="rId3"/>
    <p:sldId id="296" r:id="rId4"/>
    <p:sldId id="298" r:id="rId5"/>
    <p:sldId id="299" r:id="rId6"/>
    <p:sldId id="300" r:id="rId7"/>
    <p:sldId id="301" r:id="rId8"/>
    <p:sldId id="305" r:id="rId9"/>
    <p:sldId id="306" r:id="rId10"/>
    <p:sldId id="307" r:id="rId11"/>
  </p:sldIdLst>
  <p:sldSz cx="9144000" cy="6858000" type="screen4x3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 jee Chau (CSD)" initials="CjC(" lastIdx="1" clrIdx="0">
    <p:extLst>
      <p:ext uri="{19B8F6BF-5375-455C-9EA6-DF929625EA0E}">
        <p15:presenceInfo xmlns:p15="http://schemas.microsoft.com/office/powerpoint/2012/main" userId="Chuck jee Chau (CSD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3333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6D27A8-65B6-19F0-7754-BAF03DCF0D51}" v="2" dt="2024-10-03T06:32:23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7" autoAdjust="0"/>
    <p:restoredTop sz="82454" autoAdjust="0"/>
  </p:normalViewPr>
  <p:slideViewPr>
    <p:cSldViewPr>
      <p:cViewPr varScale="1">
        <p:scale>
          <a:sx n="96" d="100"/>
          <a:sy n="96" d="100"/>
        </p:scale>
        <p:origin x="2052" y="9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G, Kui Laam" userId="S::1155234409@link.cuhk.edu.hk::9ea0a5bf-5005-41cd-b710-d27336fc7c89" providerId="AD" clId="Web-{986D27A8-65B6-19F0-7754-BAF03DCF0D51}"/>
    <pc:docChg chg="modSld">
      <pc:chgData name="PANG, Kui Laam" userId="S::1155234409@link.cuhk.edu.hk::9ea0a5bf-5005-41cd-b710-d27336fc7c89" providerId="AD" clId="Web-{986D27A8-65B6-19F0-7754-BAF03DCF0D51}" dt="2024-10-03T06:32:23.121" v="1"/>
      <pc:docMkLst>
        <pc:docMk/>
      </pc:docMkLst>
      <pc:sldChg chg="delSp">
        <pc:chgData name="PANG, Kui Laam" userId="S::1155234409@link.cuhk.edu.hk::9ea0a5bf-5005-41cd-b710-d27336fc7c89" providerId="AD" clId="Web-{986D27A8-65B6-19F0-7754-BAF03DCF0D51}" dt="2024-10-03T06:32:23.121" v="1"/>
        <pc:sldMkLst>
          <pc:docMk/>
          <pc:sldMk cId="4016554590" sldId="295"/>
        </pc:sldMkLst>
        <pc:graphicFrameChg chg="del">
          <ac:chgData name="PANG, Kui Laam" userId="S::1155234409@link.cuhk.edu.hk::9ea0a5bf-5005-41cd-b710-d27336fc7c89" providerId="AD" clId="Web-{986D27A8-65B6-19F0-7754-BAF03DCF0D51}" dt="2024-10-03T06:32:23.121" v="1"/>
          <ac:graphicFrameMkLst>
            <pc:docMk/>
            <pc:sldMk cId="4016554590" sldId="295"/>
            <ac:graphicFrameMk id="2" creationId="{00000000-0000-0000-0000-000000000000}"/>
          </ac:graphicFrameMkLst>
        </pc:graphicFrameChg>
        <pc:graphicFrameChg chg="del">
          <ac:chgData name="PANG, Kui Laam" userId="S::1155234409@link.cuhk.edu.hk::9ea0a5bf-5005-41cd-b710-d27336fc7c89" providerId="AD" clId="Web-{986D27A8-65B6-19F0-7754-BAF03DCF0D51}" dt="2024-10-03T06:32:16.090" v="0"/>
          <ac:graphicFrameMkLst>
            <pc:docMk/>
            <pc:sldMk cId="4016554590" sldId="295"/>
            <ac:graphicFrameMk id="3" creationId="{00000000-0000-0000-0000-000000000000}"/>
          </ac:graphicFrameMkLst>
        </pc:graphicFrameChg>
      </pc:sldChg>
    </pc:docChg>
  </pc:docChgLst>
  <pc:docChgLst>
    <pc:chgData name="William Hui (IEG)" userId="S::kyhui@cuhk.edu.hk::07728535-8fdc-4325-b24f-20cc4d58a3a3" providerId="AD" clId="Web-{FEB7CAEE-CCE0-12A1-1C76-E33844E78286}"/>
    <pc:docChg chg="addSld delSld modSld">
      <pc:chgData name="William Hui (IEG)" userId="S::kyhui@cuhk.edu.hk::07728535-8fdc-4325-b24f-20cc4d58a3a3" providerId="AD" clId="Web-{FEB7CAEE-CCE0-12A1-1C76-E33844E78286}" dt="2019-08-25T12:46:01.127" v="752" actId="20577"/>
      <pc:docMkLst>
        <pc:docMk/>
      </pc:docMkLst>
      <pc:sldChg chg="modSp">
        <pc:chgData name="William Hui (IEG)" userId="S::kyhui@cuhk.edu.hk::07728535-8fdc-4325-b24f-20cc4d58a3a3" providerId="AD" clId="Web-{FEB7CAEE-CCE0-12A1-1C76-E33844E78286}" dt="2019-08-25T12:29:33.576" v="18" actId="20577"/>
        <pc:sldMkLst>
          <pc:docMk/>
          <pc:sldMk cId="0" sldId="256"/>
        </pc:sldMkLst>
        <pc:spChg chg="mod">
          <ac:chgData name="William Hui (IEG)" userId="S::kyhui@cuhk.edu.hk::07728535-8fdc-4325-b24f-20cc4d58a3a3" providerId="AD" clId="Web-{FEB7CAEE-CCE0-12A1-1C76-E33844E78286}" dt="2019-08-25T12:29:33.576" v="18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William Hui (IEG)" userId="S::kyhui@cuhk.edu.hk::07728535-8fdc-4325-b24f-20cc4d58a3a3" providerId="AD" clId="Web-{FEB7CAEE-CCE0-12A1-1C76-E33844E78286}" dt="2019-08-25T12:29:36.545" v="20"/>
        <pc:sldMkLst>
          <pc:docMk/>
          <pc:sldMk cId="713600060" sldId="294"/>
        </pc:sldMkLst>
      </pc:sldChg>
      <pc:sldChg chg="modSp">
        <pc:chgData name="William Hui (IEG)" userId="S::kyhui@cuhk.edu.hk::07728535-8fdc-4325-b24f-20cc4d58a3a3" providerId="AD" clId="Web-{FEB7CAEE-CCE0-12A1-1C76-E33844E78286}" dt="2019-08-25T12:43:50.514" v="714" actId="20577"/>
        <pc:sldMkLst>
          <pc:docMk/>
          <pc:sldMk cId="3926871548" sldId="296"/>
        </pc:sldMkLst>
        <pc:spChg chg="mod">
          <ac:chgData name="William Hui (IEG)" userId="S::kyhui@cuhk.edu.hk::07728535-8fdc-4325-b24f-20cc4d58a3a3" providerId="AD" clId="Web-{FEB7CAEE-CCE0-12A1-1C76-E33844E78286}" dt="2019-08-25T12:43:50.514" v="714" actId="20577"/>
          <ac:spMkLst>
            <pc:docMk/>
            <pc:sldMk cId="3926871548" sldId="296"/>
            <ac:spMk id="3" creationId="{00000000-0000-0000-0000-000000000000}"/>
          </ac:spMkLst>
        </pc:spChg>
      </pc:sldChg>
      <pc:sldChg chg="del">
        <pc:chgData name="William Hui (IEG)" userId="S::kyhui@cuhk.edu.hk::07728535-8fdc-4325-b24f-20cc4d58a3a3" providerId="AD" clId="Web-{FEB7CAEE-CCE0-12A1-1C76-E33844E78286}" dt="2019-08-25T12:30:33" v="81"/>
        <pc:sldMkLst>
          <pc:docMk/>
          <pc:sldMk cId="3506844935" sldId="303"/>
        </pc:sldMkLst>
      </pc:sldChg>
      <pc:sldChg chg="del">
        <pc:chgData name="William Hui (IEG)" userId="S::kyhui@cuhk.edu.hk::07728535-8fdc-4325-b24f-20cc4d58a3a3" providerId="AD" clId="Web-{FEB7CAEE-CCE0-12A1-1C76-E33844E78286}" dt="2019-08-25T12:30:36.235" v="82"/>
        <pc:sldMkLst>
          <pc:docMk/>
          <pc:sldMk cId="519658567" sldId="304"/>
        </pc:sldMkLst>
      </pc:sldChg>
      <pc:sldChg chg="modSp">
        <pc:chgData name="William Hui (IEG)" userId="S::kyhui@cuhk.edu.hk::07728535-8fdc-4325-b24f-20cc4d58a3a3" providerId="AD" clId="Web-{FEB7CAEE-CCE0-12A1-1C76-E33844E78286}" dt="2019-08-25T12:46:01.111" v="751" actId="20577"/>
        <pc:sldMkLst>
          <pc:docMk/>
          <pc:sldMk cId="1518402331" sldId="305"/>
        </pc:sldMkLst>
        <pc:spChg chg="mod">
          <ac:chgData name="William Hui (IEG)" userId="S::kyhui@cuhk.edu.hk::07728535-8fdc-4325-b24f-20cc4d58a3a3" providerId="AD" clId="Web-{FEB7CAEE-CCE0-12A1-1C76-E33844E78286}" dt="2019-08-25T12:30:45.141" v="84" actId="20577"/>
          <ac:spMkLst>
            <pc:docMk/>
            <pc:sldMk cId="1518402331" sldId="305"/>
            <ac:spMk id="21507" creationId="{00000000-0000-0000-0000-000000000000}"/>
          </ac:spMkLst>
        </pc:spChg>
        <pc:spChg chg="mod">
          <ac:chgData name="William Hui (IEG)" userId="S::kyhui@cuhk.edu.hk::07728535-8fdc-4325-b24f-20cc4d58a3a3" providerId="AD" clId="Web-{FEB7CAEE-CCE0-12A1-1C76-E33844E78286}" dt="2019-08-25T12:46:01.111" v="751" actId="20577"/>
          <ac:spMkLst>
            <pc:docMk/>
            <pc:sldMk cId="1518402331" sldId="305"/>
            <ac:spMk id="21508" creationId="{00000000-0000-0000-0000-000000000000}"/>
          </ac:spMkLst>
        </pc:spChg>
      </pc:sldChg>
      <pc:sldChg chg="addSp modSp">
        <pc:chgData name="William Hui (IEG)" userId="S::kyhui@cuhk.edu.hk::07728535-8fdc-4325-b24f-20cc4d58a3a3" providerId="AD" clId="Web-{FEB7CAEE-CCE0-12A1-1C76-E33844E78286}" dt="2019-08-25T12:41:28.493" v="515" actId="20577"/>
        <pc:sldMkLst>
          <pc:docMk/>
          <pc:sldMk cId="2280612692" sldId="306"/>
        </pc:sldMkLst>
        <pc:spChg chg="add mod">
          <ac:chgData name="William Hui (IEG)" userId="S::kyhui@cuhk.edu.hk::07728535-8fdc-4325-b24f-20cc4d58a3a3" providerId="AD" clId="Web-{FEB7CAEE-CCE0-12A1-1C76-E33844E78286}" dt="2019-08-25T12:39:21.818" v="479"/>
          <ac:spMkLst>
            <pc:docMk/>
            <pc:sldMk cId="2280612692" sldId="306"/>
            <ac:spMk id="2" creationId="{C3C5E05E-D961-491D-91D6-1422B012CA78}"/>
          </ac:spMkLst>
        </pc:spChg>
        <pc:spChg chg="mod">
          <ac:chgData name="William Hui (IEG)" userId="S::kyhui@cuhk.edu.hk::07728535-8fdc-4325-b24f-20cc4d58a3a3" providerId="AD" clId="Web-{FEB7CAEE-CCE0-12A1-1C76-E33844E78286}" dt="2019-08-25T12:32:02.987" v="235" actId="20577"/>
          <ac:spMkLst>
            <pc:docMk/>
            <pc:sldMk cId="2280612692" sldId="306"/>
            <ac:spMk id="22531" creationId="{00000000-0000-0000-0000-000000000000}"/>
          </ac:spMkLst>
        </pc:spChg>
        <pc:spChg chg="mod">
          <ac:chgData name="William Hui (IEG)" userId="S::kyhui@cuhk.edu.hk::07728535-8fdc-4325-b24f-20cc4d58a3a3" providerId="AD" clId="Web-{FEB7CAEE-CCE0-12A1-1C76-E33844E78286}" dt="2019-08-25T12:41:28.493" v="515" actId="20577"/>
          <ac:spMkLst>
            <pc:docMk/>
            <pc:sldMk cId="2280612692" sldId="306"/>
            <ac:spMk id="22532" creationId="{00000000-0000-0000-0000-000000000000}"/>
          </ac:spMkLst>
        </pc:spChg>
      </pc:sldChg>
      <pc:sldChg chg="addSp modSp add replId">
        <pc:chgData name="William Hui (IEG)" userId="S::kyhui@cuhk.edu.hk::07728535-8fdc-4325-b24f-20cc4d58a3a3" providerId="AD" clId="Web-{FEB7CAEE-CCE0-12A1-1C76-E33844E78286}" dt="2019-08-25T12:43:26.357" v="672" actId="20577"/>
        <pc:sldMkLst>
          <pc:docMk/>
          <pc:sldMk cId="1069561671" sldId="307"/>
        </pc:sldMkLst>
        <pc:spChg chg="add mod">
          <ac:chgData name="William Hui (IEG)" userId="S::kyhui@cuhk.edu.hk::07728535-8fdc-4325-b24f-20cc4d58a3a3" providerId="AD" clId="Web-{FEB7CAEE-CCE0-12A1-1C76-E33844E78286}" dt="2019-08-25T12:43:14.262" v="669" actId="20577"/>
          <ac:spMkLst>
            <pc:docMk/>
            <pc:sldMk cId="1069561671" sldId="307"/>
            <ac:spMk id="2" creationId="{585793F7-3272-4BFA-8F27-75CDF3658F7C}"/>
          </ac:spMkLst>
        </pc:spChg>
        <pc:spChg chg="mod">
          <ac:chgData name="William Hui (IEG)" userId="S::kyhui@cuhk.edu.hk::07728535-8fdc-4325-b24f-20cc4d58a3a3" providerId="AD" clId="Web-{FEB7CAEE-CCE0-12A1-1C76-E33844E78286}" dt="2019-08-25T12:43:26.357" v="672" actId="20577"/>
          <ac:spMkLst>
            <pc:docMk/>
            <pc:sldMk cId="1069561671" sldId="307"/>
            <ac:spMk id="22532" creationId="{00000000-0000-0000-0000-000000000000}"/>
          </ac:spMkLst>
        </pc:spChg>
      </pc:sldChg>
      <pc:sldChg chg="del">
        <pc:chgData name="William Hui (IEG)" userId="S::kyhui@cuhk.edu.hk::07728535-8fdc-4325-b24f-20cc4d58a3a3" providerId="AD" clId="Web-{FEB7CAEE-CCE0-12A1-1C76-E33844E78286}" dt="2019-08-25T12:31:55.409" v="233"/>
        <pc:sldMkLst>
          <pc:docMk/>
          <pc:sldMk cId="4173803028" sldId="307"/>
        </pc:sldMkLst>
      </pc:sldChg>
      <pc:sldChg chg="del">
        <pc:chgData name="William Hui (IEG)" userId="S::kyhui@cuhk.edu.hk::07728535-8fdc-4325-b24f-20cc4d58a3a3" providerId="AD" clId="Web-{FEB7CAEE-CCE0-12A1-1C76-E33844E78286}" dt="2019-08-25T12:31:57.941" v="234"/>
        <pc:sldMkLst>
          <pc:docMk/>
          <pc:sldMk cId="3143085640" sldId="308"/>
        </pc:sldMkLst>
      </pc:sldChg>
    </pc:docChg>
  </pc:docChgLst>
  <pc:docChgLst>
    <pc:chgData name="Chuck jee Chau (CSD)" userId="7aa7a09e-983f-4214-9e5a-071cbb678e81" providerId="ADAL" clId="{7984264B-C8D6-7840-A82B-2BC98E1B4D87}"/>
    <pc:docChg chg="custSel">
      <pc:chgData name="Chuck jee Chau (CSD)" userId="7aa7a09e-983f-4214-9e5a-071cbb678e81" providerId="ADAL" clId="{7984264B-C8D6-7840-A82B-2BC98E1B4D87}" dt="2019-09-28T14:00:15.292" v="0" actId="1592"/>
      <pc:docMkLst>
        <pc:docMk/>
      </pc:docMkLst>
      <pc:sldChg chg="delCm">
        <pc:chgData name="Chuck jee Chau (CSD)" userId="7aa7a09e-983f-4214-9e5a-071cbb678e81" providerId="ADAL" clId="{7984264B-C8D6-7840-A82B-2BC98E1B4D87}" dt="2019-09-28T14:00:15.292" v="0" actId="1592"/>
        <pc:sldMkLst>
          <pc:docMk/>
          <pc:sldMk cId="3986881255" sldId="29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18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2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09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34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1470025"/>
          </a:xfrm>
        </p:spPr>
        <p:txBody>
          <a:bodyPr>
            <a:normAutofit/>
          </a:bodyPr>
          <a:lstStyle/>
          <a:p>
            <a:r>
              <a:rPr lang="en-US" b="1" dirty="0"/>
              <a:t>Additional Examples of</a:t>
            </a:r>
            <a:br>
              <a:rPr lang="en-US" b="1" dirty="0"/>
            </a:br>
            <a:r>
              <a:rPr lang="en-US" b="1" dirty="0">
                <a:latin typeface="Calibri"/>
                <a:cs typeface="Calibri"/>
              </a:rPr>
              <a:t>While Loops</a:t>
            </a:r>
            <a:endParaRPr lang="en-US" b="1" dirty="0">
              <a:latin typeface="Consolas"/>
              <a:ea typeface="新細明體" pitchFamily="18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8392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>
                <a:ea typeface="新細明體" pitchFamily="18" charset="-120"/>
              </a:rPr>
              <a:t>Example 1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066799"/>
            <a:ext cx="8526463" cy="54340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 dirty="0">
                <a:ea typeface="新細明體" pitchFamily="18" charset="-120"/>
              </a:rPr>
              <a:t>Objective:</a:t>
            </a:r>
            <a:r>
              <a:rPr lang="en-US" altLang="zh-TW" sz="2800" dirty="0">
                <a:ea typeface="新細明體" pitchFamily="18" charset="-120"/>
              </a:rPr>
              <a:t> To read </a:t>
            </a:r>
            <a:r>
              <a:rPr lang="en-US" altLang="zh-TW" sz="2800" i="1" dirty="0">
                <a:ea typeface="新細明體" pitchFamily="18" charset="-120"/>
              </a:rPr>
              <a:t>N</a:t>
            </a:r>
            <a:r>
              <a:rPr lang="en-US" altLang="zh-TW" sz="2800" dirty="0">
                <a:ea typeface="新細明體" pitchFamily="18" charset="-120"/>
              </a:rPr>
              <a:t> integers from the user one by one, and output the largest number among the input values.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The value of N will be read from the user.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The N numbers are separated by whitespace characters.</a:t>
            </a:r>
            <a:endParaRPr lang="en-US" altLang="zh-TW" dirty="0">
              <a:ea typeface="新細明體" pitchFamily="18" charset="-120"/>
            </a:endParaRPr>
          </a:p>
          <a:p>
            <a:pPr marL="457200" lvl="1" indent="0"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 marL="457200" lvl="1" indent="0"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  <a:sym typeface="Wingdings" pitchFamily="2" charset="2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  <a:sym typeface="Wingdings" pitchFamily="2" charset="2"/>
            </a:endParaRPr>
          </a:p>
          <a:p>
            <a:pPr marL="0" indent="0" eaLnBrk="1" hangingPunct="1">
              <a:buNone/>
            </a:pPr>
            <a:endParaRPr lang="en-US" altLang="zh-TW" sz="2400" dirty="0">
              <a:ea typeface="新細明體" pitchFamily="18" charset="-120"/>
              <a:sym typeface="Wingdings" pitchFamily="2" charset="2"/>
            </a:endParaRPr>
          </a:p>
          <a:p>
            <a:pPr lvl="1" eaLnBrk="1" hangingPunct="1"/>
            <a:endParaRPr lang="en-US" altLang="zh-TW" sz="2400" dirty="0">
              <a:ea typeface="新細明體" pitchFamily="18" charset="-12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55459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cs typeface="Calibri"/>
              </a:rPr>
              <a:t>It can be identified as:</a:t>
            </a:r>
          </a:p>
          <a:p>
            <a:pPr lvl="1"/>
            <a:r>
              <a:rPr lang="en-US" sz="2400" dirty="0">
                <a:cs typeface="Calibri"/>
              </a:rPr>
              <a:t>Aggregate data to generate a certain statistic</a:t>
            </a:r>
            <a:endParaRPr lang="en-US" sz="2400" dirty="0"/>
          </a:p>
          <a:p>
            <a:r>
              <a:rPr lang="en-US" sz="2800" dirty="0"/>
              <a:t>Plan:</a:t>
            </a:r>
          </a:p>
          <a:p>
            <a:pPr lvl="1"/>
            <a:r>
              <a:rPr lang="en-US" sz="2400" dirty="0"/>
              <a:t>Use a variable to remember the largest value. Let's name this variable </a:t>
            </a:r>
            <a:r>
              <a:rPr lang="en-US" sz="2400" b="1" dirty="0">
                <a:latin typeface="Consolas" panose="020B0609020204030204" pitchFamily="49" charset="0"/>
              </a:rPr>
              <a:t>max</a:t>
            </a:r>
            <a:r>
              <a:rPr lang="en-US" sz="2400" dirty="0"/>
              <a:t>.</a:t>
            </a:r>
            <a:endParaRPr lang="en-US" sz="2400" dirty="0">
              <a:cs typeface="Calibri"/>
            </a:endParaRPr>
          </a:p>
          <a:p>
            <a:pPr lvl="1"/>
            <a:r>
              <a:rPr lang="en-US" sz="2400" dirty="0"/>
              <a:t>Read the input values one by one.</a:t>
            </a:r>
            <a:endParaRPr lang="en-US" sz="2400" dirty="0">
              <a:cs typeface="Calibri"/>
            </a:endParaRPr>
          </a:p>
          <a:p>
            <a:pPr lvl="1"/>
            <a:r>
              <a:rPr lang="en-US" sz="2400" dirty="0"/>
              <a:t>For each input value, if its value is larger than </a:t>
            </a:r>
            <a:r>
              <a:rPr lang="en-US" sz="2400" b="1" dirty="0">
                <a:latin typeface="Consolas" panose="020B0609020204030204" pitchFamily="49" charset="0"/>
              </a:rPr>
              <a:t>max</a:t>
            </a:r>
            <a:r>
              <a:rPr lang="en-US" sz="2400" dirty="0"/>
              <a:t>, replace the value of </a:t>
            </a:r>
            <a:r>
              <a:rPr lang="en-US" sz="2400" b="1" dirty="0">
                <a:latin typeface="Consolas" panose="020B0609020204030204" pitchFamily="49" charset="0"/>
              </a:rPr>
              <a:t>max</a:t>
            </a:r>
            <a:r>
              <a:rPr lang="en-US" sz="2400" dirty="0"/>
              <a:t> by this input value.</a:t>
            </a:r>
            <a:endParaRPr lang="en-US" sz="2400" dirty="0">
              <a:cs typeface="Calibri"/>
            </a:endParaRPr>
          </a:p>
          <a:p>
            <a:pPr lvl="1"/>
            <a:r>
              <a:rPr lang="en-US" sz="2400" dirty="0"/>
              <a:t>How do we choose an initial value for </a:t>
            </a:r>
            <a:r>
              <a:rPr lang="en-US" sz="2400" b="1" dirty="0">
                <a:latin typeface="Consolas" panose="020B0609020204030204" pitchFamily="49" charset="0"/>
              </a:rPr>
              <a:t>max</a:t>
            </a:r>
            <a:r>
              <a:rPr lang="en-US" sz="2400" dirty="0"/>
              <a:t> so that its value will get updated when we encounter a larger input?</a:t>
            </a:r>
            <a:endParaRPr lang="en-US" sz="2400" dirty="0">
              <a:cs typeface="Calibri"/>
            </a:endParaRPr>
          </a:p>
          <a:p>
            <a:pPr lvl="2"/>
            <a:r>
              <a:rPr lang="en-US" sz="1800" dirty="0"/>
              <a:t>Approach 1: Select a very small value</a:t>
            </a:r>
            <a:endParaRPr lang="en-US" sz="1800" dirty="0">
              <a:cs typeface="Calibri"/>
            </a:endParaRPr>
          </a:p>
          <a:p>
            <a:pPr lvl="2"/>
            <a:r>
              <a:rPr lang="en-US" sz="1800" dirty="0"/>
              <a:t>Approach 2: Use the 1</a:t>
            </a:r>
            <a:r>
              <a:rPr lang="en-US" sz="1800" baseline="30000" dirty="0"/>
              <a:t>st</a:t>
            </a:r>
            <a:r>
              <a:rPr lang="en-US" sz="1800" dirty="0"/>
              <a:t> input value</a:t>
            </a:r>
            <a:endParaRPr lang="en-US" sz="1800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87154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 (Approach #1)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b="0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limits.h</a:t>
            </a:r>
            <a:r>
              <a:rPr lang="en-US" altLang="zh-TW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max,  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remember the largest input value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input,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hold the input value temporarily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N,    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# of input to be read from the user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       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max = </a:t>
            </a:r>
            <a:r>
              <a:rPr lang="en-US" altLang="zh-TW" dirty="0">
                <a:solidFill>
                  <a:srgbClr val="7030A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INT_MIN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Let "max" be a very small value first,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// we will update its value when we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// encounter a larger input. 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3733800" y="990600"/>
            <a:ext cx="5410200" cy="9799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Must add "</a:t>
            </a:r>
            <a:r>
              <a:rPr lang="en-US" altLang="zh-TW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limits.h</a:t>
            </a:r>
            <a:r>
              <a:rPr lang="en-US" altLang="zh-TW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  <a:r>
              <a:rPr lang="en-US" altLang="zh-TW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" to use </a:t>
            </a:r>
            <a:r>
              <a:rPr lang="en-US" altLang="zh-TW" b="1" dirty="0">
                <a:solidFill>
                  <a:srgbClr val="7030A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INT_MIN</a:t>
            </a:r>
            <a:r>
              <a:rPr lang="en-US" altLang="zh-TW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 (a predefined named constant that represents the smallest possible value of type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22908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 (Approach #1)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3200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(input &gt; max)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    max = input;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"The largest number is %d.\n"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max);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32004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27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4191000"/>
            <a:ext cx="9144000" cy="2209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 = ? </a:t>
            </a: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-10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The largest number is 99.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88125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4267200"/>
            <a:ext cx="2743200" cy="76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 (Approach #2)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b="0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max,  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remember the largest input value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input,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hold the input value temporarily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N,    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# of input to be read from the user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       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max = input;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So far we have seen only one input,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// so let it be the largest number.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// We will update "max" when we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// encounter a larger input. 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92465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1346770"/>
            <a:ext cx="609600" cy="304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 (Approach #2)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N-1) {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Process the remaining N-1 input values</a:t>
            </a: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(input &gt; max)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    max = input;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"The largest number is %d.\n"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max);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32004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27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4191000"/>
            <a:ext cx="9144000" cy="2209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 = ? </a:t>
            </a: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-10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The largest number is 99.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671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8392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>
                <a:ea typeface="新細明體"/>
              </a:rPr>
              <a:t>Example 2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08" y="1076364"/>
            <a:ext cx="8645525" cy="510540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eaLnBrk="1" hangingPunct="1"/>
            <a:r>
              <a:rPr lang="en-US" altLang="zh-TW" sz="2800" b="1" dirty="0">
                <a:ea typeface="新細明體"/>
              </a:rPr>
              <a:t>Objective:</a:t>
            </a:r>
            <a:r>
              <a:rPr lang="en-US" altLang="zh-TW" sz="2800" dirty="0">
                <a:ea typeface="新細明體"/>
              </a:rPr>
              <a:t> To compute the sum of digits of a positive integer.</a:t>
            </a:r>
            <a:endParaRPr lang="en-US" altLang="zh-TW" sz="2800" dirty="0">
              <a:ea typeface="新細明體"/>
              <a:cs typeface="Calibri"/>
            </a:endParaRPr>
          </a:p>
          <a:p>
            <a:pPr marL="0" indent="0" eaLnBrk="1" hangingPunct="1">
              <a:buNone/>
            </a:pPr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/>
              </a:rPr>
              <a:t>This example aims to show how to use a while-loop to achieve the objective by repeatedly:</a:t>
            </a:r>
            <a:endParaRPr lang="en-US" altLang="zh-TW" sz="2800" dirty="0">
              <a:ea typeface="新細明體"/>
              <a:cs typeface="Calibri"/>
            </a:endParaRPr>
          </a:p>
          <a:p>
            <a:pPr lvl="1"/>
            <a:r>
              <a:rPr lang="en-US" altLang="zh-TW" sz="2400" dirty="0">
                <a:ea typeface="新細明體"/>
              </a:rPr>
              <a:t>Extracting the last digit from the number, </a:t>
            </a:r>
            <a:endParaRPr lang="en-US" altLang="zh-TW" sz="2400" dirty="0">
              <a:ea typeface="新細明體" pitchFamily="18" charset="-120"/>
              <a:cs typeface="Calibri"/>
            </a:endParaRPr>
          </a:p>
          <a:p>
            <a:pPr lvl="1"/>
            <a:r>
              <a:rPr lang="en-US" altLang="zh-TW" sz="2400" dirty="0">
                <a:ea typeface="新細明體"/>
              </a:rPr>
              <a:t>Adding the value of the extracted digit to a variable, and</a:t>
            </a:r>
            <a:endParaRPr lang="en-US" altLang="zh-TW" sz="2400" dirty="0">
              <a:ea typeface="新細明體"/>
              <a:cs typeface="Calibri"/>
            </a:endParaRPr>
          </a:p>
          <a:p>
            <a:pPr lvl="1"/>
            <a:r>
              <a:rPr lang="en-US" altLang="zh-TW" sz="2400" dirty="0">
                <a:ea typeface="新細明體"/>
              </a:rPr>
              <a:t>Removing the last digit from the number.</a:t>
            </a:r>
            <a:br>
              <a:rPr lang="en-US" altLang="zh-TW" sz="2400" dirty="0">
                <a:ea typeface="新細明體"/>
                <a:cs typeface="Calibri"/>
              </a:rPr>
            </a:br>
            <a:endParaRPr lang="en-US" altLang="zh-TW" sz="2400" dirty="0">
              <a:ea typeface="新細明體"/>
              <a:cs typeface="Calibri"/>
            </a:endParaRPr>
          </a:p>
          <a:p>
            <a:r>
              <a:rPr lang="en-US" altLang="zh-TW" sz="2800" dirty="0">
                <a:ea typeface="新細明體"/>
                <a:cs typeface="Calibri"/>
              </a:rPr>
              <a:t>What loop cases are involved?</a:t>
            </a:r>
          </a:p>
          <a:p>
            <a:pPr lvl="1"/>
            <a:r>
              <a:rPr lang="en-US" altLang="zh-TW" sz="2400" dirty="0">
                <a:ea typeface="新細明體"/>
                <a:cs typeface="Calibri"/>
              </a:rPr>
              <a:t>Basic Case #2 - Indefinite Repetition (we won't know in prior how many digits there are) </a:t>
            </a:r>
          </a:p>
          <a:p>
            <a:pPr lvl="1"/>
            <a:r>
              <a:rPr lang="en-US" altLang="zh-TW" sz="2400" dirty="0">
                <a:ea typeface="新細明體"/>
                <a:cs typeface="Calibri"/>
              </a:rPr>
              <a:t>Aggregate data (sum of the digits)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0233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Example 2: Solution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= ? "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while 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&gt;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 {       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Loop until no digit left</a:t>
            </a: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ea typeface="新細明體"/>
                <a:cs typeface="Times New Roman"/>
              </a:rPr>
              <a:t>   </a:t>
            </a:r>
            <a:r>
              <a:rPr lang="en-US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b="0" dirty="0">
                <a:solidFill>
                  <a:srgbClr val="00B0F0"/>
                </a:solidFill>
                <a:latin typeface="Consolas"/>
                <a:ea typeface="新細明體"/>
                <a:cs typeface="Times New Roman"/>
              </a:rPr>
              <a:t>"%d\n"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, </a:t>
            </a:r>
            <a:r>
              <a:rPr lang="en-US" b="0" dirty="0" err="1">
                <a:latin typeface="Consolas"/>
                <a:ea typeface="新細明體"/>
                <a:cs typeface="Times New Roman"/>
              </a:rPr>
              <a:t>num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 % 10);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/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      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Remove the last digit from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962" y="6248400"/>
            <a:ext cx="7615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: We assume the input value is a non-negative integer.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5E05E-D961-491D-91D6-1422B012CA78}"/>
              </a:ext>
            </a:extLst>
          </p:cNvPr>
          <p:cNvSpPr txBox="1"/>
          <p:nvPr/>
        </p:nvSpPr>
        <p:spPr>
          <a:xfrm>
            <a:off x="3697772" y="3726467"/>
            <a:ext cx="4646604" cy="2031325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Do NOT try to tackle a complicated looping problem all at once. Do it </a:t>
            </a:r>
            <a:r>
              <a:rPr lang="en-US" b="1" dirty="0">
                <a:cs typeface="Calibri"/>
              </a:rPr>
              <a:t>step by step</a:t>
            </a:r>
            <a:r>
              <a:rPr lang="en-US" dirty="0">
                <a:cs typeface="Calibri"/>
              </a:rPr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Let's start by extracting digits from a number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Do you see why we can accomplish that with the few lines above?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61269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65100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Example 2: Solution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61963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;              </a:t>
            </a:r>
            <a:r>
              <a:rPr lang="en-US" altLang="zh-TW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To store the sum of digits of "num"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= ? "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while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&gt;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 {       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Eventually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will become 0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   // inside the loop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+=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% 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;   </a:t>
            </a:r>
            <a:r>
              <a:rPr lang="en-US" altLang="zh-TW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Add the last digit of </a:t>
            </a:r>
            <a:r>
              <a:rPr lang="en-US" altLang="zh-TW" b="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to </a:t>
            </a:r>
            <a:r>
              <a:rPr lang="en-US" altLang="zh-TW" b="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endParaRPr lang="en-US" altLang="zh-TW" b="0" dirty="0">
              <a:solidFill>
                <a:srgbClr val="00B050"/>
              </a:solidFill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/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      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Remove the last digit from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"The sum of digits is %d.\n"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990599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962" y="6248400"/>
            <a:ext cx="7615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: We assume the input value is a non-negative integer.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793F7-3272-4BFA-8F27-75CDF3658F7C}"/>
              </a:ext>
            </a:extLst>
          </p:cNvPr>
          <p:cNvSpPr txBox="1"/>
          <p:nvPr/>
        </p:nvSpPr>
        <p:spPr>
          <a:xfrm>
            <a:off x="4266881" y="1823062"/>
            <a:ext cx="4541392" cy="1200329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After confirming that we are extracting digits correctly, we add logic to calculate the digit sum.</a:t>
            </a:r>
          </a:p>
          <a:p>
            <a:r>
              <a:rPr lang="en-US" dirty="0">
                <a:latin typeface="Calibri"/>
                <a:cs typeface="Calibri"/>
              </a:rPr>
              <a:t>Inserted code are in </a:t>
            </a:r>
            <a:r>
              <a:rPr lang="en-US" dirty="0">
                <a:highlight>
                  <a:srgbClr val="FFFF00"/>
                </a:highlight>
                <a:latin typeface="Calibri"/>
                <a:cs typeface="Calibri"/>
              </a:rPr>
              <a:t>yellow</a:t>
            </a:r>
            <a:r>
              <a:rPr lang="en-US" dirty="0">
                <a:cs typeface="Calibri"/>
              </a:rPr>
              <a:t>.</a:t>
            </a:r>
            <a:endParaRPr lang="en-US" dirty="0">
              <a:highlight>
                <a:srgbClr val="FFFF00"/>
              </a:highlight>
              <a:latin typeface="Calibri"/>
              <a:cs typeface="Calibri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56167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5759</TotalTime>
  <Words>931</Words>
  <Application>Microsoft Office PowerPoint</Application>
  <PresentationFormat>如螢幕大小 (4:3)</PresentationFormat>
  <Paragraphs>241</Paragraphs>
  <Slides>10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Theme</vt:lpstr>
      <vt:lpstr>Additional Examples of While Loops</vt:lpstr>
      <vt:lpstr>Example 1</vt:lpstr>
      <vt:lpstr>Example 1: Solution</vt:lpstr>
      <vt:lpstr>Example 1: Solution (Approach #1)</vt:lpstr>
      <vt:lpstr>Example 1: Solution (Approach #1)</vt:lpstr>
      <vt:lpstr>Example 1: Solution (Approach #2)</vt:lpstr>
      <vt:lpstr>Example 1: Solution (Approach #2)</vt:lpstr>
      <vt:lpstr>Example 2</vt:lpstr>
      <vt:lpstr>Example 2: Solution</vt:lpstr>
      <vt:lpstr>Example 2: Solution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Additional Examples of While Loops</dc:title>
  <dc:subject/>
  <cp:keywords/>
  <dc:description/>
  <cp:lastModifiedBy>chcheong</cp:lastModifiedBy>
  <cp:revision>3</cp:revision>
  <dcterms:created xsi:type="dcterms:W3CDTF">2011-07-19T12:51:33Z</dcterms:created>
  <dcterms:modified xsi:type="dcterms:W3CDTF">2024-10-03T06:32:26Z</dcterms:modified>
  <cp:category/>
</cp:coreProperties>
</file>