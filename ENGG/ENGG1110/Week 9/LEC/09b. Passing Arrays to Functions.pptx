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340" r:id="rId4"/>
    <p:sldId id="325" r:id="rId5"/>
    <p:sldId id="326" r:id="rId6"/>
    <p:sldId id="327" r:id="rId7"/>
    <p:sldId id="328" r:id="rId8"/>
    <p:sldId id="341" r:id="rId9"/>
    <p:sldId id="342" r:id="rId10"/>
    <p:sldId id="324" r:id="rId11"/>
    <p:sldId id="330" r:id="rId12"/>
    <p:sldId id="329" r:id="rId13"/>
    <p:sldId id="343" r:id="rId14"/>
    <p:sldId id="344" r:id="rId15"/>
    <p:sldId id="331" r:id="rId16"/>
    <p:sldId id="332" r:id="rId17"/>
    <p:sldId id="336" r:id="rId18"/>
    <p:sldId id="337" r:id="rId19"/>
    <p:sldId id="338" r:id="rId20"/>
    <p:sldId id="345" r:id="rId21"/>
  </p:sldIdLst>
  <p:sldSz cx="9144000" cy="6858000" type="screen4x3"/>
  <p:notesSz cx="6794500" cy="9906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657" autoAdjust="0"/>
    <p:restoredTop sz="62271" autoAdjust="0"/>
  </p:normalViewPr>
  <p:slideViewPr>
    <p:cSldViewPr>
      <p:cViewPr varScale="1">
        <p:scale>
          <a:sx n="72" d="100"/>
          <a:sy n="72" d="100"/>
        </p:scale>
        <p:origin x="3504" y="7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450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3120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ui (IEG)" userId="S::kyhui@cuhk.edu.hk::07728535-8fdc-4325-b24f-20cc4d58a3a3" providerId="AD" clId="Web-{C09937A5-630B-715C-6826-0F26C83FF3B0}"/>
    <pc:docChg chg="addSld delSld modSld sldOrd">
      <pc:chgData name="William Hui (IEG)" userId="S::kyhui@cuhk.edu.hk::07728535-8fdc-4325-b24f-20cc4d58a3a3" providerId="AD" clId="Web-{C09937A5-630B-715C-6826-0F26C83FF3B0}" dt="2019-09-22T11:29:06.847" v="1051" actId="20577"/>
      <pc:docMkLst>
        <pc:docMk/>
      </pc:docMkLst>
      <pc:sldChg chg="modSp">
        <pc:chgData name="William Hui (IEG)" userId="S::kyhui@cuhk.edu.hk::07728535-8fdc-4325-b24f-20cc4d58a3a3" providerId="AD" clId="Web-{C09937A5-630B-715C-6826-0F26C83FF3B0}" dt="2019-09-22T10:32:48.896" v="114" actId="20577"/>
        <pc:sldMkLst>
          <pc:docMk/>
          <pc:sldMk cId="0" sldId="256"/>
        </pc:sldMkLst>
        <pc:spChg chg="mod">
          <ac:chgData name="William Hui (IEG)" userId="S::kyhui@cuhk.edu.hk::07728535-8fdc-4325-b24f-20cc4d58a3a3" providerId="AD" clId="Web-{C09937A5-630B-715C-6826-0F26C83FF3B0}" dt="2019-09-22T10:32:48.896" v="114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09937A5-630B-715C-6826-0F26C83FF3B0}" dt="2019-09-22T11:24:28.817" v="656" actId="20577"/>
        <pc:sldMkLst>
          <pc:docMk/>
          <pc:sldMk cId="3565715760" sldId="324"/>
        </pc:sldMkLst>
        <pc:spChg chg="mod">
          <ac:chgData name="William Hui (IEG)" userId="S::kyhui@cuhk.edu.hk::07728535-8fdc-4325-b24f-20cc4d58a3a3" providerId="AD" clId="Web-{C09937A5-630B-715C-6826-0F26C83FF3B0}" dt="2019-09-22T11:24:28.817" v="656" actId="20577"/>
          <ac:spMkLst>
            <pc:docMk/>
            <pc:sldMk cId="3565715760" sldId="324"/>
            <ac:spMk id="2048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09937A5-630B-715C-6826-0F26C83FF3B0}" dt="2019-09-22T11:23:53.644" v="640" actId="20577"/>
        <pc:sldMkLst>
          <pc:docMk/>
          <pc:sldMk cId="1726000368" sldId="325"/>
        </pc:sldMkLst>
        <pc:spChg chg="mod">
          <ac:chgData name="William Hui (IEG)" userId="S::kyhui@cuhk.edu.hk::07728535-8fdc-4325-b24f-20cc4d58a3a3" providerId="AD" clId="Web-{C09937A5-630B-715C-6826-0F26C83FF3B0}" dt="2019-09-22T11:23:53.644" v="640" actId="20577"/>
          <ac:spMkLst>
            <pc:docMk/>
            <pc:sldMk cId="1726000368" sldId="325"/>
            <ac:spMk id="22531" creationId="{00000000-0000-0000-0000-000000000000}"/>
          </ac:spMkLst>
        </pc:spChg>
        <pc:spChg chg="mod">
          <ac:chgData name="William Hui (IEG)" userId="S::kyhui@cuhk.edu.hk::07728535-8fdc-4325-b24f-20cc4d58a3a3" providerId="AD" clId="Web-{C09937A5-630B-715C-6826-0F26C83FF3B0}" dt="2019-09-22T09:45:37.740" v="30" actId="20577"/>
          <ac:spMkLst>
            <pc:docMk/>
            <pc:sldMk cId="1726000368" sldId="325"/>
            <ac:spMk id="2253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09937A5-630B-715C-6826-0F26C83FF3B0}" dt="2019-09-22T11:23:58.425" v="641" actId="20577"/>
        <pc:sldMkLst>
          <pc:docMk/>
          <pc:sldMk cId="2668770394" sldId="326"/>
        </pc:sldMkLst>
        <pc:spChg chg="mod">
          <ac:chgData name="William Hui (IEG)" userId="S::kyhui@cuhk.edu.hk::07728535-8fdc-4325-b24f-20cc4d58a3a3" providerId="AD" clId="Web-{C09937A5-630B-715C-6826-0F26C83FF3B0}" dt="2019-09-22T09:45:50.303" v="31" actId="20577"/>
          <ac:spMkLst>
            <pc:docMk/>
            <pc:sldMk cId="2668770394" sldId="326"/>
            <ac:spMk id="8" creationId="{00000000-0000-0000-0000-000000000000}"/>
          </ac:spMkLst>
        </pc:spChg>
        <pc:spChg chg="mod">
          <ac:chgData name="William Hui (IEG)" userId="S::kyhui@cuhk.edu.hk::07728535-8fdc-4325-b24f-20cc4d58a3a3" providerId="AD" clId="Web-{C09937A5-630B-715C-6826-0F26C83FF3B0}" dt="2019-09-22T11:23:58.425" v="641" actId="20577"/>
          <ac:spMkLst>
            <pc:docMk/>
            <pc:sldMk cId="2668770394" sldId="326"/>
            <ac:spMk id="2253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09937A5-630B-715C-6826-0F26C83FF3B0}" dt="2019-09-22T11:24:00.910" v="642" actId="20577"/>
        <pc:sldMkLst>
          <pc:docMk/>
          <pc:sldMk cId="169882404" sldId="327"/>
        </pc:sldMkLst>
        <pc:spChg chg="mod">
          <ac:chgData name="William Hui (IEG)" userId="S::kyhui@cuhk.edu.hk::07728535-8fdc-4325-b24f-20cc4d58a3a3" providerId="AD" clId="Web-{C09937A5-630B-715C-6826-0F26C83FF3B0}" dt="2019-09-22T11:24:00.910" v="642" actId="20577"/>
          <ac:spMkLst>
            <pc:docMk/>
            <pc:sldMk cId="169882404" sldId="327"/>
            <ac:spMk id="2253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09937A5-630B-715C-6826-0F26C83FF3B0}" dt="2019-09-22T11:24:04.082" v="643" actId="20577"/>
        <pc:sldMkLst>
          <pc:docMk/>
          <pc:sldMk cId="1460892543" sldId="328"/>
        </pc:sldMkLst>
        <pc:spChg chg="mod">
          <ac:chgData name="William Hui (IEG)" userId="S::kyhui@cuhk.edu.hk::07728535-8fdc-4325-b24f-20cc4d58a3a3" providerId="AD" clId="Web-{C09937A5-630B-715C-6826-0F26C83FF3B0}" dt="2019-09-22T11:24:04.082" v="643" actId="20577"/>
          <ac:spMkLst>
            <pc:docMk/>
            <pc:sldMk cId="1460892543" sldId="328"/>
            <ac:spMk id="2253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09937A5-630B-715C-6826-0F26C83FF3B0}" dt="2019-09-22T11:25:05.835" v="661" actId="20577"/>
        <pc:sldMkLst>
          <pc:docMk/>
          <pc:sldMk cId="388274574" sldId="329"/>
        </pc:sldMkLst>
        <pc:spChg chg="mod">
          <ac:chgData name="William Hui (IEG)" userId="S::kyhui@cuhk.edu.hk::07728535-8fdc-4325-b24f-20cc4d58a3a3" providerId="AD" clId="Web-{C09937A5-630B-715C-6826-0F26C83FF3B0}" dt="2019-09-22T11:25:05.835" v="661" actId="20577"/>
          <ac:spMkLst>
            <pc:docMk/>
            <pc:sldMk cId="388274574" sldId="329"/>
            <ac:spMk id="22531" creationId="{00000000-0000-0000-0000-000000000000}"/>
          </ac:spMkLst>
        </pc:spChg>
      </pc:sldChg>
      <pc:sldChg chg="modSp ord">
        <pc:chgData name="William Hui (IEG)" userId="S::kyhui@cuhk.edu.hk::07728535-8fdc-4325-b24f-20cc4d58a3a3" providerId="AD" clId="Web-{C09937A5-630B-715C-6826-0F26C83FF3B0}" dt="2019-09-22T11:24:35.865" v="658" actId="20577"/>
        <pc:sldMkLst>
          <pc:docMk/>
          <pc:sldMk cId="4269089495" sldId="330"/>
        </pc:sldMkLst>
        <pc:spChg chg="mod">
          <ac:chgData name="William Hui (IEG)" userId="S::kyhui@cuhk.edu.hk::07728535-8fdc-4325-b24f-20cc4d58a3a3" providerId="AD" clId="Web-{C09937A5-630B-715C-6826-0F26C83FF3B0}" dt="2019-09-22T11:20:42.040" v="532" actId="20577"/>
          <ac:spMkLst>
            <pc:docMk/>
            <pc:sldMk cId="4269089495" sldId="330"/>
            <ac:spMk id="7" creationId="{00000000-0000-0000-0000-000000000000}"/>
          </ac:spMkLst>
        </pc:spChg>
        <pc:spChg chg="mod">
          <ac:chgData name="William Hui (IEG)" userId="S::kyhui@cuhk.edu.hk::07728535-8fdc-4325-b24f-20cc4d58a3a3" providerId="AD" clId="Web-{C09937A5-630B-715C-6826-0F26C83FF3B0}" dt="2019-09-22T11:24:35.865" v="658" actId="20577"/>
          <ac:spMkLst>
            <pc:docMk/>
            <pc:sldMk cId="4269089495" sldId="330"/>
            <ac:spMk id="2253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09937A5-630B-715C-6826-0F26C83FF3B0}" dt="2019-09-22T11:25:38.680" v="666" actId="20577"/>
        <pc:sldMkLst>
          <pc:docMk/>
          <pc:sldMk cId="2774011410" sldId="331"/>
        </pc:sldMkLst>
        <pc:spChg chg="mod">
          <ac:chgData name="William Hui (IEG)" userId="S::kyhui@cuhk.edu.hk::07728535-8fdc-4325-b24f-20cc4d58a3a3" providerId="AD" clId="Web-{C09937A5-630B-715C-6826-0F26C83FF3B0}" dt="2019-09-22T11:25:38.680" v="666" actId="20577"/>
          <ac:spMkLst>
            <pc:docMk/>
            <pc:sldMk cId="2774011410" sldId="331"/>
            <ac:spMk id="2253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09937A5-630B-715C-6826-0F26C83FF3B0}" dt="2019-09-22T11:25:41.024" v="667" actId="20577"/>
        <pc:sldMkLst>
          <pc:docMk/>
          <pc:sldMk cId="4024607104" sldId="332"/>
        </pc:sldMkLst>
        <pc:spChg chg="mod">
          <ac:chgData name="William Hui (IEG)" userId="S::kyhui@cuhk.edu.hk::07728535-8fdc-4325-b24f-20cc4d58a3a3" providerId="AD" clId="Web-{C09937A5-630B-715C-6826-0F26C83FF3B0}" dt="2019-09-22T11:25:41.024" v="667" actId="20577"/>
          <ac:spMkLst>
            <pc:docMk/>
            <pc:sldMk cId="4024607104" sldId="332"/>
            <ac:spMk id="2253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09937A5-630B-715C-6826-0F26C83FF3B0}" dt="2019-09-22T11:25:44.243" v="668" actId="20577"/>
        <pc:sldMkLst>
          <pc:docMk/>
          <pc:sldMk cId="4020930004" sldId="336"/>
        </pc:sldMkLst>
        <pc:spChg chg="mod">
          <ac:chgData name="William Hui (IEG)" userId="S::kyhui@cuhk.edu.hk::07728535-8fdc-4325-b24f-20cc4d58a3a3" providerId="AD" clId="Web-{C09937A5-630B-715C-6826-0F26C83FF3B0}" dt="2019-09-22T11:25:44.243" v="668" actId="20577"/>
          <ac:spMkLst>
            <pc:docMk/>
            <pc:sldMk cId="4020930004" sldId="336"/>
            <ac:spMk id="2253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09937A5-630B-715C-6826-0F26C83FF3B0}" dt="2019-09-22T11:25:47.009" v="669" actId="20577"/>
        <pc:sldMkLst>
          <pc:docMk/>
          <pc:sldMk cId="1823017427" sldId="337"/>
        </pc:sldMkLst>
        <pc:spChg chg="mod">
          <ac:chgData name="William Hui (IEG)" userId="S::kyhui@cuhk.edu.hk::07728535-8fdc-4325-b24f-20cc4d58a3a3" providerId="AD" clId="Web-{C09937A5-630B-715C-6826-0F26C83FF3B0}" dt="2019-09-22T11:25:47.009" v="669" actId="20577"/>
          <ac:spMkLst>
            <pc:docMk/>
            <pc:sldMk cId="1823017427" sldId="337"/>
            <ac:spMk id="2253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C09937A5-630B-715C-6826-0F26C83FF3B0}" dt="2019-09-22T11:25:51.119" v="670" actId="20577"/>
        <pc:sldMkLst>
          <pc:docMk/>
          <pc:sldMk cId="2257197898" sldId="338"/>
        </pc:sldMkLst>
        <pc:spChg chg="mod">
          <ac:chgData name="William Hui (IEG)" userId="S::kyhui@cuhk.edu.hk::07728535-8fdc-4325-b24f-20cc4d58a3a3" providerId="AD" clId="Web-{C09937A5-630B-715C-6826-0F26C83FF3B0}" dt="2019-09-22T11:25:51.119" v="670" actId="20577"/>
          <ac:spMkLst>
            <pc:docMk/>
            <pc:sldMk cId="2257197898" sldId="338"/>
            <ac:spMk id="22531" creationId="{00000000-0000-0000-0000-000000000000}"/>
          </ac:spMkLst>
        </pc:spChg>
      </pc:sldChg>
      <pc:sldChg chg="modSp new">
        <pc:chgData name="William Hui (IEG)" userId="S::kyhui@cuhk.edu.hk::07728535-8fdc-4325-b24f-20cc4d58a3a3" providerId="AD" clId="Web-{C09937A5-630B-715C-6826-0F26C83FF3B0}" dt="2019-09-22T11:23:51.425" v="636" actId="20577"/>
        <pc:sldMkLst>
          <pc:docMk/>
          <pc:sldMk cId="583910278" sldId="340"/>
        </pc:sldMkLst>
        <pc:spChg chg="mod">
          <ac:chgData name="William Hui (IEG)" userId="S::kyhui@cuhk.edu.hk::07728535-8fdc-4325-b24f-20cc4d58a3a3" providerId="AD" clId="Web-{C09937A5-630B-715C-6826-0F26C83FF3B0}" dt="2019-09-22T11:23:51.425" v="636" actId="20577"/>
          <ac:spMkLst>
            <pc:docMk/>
            <pc:sldMk cId="583910278" sldId="340"/>
            <ac:spMk id="2" creationId="{3B87D815-15D4-4CF9-B065-3D0F179049F2}"/>
          </ac:spMkLst>
        </pc:spChg>
        <pc:spChg chg="mod">
          <ac:chgData name="William Hui (IEG)" userId="S::kyhui@cuhk.edu.hk::07728535-8fdc-4325-b24f-20cc4d58a3a3" providerId="AD" clId="Web-{C09937A5-630B-715C-6826-0F26C83FF3B0}" dt="2019-09-22T10:34:30.807" v="260" actId="20577"/>
          <ac:spMkLst>
            <pc:docMk/>
            <pc:sldMk cId="583910278" sldId="340"/>
            <ac:spMk id="3" creationId="{206999B8-4D64-4AA3-B447-989E46458F4D}"/>
          </ac:spMkLst>
        </pc:spChg>
      </pc:sldChg>
      <pc:sldChg chg="addSp delSp modSp new addAnim">
        <pc:chgData name="William Hui (IEG)" userId="S::kyhui@cuhk.edu.hk::07728535-8fdc-4325-b24f-20cc4d58a3a3" providerId="AD" clId="Web-{C09937A5-630B-715C-6826-0F26C83FF3B0}" dt="2019-09-22T11:24:08.488" v="644" actId="20577"/>
        <pc:sldMkLst>
          <pc:docMk/>
          <pc:sldMk cId="3436977058" sldId="341"/>
        </pc:sldMkLst>
        <pc:spChg chg="mod">
          <ac:chgData name="William Hui (IEG)" userId="S::kyhui@cuhk.edu.hk::07728535-8fdc-4325-b24f-20cc4d58a3a3" providerId="AD" clId="Web-{C09937A5-630B-715C-6826-0F26C83FF3B0}" dt="2019-09-22T11:24:08.488" v="644" actId="20577"/>
          <ac:spMkLst>
            <pc:docMk/>
            <pc:sldMk cId="3436977058" sldId="341"/>
            <ac:spMk id="2" creationId="{FAC244ED-9027-44DA-9A02-393BB1C565F2}"/>
          </ac:spMkLst>
        </pc:spChg>
        <pc:spChg chg="del">
          <ac:chgData name="William Hui (IEG)" userId="S::kyhui@cuhk.edu.hk::07728535-8fdc-4325-b24f-20cc4d58a3a3" providerId="AD" clId="Web-{C09937A5-630B-715C-6826-0F26C83FF3B0}" dt="2019-09-22T10:49:42.426" v="267"/>
          <ac:spMkLst>
            <pc:docMk/>
            <pc:sldMk cId="3436977058" sldId="341"/>
            <ac:spMk id="3" creationId="{123738B1-292C-4C03-8661-3D0954075540}"/>
          </ac:spMkLst>
        </pc:spChg>
        <pc:spChg chg="add del">
          <ac:chgData name="William Hui (IEG)" userId="S::kyhui@cuhk.edu.hk::07728535-8fdc-4325-b24f-20cc4d58a3a3" providerId="AD" clId="Web-{C09937A5-630B-715C-6826-0F26C83FF3B0}" dt="2019-09-22T10:49:37.676" v="266"/>
          <ac:spMkLst>
            <pc:docMk/>
            <pc:sldMk cId="3436977058" sldId="341"/>
            <ac:spMk id="6" creationId="{92CE77A4-5F8D-4CF8-8F0A-E2B346D54C30}"/>
          </ac:spMkLst>
        </pc:spChg>
        <pc:spChg chg="add del">
          <ac:chgData name="William Hui (IEG)" userId="S::kyhui@cuhk.edu.hk::07728535-8fdc-4325-b24f-20cc4d58a3a3" providerId="AD" clId="Web-{C09937A5-630B-715C-6826-0F26C83FF3B0}" dt="2019-09-22T10:49:37.676" v="265"/>
          <ac:spMkLst>
            <pc:docMk/>
            <pc:sldMk cId="3436977058" sldId="341"/>
            <ac:spMk id="8" creationId="{20EF9B0C-3BA4-4ABE-8890-8F8E0D86C47F}"/>
          </ac:spMkLst>
        </pc:spChg>
        <pc:spChg chg="add mod">
          <ac:chgData name="William Hui (IEG)" userId="S::kyhui@cuhk.edu.hk::07728535-8fdc-4325-b24f-20cc4d58a3a3" providerId="AD" clId="Web-{C09937A5-630B-715C-6826-0F26C83FF3B0}" dt="2019-09-22T10:57:06.024" v="346" actId="20577"/>
          <ac:spMkLst>
            <pc:docMk/>
            <pc:sldMk cId="3436977058" sldId="341"/>
            <ac:spMk id="10" creationId="{51F51E81-B3FA-4B00-A23E-B3E1B79FE656}"/>
          </ac:spMkLst>
        </pc:spChg>
        <pc:spChg chg="add mod">
          <ac:chgData name="William Hui (IEG)" userId="S::kyhui@cuhk.edu.hk::07728535-8fdc-4325-b24f-20cc4d58a3a3" providerId="AD" clId="Web-{C09937A5-630B-715C-6826-0F26C83FF3B0}" dt="2019-09-22T10:49:49.364" v="275" actId="1076"/>
          <ac:spMkLst>
            <pc:docMk/>
            <pc:sldMk cId="3436977058" sldId="341"/>
            <ac:spMk id="12" creationId="{8322FA77-CF3A-491D-9581-104C7F56F417}"/>
          </ac:spMkLst>
        </pc:spChg>
        <pc:spChg chg="add mod">
          <ac:chgData name="William Hui (IEG)" userId="S::kyhui@cuhk.edu.hk::07728535-8fdc-4325-b24f-20cc4d58a3a3" providerId="AD" clId="Web-{C09937A5-630B-715C-6826-0F26C83FF3B0}" dt="2019-09-22T11:19:16.114" v="397" actId="20577"/>
          <ac:spMkLst>
            <pc:docMk/>
            <pc:sldMk cId="3436977058" sldId="341"/>
            <ac:spMk id="14" creationId="{1AFA62B5-2ACA-4F58-8F8B-AC33CFA068C9}"/>
          </ac:spMkLst>
        </pc:spChg>
      </pc:sldChg>
      <pc:sldChg chg="modSp add replId">
        <pc:chgData name="William Hui (IEG)" userId="S::kyhui@cuhk.edu.hk::07728535-8fdc-4325-b24f-20cc4d58a3a3" providerId="AD" clId="Web-{C09937A5-630B-715C-6826-0F26C83FF3B0}" dt="2019-09-22T11:24:10.895" v="647" actId="20577"/>
        <pc:sldMkLst>
          <pc:docMk/>
          <pc:sldMk cId="3327888174" sldId="342"/>
        </pc:sldMkLst>
        <pc:spChg chg="mod">
          <ac:chgData name="William Hui (IEG)" userId="S::kyhui@cuhk.edu.hk::07728535-8fdc-4325-b24f-20cc4d58a3a3" providerId="AD" clId="Web-{C09937A5-630B-715C-6826-0F26C83FF3B0}" dt="2019-09-22T11:24:10.895" v="647" actId="20577"/>
          <ac:spMkLst>
            <pc:docMk/>
            <pc:sldMk cId="3327888174" sldId="342"/>
            <ac:spMk id="2" creationId="{FAC244ED-9027-44DA-9A02-393BB1C565F2}"/>
          </ac:spMkLst>
        </pc:spChg>
        <pc:spChg chg="mod">
          <ac:chgData name="William Hui (IEG)" userId="S::kyhui@cuhk.edu.hk::07728535-8fdc-4325-b24f-20cc4d58a3a3" providerId="AD" clId="Web-{C09937A5-630B-715C-6826-0F26C83FF3B0}" dt="2019-09-22T11:19:49.959" v="455" actId="20577"/>
          <ac:spMkLst>
            <pc:docMk/>
            <pc:sldMk cId="3327888174" sldId="342"/>
            <ac:spMk id="14" creationId="{1AFA62B5-2ACA-4F58-8F8B-AC33CFA068C9}"/>
          </ac:spMkLst>
        </pc:spChg>
      </pc:sldChg>
      <pc:sldChg chg="delSp modSp add replId delAnim">
        <pc:chgData name="William Hui (IEG)" userId="S::kyhui@cuhk.edu.hk::07728535-8fdc-4325-b24f-20cc4d58a3a3" providerId="AD" clId="Web-{C09937A5-630B-715C-6826-0F26C83FF3B0}" dt="2019-09-22T11:26:16.151" v="673" actId="20577"/>
        <pc:sldMkLst>
          <pc:docMk/>
          <pc:sldMk cId="1250936671" sldId="343"/>
        </pc:sldMkLst>
        <pc:spChg chg="del">
          <ac:chgData name="William Hui (IEG)" userId="S::kyhui@cuhk.edu.hk::07728535-8fdc-4325-b24f-20cc4d58a3a3" providerId="AD" clId="Web-{C09937A5-630B-715C-6826-0F26C83FF3B0}" dt="2019-09-22T11:21:04.401" v="538"/>
          <ac:spMkLst>
            <pc:docMk/>
            <pc:sldMk cId="1250936671" sldId="343"/>
            <ac:spMk id="3" creationId="{00000000-0000-0000-0000-000000000000}"/>
          </ac:spMkLst>
        </pc:spChg>
        <pc:spChg chg="mod">
          <ac:chgData name="William Hui (IEG)" userId="S::kyhui@cuhk.edu.hk::07728535-8fdc-4325-b24f-20cc4d58a3a3" providerId="AD" clId="Web-{C09937A5-630B-715C-6826-0F26C83FF3B0}" dt="2019-09-22T11:23:31.330" v="635" actId="14100"/>
          <ac:spMkLst>
            <pc:docMk/>
            <pc:sldMk cId="1250936671" sldId="343"/>
            <ac:spMk id="7" creationId="{00000000-0000-0000-0000-000000000000}"/>
          </ac:spMkLst>
        </pc:spChg>
        <pc:spChg chg="del">
          <ac:chgData name="William Hui (IEG)" userId="S::kyhui@cuhk.edu.hk::07728535-8fdc-4325-b24f-20cc4d58a3a3" providerId="AD" clId="Web-{C09937A5-630B-715C-6826-0F26C83FF3B0}" dt="2019-09-22T11:21:05.479" v="539"/>
          <ac:spMkLst>
            <pc:docMk/>
            <pc:sldMk cId="1250936671" sldId="343"/>
            <ac:spMk id="9" creationId="{00000000-0000-0000-0000-000000000000}"/>
          </ac:spMkLst>
        </pc:spChg>
        <pc:spChg chg="del">
          <ac:chgData name="William Hui (IEG)" userId="S::kyhui@cuhk.edu.hk::07728535-8fdc-4325-b24f-20cc4d58a3a3" providerId="AD" clId="Web-{C09937A5-630B-715C-6826-0F26C83FF3B0}" dt="2019-09-22T11:21:00.088" v="536"/>
          <ac:spMkLst>
            <pc:docMk/>
            <pc:sldMk cId="1250936671" sldId="343"/>
            <ac:spMk id="10" creationId="{00000000-0000-0000-0000-000000000000}"/>
          </ac:spMkLst>
        </pc:spChg>
        <pc:spChg chg="mod">
          <ac:chgData name="William Hui (IEG)" userId="S::kyhui@cuhk.edu.hk::07728535-8fdc-4325-b24f-20cc4d58a3a3" providerId="AD" clId="Web-{C09937A5-630B-715C-6826-0F26C83FF3B0}" dt="2019-09-22T11:25:15.211" v="664" actId="20577"/>
          <ac:spMkLst>
            <pc:docMk/>
            <pc:sldMk cId="1250936671" sldId="343"/>
            <ac:spMk id="22531" creationId="{00000000-0000-0000-0000-000000000000}"/>
          </ac:spMkLst>
        </pc:spChg>
        <pc:spChg chg="mod">
          <ac:chgData name="William Hui (IEG)" userId="S::kyhui@cuhk.edu.hk::07728535-8fdc-4325-b24f-20cc4d58a3a3" providerId="AD" clId="Web-{C09937A5-630B-715C-6826-0F26C83FF3B0}" dt="2019-09-22T11:26:16.151" v="673" actId="20577"/>
          <ac:spMkLst>
            <pc:docMk/>
            <pc:sldMk cId="1250936671" sldId="343"/>
            <ac:spMk id="22532" creationId="{00000000-0000-0000-0000-000000000000}"/>
          </ac:spMkLst>
        </pc:spChg>
        <pc:graphicFrameChg chg="del">
          <ac:chgData name="William Hui (IEG)" userId="S::kyhui@cuhk.edu.hk::07728535-8fdc-4325-b24f-20cc4d58a3a3" providerId="AD" clId="Web-{C09937A5-630B-715C-6826-0F26C83FF3B0}" dt="2019-09-22T11:21:02.104" v="537"/>
          <ac:graphicFrameMkLst>
            <pc:docMk/>
            <pc:sldMk cId="1250936671" sldId="343"/>
            <ac:graphicFrameMk id="2" creationId="{00000000-0000-0000-0000-000000000000}"/>
          </ac:graphicFrameMkLst>
        </pc:graphicFrameChg>
      </pc:sldChg>
      <pc:sldChg chg="modSp new ord">
        <pc:chgData name="William Hui (IEG)" userId="S::kyhui@cuhk.edu.hk::07728535-8fdc-4325-b24f-20cc4d58a3a3" providerId="AD" clId="Web-{C09937A5-630B-715C-6826-0F26C83FF3B0}" dt="2019-09-22T11:29:02.082" v="1049" actId="20577"/>
        <pc:sldMkLst>
          <pc:docMk/>
          <pc:sldMk cId="2416238281" sldId="344"/>
        </pc:sldMkLst>
        <pc:spChg chg="mod">
          <ac:chgData name="William Hui (IEG)" userId="S::kyhui@cuhk.edu.hk::07728535-8fdc-4325-b24f-20cc4d58a3a3" providerId="AD" clId="Web-{C09937A5-630B-715C-6826-0F26C83FF3B0}" dt="2019-09-22T11:26:35.777" v="695" actId="20577"/>
          <ac:spMkLst>
            <pc:docMk/>
            <pc:sldMk cId="2416238281" sldId="344"/>
            <ac:spMk id="2" creationId="{E4B5107F-5C49-4F0D-B48E-14E2E7655AFB}"/>
          </ac:spMkLst>
        </pc:spChg>
        <pc:spChg chg="mod">
          <ac:chgData name="William Hui (IEG)" userId="S::kyhui@cuhk.edu.hk::07728535-8fdc-4325-b24f-20cc4d58a3a3" providerId="AD" clId="Web-{C09937A5-630B-715C-6826-0F26C83FF3B0}" dt="2019-09-22T11:29:02.082" v="1049" actId="20577"/>
          <ac:spMkLst>
            <pc:docMk/>
            <pc:sldMk cId="2416238281" sldId="344"/>
            <ac:spMk id="3" creationId="{42BA46B0-BF10-4A7B-B2D9-852D353123EA}"/>
          </ac:spMkLst>
        </pc:spChg>
      </pc:sldChg>
    </pc:docChg>
  </pc:docChgLst>
  <pc:docChgLst>
    <pc:chgData name="Chuck jee Chau (CSD)" userId="7aa7a09e-983f-4214-9e5a-071cbb678e81" providerId="ADAL" clId="{25275C59-69EC-9146-A19E-D997B318CCB1}"/>
    <pc:docChg chg="undo custSel modSld">
      <pc:chgData name="Chuck jee Chau (CSD)" userId="7aa7a09e-983f-4214-9e5a-071cbb678e81" providerId="ADAL" clId="{25275C59-69EC-9146-A19E-D997B318CCB1}" dt="2019-10-24T03:26:27.411" v="81" actId="115"/>
      <pc:docMkLst>
        <pc:docMk/>
      </pc:docMkLst>
      <pc:sldChg chg="addSp delSp">
        <pc:chgData name="Chuck jee Chau (CSD)" userId="7aa7a09e-983f-4214-9e5a-071cbb678e81" providerId="ADAL" clId="{25275C59-69EC-9146-A19E-D997B318CCB1}" dt="2019-10-24T03:19:46.521" v="20"/>
        <pc:sldMkLst>
          <pc:docMk/>
          <pc:sldMk cId="3565715760" sldId="324"/>
        </pc:sldMkLst>
        <pc:spChg chg="add">
          <ac:chgData name="Chuck jee Chau (CSD)" userId="7aa7a09e-983f-4214-9e5a-071cbb678e81" providerId="ADAL" clId="{25275C59-69EC-9146-A19E-D997B318CCB1}" dt="2019-10-24T03:19:46.521" v="20"/>
          <ac:spMkLst>
            <pc:docMk/>
            <pc:sldMk cId="3565715760" sldId="324"/>
            <ac:spMk id="5" creationId="{83782C3D-975E-8849-8BE2-1998AB26033C}"/>
          </ac:spMkLst>
        </pc:spChg>
        <pc:spChg chg="del">
          <ac:chgData name="Chuck jee Chau (CSD)" userId="7aa7a09e-983f-4214-9e5a-071cbb678e81" providerId="ADAL" clId="{25275C59-69EC-9146-A19E-D997B318CCB1}" dt="2019-10-24T03:19:45.792" v="19" actId="478"/>
          <ac:spMkLst>
            <pc:docMk/>
            <pc:sldMk cId="3565715760" sldId="324"/>
            <ac:spMk id="20482" creationId="{00000000-0000-0000-0000-000000000000}"/>
          </ac:spMkLst>
        </pc:spChg>
      </pc:sldChg>
      <pc:sldChg chg="addSp delSp">
        <pc:chgData name="Chuck jee Chau (CSD)" userId="7aa7a09e-983f-4214-9e5a-071cbb678e81" providerId="ADAL" clId="{25275C59-69EC-9146-A19E-D997B318CCB1}" dt="2019-10-24T03:19:29.591" v="12"/>
        <pc:sldMkLst>
          <pc:docMk/>
          <pc:sldMk cId="1726000368" sldId="325"/>
        </pc:sldMkLst>
        <pc:spChg chg="add">
          <ac:chgData name="Chuck jee Chau (CSD)" userId="7aa7a09e-983f-4214-9e5a-071cbb678e81" providerId="ADAL" clId="{25275C59-69EC-9146-A19E-D997B318CCB1}" dt="2019-10-24T03:19:29.591" v="12"/>
          <ac:spMkLst>
            <pc:docMk/>
            <pc:sldMk cId="1726000368" sldId="325"/>
            <ac:spMk id="6" creationId="{1B17B469-2774-4247-B928-F08B48F0F4B6}"/>
          </ac:spMkLst>
        </pc:spChg>
        <pc:spChg chg="del">
          <ac:chgData name="Chuck jee Chau (CSD)" userId="7aa7a09e-983f-4214-9e5a-071cbb678e81" providerId="ADAL" clId="{25275C59-69EC-9146-A19E-D997B318CCB1}" dt="2019-10-24T03:19:28.707" v="11" actId="478"/>
          <ac:spMkLst>
            <pc:docMk/>
            <pc:sldMk cId="1726000368" sldId="325"/>
            <ac:spMk id="22530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25275C59-69EC-9146-A19E-D997B318CCB1}" dt="2019-10-24T03:19:32.509" v="14"/>
        <pc:sldMkLst>
          <pc:docMk/>
          <pc:sldMk cId="2668770394" sldId="326"/>
        </pc:sldMkLst>
        <pc:spChg chg="mod">
          <ac:chgData name="Chuck jee Chau (CSD)" userId="7aa7a09e-983f-4214-9e5a-071cbb678e81" providerId="ADAL" clId="{25275C59-69EC-9146-A19E-D997B318CCB1}" dt="2019-10-24T03:19:05.547" v="10" actId="20577"/>
          <ac:spMkLst>
            <pc:docMk/>
            <pc:sldMk cId="2668770394" sldId="326"/>
            <ac:spMk id="8" creationId="{00000000-0000-0000-0000-000000000000}"/>
          </ac:spMkLst>
        </pc:spChg>
        <pc:spChg chg="add">
          <ac:chgData name="Chuck jee Chau (CSD)" userId="7aa7a09e-983f-4214-9e5a-071cbb678e81" providerId="ADAL" clId="{25275C59-69EC-9146-A19E-D997B318CCB1}" dt="2019-10-24T03:19:32.509" v="14"/>
          <ac:spMkLst>
            <pc:docMk/>
            <pc:sldMk cId="2668770394" sldId="326"/>
            <ac:spMk id="9" creationId="{40903AFD-F01B-B849-9773-FD1461F164E5}"/>
          </ac:spMkLst>
        </pc:spChg>
        <pc:spChg chg="del">
          <ac:chgData name="Chuck jee Chau (CSD)" userId="7aa7a09e-983f-4214-9e5a-071cbb678e81" providerId="ADAL" clId="{25275C59-69EC-9146-A19E-D997B318CCB1}" dt="2019-10-24T03:19:31.616" v="13" actId="478"/>
          <ac:spMkLst>
            <pc:docMk/>
            <pc:sldMk cId="2668770394" sldId="326"/>
            <ac:spMk id="22530" creationId="{00000000-0000-0000-0000-000000000000}"/>
          </ac:spMkLst>
        </pc:spChg>
      </pc:sldChg>
      <pc:sldChg chg="addSp delSp">
        <pc:chgData name="Chuck jee Chau (CSD)" userId="7aa7a09e-983f-4214-9e5a-071cbb678e81" providerId="ADAL" clId="{25275C59-69EC-9146-A19E-D997B318CCB1}" dt="2019-10-24T03:19:36.138" v="16"/>
        <pc:sldMkLst>
          <pc:docMk/>
          <pc:sldMk cId="169882404" sldId="327"/>
        </pc:sldMkLst>
        <pc:spChg chg="add">
          <ac:chgData name="Chuck jee Chau (CSD)" userId="7aa7a09e-983f-4214-9e5a-071cbb678e81" providerId="ADAL" clId="{25275C59-69EC-9146-A19E-D997B318CCB1}" dt="2019-10-24T03:19:36.138" v="16"/>
          <ac:spMkLst>
            <pc:docMk/>
            <pc:sldMk cId="169882404" sldId="327"/>
            <ac:spMk id="9" creationId="{180D109E-CCA4-474D-961F-1F75D1B10040}"/>
          </ac:spMkLst>
        </pc:spChg>
        <pc:spChg chg="del">
          <ac:chgData name="Chuck jee Chau (CSD)" userId="7aa7a09e-983f-4214-9e5a-071cbb678e81" providerId="ADAL" clId="{25275C59-69EC-9146-A19E-D997B318CCB1}" dt="2019-10-24T03:19:35.276" v="15" actId="478"/>
          <ac:spMkLst>
            <pc:docMk/>
            <pc:sldMk cId="169882404" sldId="327"/>
            <ac:spMk id="22530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25275C59-69EC-9146-A19E-D997B318CCB1}" dt="2019-10-24T03:21:14.959" v="40" actId="114"/>
        <pc:sldMkLst>
          <pc:docMk/>
          <pc:sldMk cId="1460892543" sldId="328"/>
        </pc:sldMkLst>
        <pc:spChg chg="mod">
          <ac:chgData name="Chuck jee Chau (CSD)" userId="7aa7a09e-983f-4214-9e5a-071cbb678e81" providerId="ADAL" clId="{25275C59-69EC-9146-A19E-D997B318CCB1}" dt="2019-10-24T03:21:14.959" v="40" actId="114"/>
          <ac:spMkLst>
            <pc:docMk/>
            <pc:sldMk cId="1460892543" sldId="328"/>
            <ac:spMk id="8" creationId="{00000000-0000-0000-0000-000000000000}"/>
          </ac:spMkLst>
        </pc:spChg>
        <pc:spChg chg="add">
          <ac:chgData name="Chuck jee Chau (CSD)" userId="7aa7a09e-983f-4214-9e5a-071cbb678e81" providerId="ADAL" clId="{25275C59-69EC-9146-A19E-D997B318CCB1}" dt="2019-10-24T03:19:39.784" v="18"/>
          <ac:spMkLst>
            <pc:docMk/>
            <pc:sldMk cId="1460892543" sldId="328"/>
            <ac:spMk id="9" creationId="{C617231A-F95C-5F46-991E-DAF09297662D}"/>
          </ac:spMkLst>
        </pc:spChg>
        <pc:spChg chg="del">
          <ac:chgData name="Chuck jee Chau (CSD)" userId="7aa7a09e-983f-4214-9e5a-071cbb678e81" providerId="ADAL" clId="{25275C59-69EC-9146-A19E-D997B318CCB1}" dt="2019-10-24T03:19:38.788" v="17" actId="478"/>
          <ac:spMkLst>
            <pc:docMk/>
            <pc:sldMk cId="1460892543" sldId="328"/>
            <ac:spMk id="22530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25275C59-69EC-9146-A19E-D997B318CCB1}" dt="2019-10-24T03:26:06.775" v="76" actId="20577"/>
        <pc:sldMkLst>
          <pc:docMk/>
          <pc:sldMk cId="388274574" sldId="329"/>
        </pc:sldMkLst>
        <pc:spChg chg="mod">
          <ac:chgData name="Chuck jee Chau (CSD)" userId="7aa7a09e-983f-4214-9e5a-071cbb678e81" providerId="ADAL" clId="{25275C59-69EC-9146-A19E-D997B318CCB1}" dt="2019-10-24T03:25:38.195" v="71" actId="113"/>
          <ac:spMkLst>
            <pc:docMk/>
            <pc:sldMk cId="388274574" sldId="329"/>
            <ac:spMk id="9" creationId="{00000000-0000-0000-0000-000000000000}"/>
          </ac:spMkLst>
        </pc:spChg>
        <pc:spChg chg="add">
          <ac:chgData name="Chuck jee Chau (CSD)" userId="7aa7a09e-983f-4214-9e5a-071cbb678e81" providerId="ADAL" clId="{25275C59-69EC-9146-A19E-D997B318CCB1}" dt="2019-10-24T03:19:57.498" v="24"/>
          <ac:spMkLst>
            <pc:docMk/>
            <pc:sldMk cId="388274574" sldId="329"/>
            <ac:spMk id="11" creationId="{8290B37C-4E48-3644-9D09-E018F7762D60}"/>
          </ac:spMkLst>
        </pc:spChg>
        <pc:spChg chg="del">
          <ac:chgData name="Chuck jee Chau (CSD)" userId="7aa7a09e-983f-4214-9e5a-071cbb678e81" providerId="ADAL" clId="{25275C59-69EC-9146-A19E-D997B318CCB1}" dt="2019-10-24T03:19:56.982" v="23" actId="478"/>
          <ac:spMkLst>
            <pc:docMk/>
            <pc:sldMk cId="388274574" sldId="329"/>
            <ac:spMk id="22530" creationId="{00000000-0000-0000-0000-000000000000}"/>
          </ac:spMkLst>
        </pc:spChg>
        <pc:spChg chg="mod">
          <ac:chgData name="Chuck jee Chau (CSD)" userId="7aa7a09e-983f-4214-9e5a-071cbb678e81" providerId="ADAL" clId="{25275C59-69EC-9146-A19E-D997B318CCB1}" dt="2019-10-24T03:26:06.775" v="76" actId="20577"/>
          <ac:spMkLst>
            <pc:docMk/>
            <pc:sldMk cId="388274574" sldId="329"/>
            <ac:spMk id="22532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25275C59-69EC-9146-A19E-D997B318CCB1}" dt="2019-10-24T03:22:46.413" v="48" actId="2711"/>
        <pc:sldMkLst>
          <pc:docMk/>
          <pc:sldMk cId="4269089495" sldId="330"/>
        </pc:sldMkLst>
        <pc:spChg chg="mod">
          <ac:chgData name="Chuck jee Chau (CSD)" userId="7aa7a09e-983f-4214-9e5a-071cbb678e81" providerId="ADAL" clId="{25275C59-69EC-9146-A19E-D997B318CCB1}" dt="2019-10-24T03:22:31.725" v="47" actId="113"/>
          <ac:spMkLst>
            <pc:docMk/>
            <pc:sldMk cId="4269089495" sldId="330"/>
            <ac:spMk id="7" creationId="{00000000-0000-0000-0000-000000000000}"/>
          </ac:spMkLst>
        </pc:spChg>
        <pc:spChg chg="add">
          <ac:chgData name="Chuck jee Chau (CSD)" userId="7aa7a09e-983f-4214-9e5a-071cbb678e81" providerId="ADAL" clId="{25275C59-69EC-9146-A19E-D997B318CCB1}" dt="2019-10-24T03:19:49.579" v="22"/>
          <ac:spMkLst>
            <pc:docMk/>
            <pc:sldMk cId="4269089495" sldId="330"/>
            <ac:spMk id="14" creationId="{04F6125B-2382-7F43-BCB8-E8CDFDD493BF}"/>
          </ac:spMkLst>
        </pc:spChg>
        <pc:spChg chg="del">
          <ac:chgData name="Chuck jee Chau (CSD)" userId="7aa7a09e-983f-4214-9e5a-071cbb678e81" providerId="ADAL" clId="{25275C59-69EC-9146-A19E-D997B318CCB1}" dt="2019-10-24T03:19:48.897" v="21" actId="478"/>
          <ac:spMkLst>
            <pc:docMk/>
            <pc:sldMk cId="4269089495" sldId="330"/>
            <ac:spMk id="22530" creationId="{00000000-0000-0000-0000-000000000000}"/>
          </ac:spMkLst>
        </pc:spChg>
        <pc:spChg chg="mod">
          <ac:chgData name="Chuck jee Chau (CSD)" userId="7aa7a09e-983f-4214-9e5a-071cbb678e81" providerId="ADAL" clId="{25275C59-69EC-9146-A19E-D997B318CCB1}" dt="2019-10-24T03:22:46.413" v="48" actId="2711"/>
          <ac:spMkLst>
            <pc:docMk/>
            <pc:sldMk cId="4269089495" sldId="330"/>
            <ac:spMk id="22531" creationId="{00000000-0000-0000-0000-000000000000}"/>
          </ac:spMkLst>
        </pc:spChg>
      </pc:sldChg>
      <pc:sldChg chg="addSp delSp">
        <pc:chgData name="Chuck jee Chau (CSD)" userId="7aa7a09e-983f-4214-9e5a-071cbb678e81" providerId="ADAL" clId="{25275C59-69EC-9146-A19E-D997B318CCB1}" dt="2019-10-24T03:20:08.673" v="28"/>
        <pc:sldMkLst>
          <pc:docMk/>
          <pc:sldMk cId="2774011410" sldId="331"/>
        </pc:sldMkLst>
        <pc:spChg chg="add">
          <ac:chgData name="Chuck jee Chau (CSD)" userId="7aa7a09e-983f-4214-9e5a-071cbb678e81" providerId="ADAL" clId="{25275C59-69EC-9146-A19E-D997B318CCB1}" dt="2019-10-24T03:20:08.673" v="28"/>
          <ac:spMkLst>
            <pc:docMk/>
            <pc:sldMk cId="2774011410" sldId="331"/>
            <ac:spMk id="6" creationId="{9729D36E-0EF5-0248-9BBE-4632CC76B1D8}"/>
          </ac:spMkLst>
        </pc:spChg>
        <pc:spChg chg="del">
          <ac:chgData name="Chuck jee Chau (CSD)" userId="7aa7a09e-983f-4214-9e5a-071cbb678e81" providerId="ADAL" clId="{25275C59-69EC-9146-A19E-D997B318CCB1}" dt="2019-10-24T03:20:08.022" v="27" actId="478"/>
          <ac:spMkLst>
            <pc:docMk/>
            <pc:sldMk cId="2774011410" sldId="331"/>
            <ac:spMk id="22530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25275C59-69EC-9146-A19E-D997B318CCB1}" dt="2019-10-24T03:20:15.665" v="31"/>
        <pc:sldMkLst>
          <pc:docMk/>
          <pc:sldMk cId="4024607104" sldId="332"/>
        </pc:sldMkLst>
        <pc:spChg chg="add">
          <ac:chgData name="Chuck jee Chau (CSD)" userId="7aa7a09e-983f-4214-9e5a-071cbb678e81" providerId="ADAL" clId="{25275C59-69EC-9146-A19E-D997B318CCB1}" dt="2019-10-24T03:20:15.665" v="31"/>
          <ac:spMkLst>
            <pc:docMk/>
            <pc:sldMk cId="4024607104" sldId="332"/>
            <ac:spMk id="6" creationId="{191BF2CC-4124-4740-80BF-36B17250B2C4}"/>
          </ac:spMkLst>
        </pc:spChg>
        <pc:spChg chg="del">
          <ac:chgData name="Chuck jee Chau (CSD)" userId="7aa7a09e-983f-4214-9e5a-071cbb678e81" providerId="ADAL" clId="{25275C59-69EC-9146-A19E-D997B318CCB1}" dt="2019-10-24T03:20:15.312" v="30" actId="478"/>
          <ac:spMkLst>
            <pc:docMk/>
            <pc:sldMk cId="4024607104" sldId="332"/>
            <ac:spMk id="22530" creationId="{00000000-0000-0000-0000-000000000000}"/>
          </ac:spMkLst>
        </pc:spChg>
        <pc:spChg chg="mod">
          <ac:chgData name="Chuck jee Chau (CSD)" userId="7aa7a09e-983f-4214-9e5a-071cbb678e81" providerId="ADAL" clId="{25275C59-69EC-9146-A19E-D997B318CCB1}" dt="2019-10-24T03:20:13.023" v="29" actId="113"/>
          <ac:spMkLst>
            <pc:docMk/>
            <pc:sldMk cId="4024607104" sldId="332"/>
            <ac:spMk id="22531" creationId="{00000000-0000-0000-0000-000000000000}"/>
          </ac:spMkLst>
        </pc:spChg>
      </pc:sldChg>
      <pc:sldChg chg="addSp delSp">
        <pc:chgData name="Chuck jee Chau (CSD)" userId="7aa7a09e-983f-4214-9e5a-071cbb678e81" providerId="ADAL" clId="{25275C59-69EC-9146-A19E-D997B318CCB1}" dt="2019-10-24T03:20:20.602" v="33"/>
        <pc:sldMkLst>
          <pc:docMk/>
          <pc:sldMk cId="4020930004" sldId="336"/>
        </pc:sldMkLst>
        <pc:spChg chg="add">
          <ac:chgData name="Chuck jee Chau (CSD)" userId="7aa7a09e-983f-4214-9e5a-071cbb678e81" providerId="ADAL" clId="{25275C59-69EC-9146-A19E-D997B318CCB1}" dt="2019-10-24T03:20:20.602" v="33"/>
          <ac:spMkLst>
            <pc:docMk/>
            <pc:sldMk cId="4020930004" sldId="336"/>
            <ac:spMk id="8" creationId="{728DF72D-4FD9-7243-A124-9DBE9A340500}"/>
          </ac:spMkLst>
        </pc:spChg>
        <pc:spChg chg="del">
          <ac:chgData name="Chuck jee Chau (CSD)" userId="7aa7a09e-983f-4214-9e5a-071cbb678e81" providerId="ADAL" clId="{25275C59-69EC-9146-A19E-D997B318CCB1}" dt="2019-10-24T03:20:20.293" v="32" actId="478"/>
          <ac:spMkLst>
            <pc:docMk/>
            <pc:sldMk cId="4020930004" sldId="336"/>
            <ac:spMk id="22530" creationId="{00000000-0000-0000-0000-000000000000}"/>
          </ac:spMkLst>
        </pc:spChg>
      </pc:sldChg>
      <pc:sldChg chg="addSp delSp">
        <pc:chgData name="Chuck jee Chau (CSD)" userId="7aa7a09e-983f-4214-9e5a-071cbb678e81" providerId="ADAL" clId="{25275C59-69EC-9146-A19E-D997B318CCB1}" dt="2019-10-24T03:20:24.953" v="35"/>
        <pc:sldMkLst>
          <pc:docMk/>
          <pc:sldMk cId="1823017427" sldId="337"/>
        </pc:sldMkLst>
        <pc:spChg chg="add">
          <ac:chgData name="Chuck jee Chau (CSD)" userId="7aa7a09e-983f-4214-9e5a-071cbb678e81" providerId="ADAL" clId="{25275C59-69EC-9146-A19E-D997B318CCB1}" dt="2019-10-24T03:20:24.953" v="35"/>
          <ac:spMkLst>
            <pc:docMk/>
            <pc:sldMk cId="1823017427" sldId="337"/>
            <ac:spMk id="8" creationId="{FCCB8998-A52A-314D-8424-BFB95B6B7EAB}"/>
          </ac:spMkLst>
        </pc:spChg>
        <pc:spChg chg="del">
          <ac:chgData name="Chuck jee Chau (CSD)" userId="7aa7a09e-983f-4214-9e5a-071cbb678e81" providerId="ADAL" clId="{25275C59-69EC-9146-A19E-D997B318CCB1}" dt="2019-10-24T03:20:24.672" v="34" actId="478"/>
          <ac:spMkLst>
            <pc:docMk/>
            <pc:sldMk cId="1823017427" sldId="337"/>
            <ac:spMk id="22530" creationId="{00000000-0000-0000-0000-000000000000}"/>
          </ac:spMkLst>
        </pc:spChg>
      </pc:sldChg>
      <pc:sldChg chg="addSp delSp">
        <pc:chgData name="Chuck jee Chau (CSD)" userId="7aa7a09e-983f-4214-9e5a-071cbb678e81" providerId="ADAL" clId="{25275C59-69EC-9146-A19E-D997B318CCB1}" dt="2019-10-24T03:20:29.001" v="37"/>
        <pc:sldMkLst>
          <pc:docMk/>
          <pc:sldMk cId="2257197898" sldId="338"/>
        </pc:sldMkLst>
        <pc:spChg chg="add">
          <ac:chgData name="Chuck jee Chau (CSD)" userId="7aa7a09e-983f-4214-9e5a-071cbb678e81" providerId="ADAL" clId="{25275C59-69EC-9146-A19E-D997B318CCB1}" dt="2019-10-24T03:20:29.001" v="37"/>
          <ac:spMkLst>
            <pc:docMk/>
            <pc:sldMk cId="2257197898" sldId="338"/>
            <ac:spMk id="11" creationId="{2764E626-9814-5040-B7C4-7E4CD1CEE1E4}"/>
          </ac:spMkLst>
        </pc:spChg>
        <pc:spChg chg="del">
          <ac:chgData name="Chuck jee Chau (CSD)" userId="7aa7a09e-983f-4214-9e5a-071cbb678e81" providerId="ADAL" clId="{25275C59-69EC-9146-A19E-D997B318CCB1}" dt="2019-10-24T03:20:28.633" v="36" actId="478"/>
          <ac:spMkLst>
            <pc:docMk/>
            <pc:sldMk cId="2257197898" sldId="338"/>
            <ac:spMk id="22530" creationId="{00000000-0000-0000-0000-000000000000}"/>
          </ac:spMkLst>
        </pc:spChg>
      </pc:sldChg>
      <pc:sldChg chg="modSp">
        <pc:chgData name="Chuck jee Chau (CSD)" userId="7aa7a09e-983f-4214-9e5a-071cbb678e81" providerId="ADAL" clId="{25275C59-69EC-9146-A19E-D997B318CCB1}" dt="2019-10-24T03:23:20.075" v="61" actId="20577"/>
        <pc:sldMkLst>
          <pc:docMk/>
          <pc:sldMk cId="583910278" sldId="340"/>
        </pc:sldMkLst>
        <pc:spChg chg="mod">
          <ac:chgData name="Chuck jee Chau (CSD)" userId="7aa7a09e-983f-4214-9e5a-071cbb678e81" providerId="ADAL" clId="{25275C59-69EC-9146-A19E-D997B318CCB1}" dt="2019-10-24T03:18:30.451" v="0" actId="404"/>
          <ac:spMkLst>
            <pc:docMk/>
            <pc:sldMk cId="583910278" sldId="340"/>
            <ac:spMk id="2" creationId="{3B87D815-15D4-4CF9-B065-3D0F179049F2}"/>
          </ac:spMkLst>
        </pc:spChg>
        <pc:spChg chg="mod">
          <ac:chgData name="Chuck jee Chau (CSD)" userId="7aa7a09e-983f-4214-9e5a-071cbb678e81" providerId="ADAL" clId="{25275C59-69EC-9146-A19E-D997B318CCB1}" dt="2019-10-24T03:23:20.075" v="61" actId="20577"/>
          <ac:spMkLst>
            <pc:docMk/>
            <pc:sldMk cId="583910278" sldId="340"/>
            <ac:spMk id="3" creationId="{206999B8-4D64-4AA3-B447-989E46458F4D}"/>
          </ac:spMkLst>
        </pc:spChg>
      </pc:sldChg>
      <pc:sldChg chg="modSp">
        <pc:chgData name="Chuck jee Chau (CSD)" userId="7aa7a09e-983f-4214-9e5a-071cbb678e81" providerId="ADAL" clId="{25275C59-69EC-9146-A19E-D997B318CCB1}" dt="2019-10-24T03:21:30.300" v="41" actId="404"/>
        <pc:sldMkLst>
          <pc:docMk/>
          <pc:sldMk cId="3436977058" sldId="341"/>
        </pc:sldMkLst>
        <pc:spChg chg="mod">
          <ac:chgData name="Chuck jee Chau (CSD)" userId="7aa7a09e-983f-4214-9e5a-071cbb678e81" providerId="ADAL" clId="{25275C59-69EC-9146-A19E-D997B318CCB1}" dt="2019-10-24T03:21:30.300" v="41" actId="404"/>
          <ac:spMkLst>
            <pc:docMk/>
            <pc:sldMk cId="3436977058" sldId="341"/>
            <ac:spMk id="2" creationId="{FAC244ED-9027-44DA-9A02-393BB1C565F2}"/>
          </ac:spMkLst>
        </pc:spChg>
      </pc:sldChg>
      <pc:sldChg chg="modSp">
        <pc:chgData name="Chuck jee Chau (CSD)" userId="7aa7a09e-983f-4214-9e5a-071cbb678e81" providerId="ADAL" clId="{25275C59-69EC-9146-A19E-D997B318CCB1}" dt="2019-10-24T03:21:37.156" v="43" actId="113"/>
        <pc:sldMkLst>
          <pc:docMk/>
          <pc:sldMk cId="3327888174" sldId="342"/>
        </pc:sldMkLst>
        <pc:spChg chg="mod">
          <ac:chgData name="Chuck jee Chau (CSD)" userId="7aa7a09e-983f-4214-9e5a-071cbb678e81" providerId="ADAL" clId="{25275C59-69EC-9146-A19E-D997B318CCB1}" dt="2019-10-24T03:21:33.810" v="42" actId="404"/>
          <ac:spMkLst>
            <pc:docMk/>
            <pc:sldMk cId="3327888174" sldId="342"/>
            <ac:spMk id="2" creationId="{FAC244ED-9027-44DA-9A02-393BB1C565F2}"/>
          </ac:spMkLst>
        </pc:spChg>
        <pc:spChg chg="mod">
          <ac:chgData name="Chuck jee Chau (CSD)" userId="7aa7a09e-983f-4214-9e5a-071cbb678e81" providerId="ADAL" clId="{25275C59-69EC-9146-A19E-D997B318CCB1}" dt="2019-10-24T03:21:37.156" v="43" actId="113"/>
          <ac:spMkLst>
            <pc:docMk/>
            <pc:sldMk cId="3327888174" sldId="342"/>
            <ac:spMk id="14" creationId="{1AFA62B5-2ACA-4F58-8F8B-AC33CFA068C9}"/>
          </ac:spMkLst>
        </pc:spChg>
      </pc:sldChg>
      <pc:sldChg chg="addSp delSp modSp">
        <pc:chgData name="Chuck jee Chau (CSD)" userId="7aa7a09e-983f-4214-9e5a-071cbb678e81" providerId="ADAL" clId="{25275C59-69EC-9146-A19E-D997B318CCB1}" dt="2019-10-24T03:24:14.104" v="67" actId="2711"/>
        <pc:sldMkLst>
          <pc:docMk/>
          <pc:sldMk cId="1250936671" sldId="343"/>
        </pc:sldMkLst>
        <pc:spChg chg="mod">
          <ac:chgData name="Chuck jee Chau (CSD)" userId="7aa7a09e-983f-4214-9e5a-071cbb678e81" providerId="ADAL" clId="{25275C59-69EC-9146-A19E-D997B318CCB1}" dt="2019-10-24T03:24:14.104" v="67" actId="2711"/>
          <ac:spMkLst>
            <pc:docMk/>
            <pc:sldMk cId="1250936671" sldId="343"/>
            <ac:spMk id="7" creationId="{00000000-0000-0000-0000-000000000000}"/>
          </ac:spMkLst>
        </pc:spChg>
        <pc:spChg chg="add">
          <ac:chgData name="Chuck jee Chau (CSD)" userId="7aa7a09e-983f-4214-9e5a-071cbb678e81" providerId="ADAL" clId="{25275C59-69EC-9146-A19E-D997B318CCB1}" dt="2019-10-24T03:20:01.491" v="26"/>
          <ac:spMkLst>
            <pc:docMk/>
            <pc:sldMk cId="1250936671" sldId="343"/>
            <ac:spMk id="8" creationId="{118B5A41-64A0-A845-876F-168590BEEFF9}"/>
          </ac:spMkLst>
        </pc:spChg>
        <pc:spChg chg="del">
          <ac:chgData name="Chuck jee Chau (CSD)" userId="7aa7a09e-983f-4214-9e5a-071cbb678e81" providerId="ADAL" clId="{25275C59-69EC-9146-A19E-D997B318CCB1}" dt="2019-10-24T03:20:00.627" v="25" actId="478"/>
          <ac:spMkLst>
            <pc:docMk/>
            <pc:sldMk cId="1250936671" sldId="343"/>
            <ac:spMk id="22530" creationId="{00000000-0000-0000-0000-000000000000}"/>
          </ac:spMkLst>
        </pc:spChg>
      </pc:sldChg>
      <pc:sldChg chg="modSp">
        <pc:chgData name="Chuck jee Chau (CSD)" userId="7aa7a09e-983f-4214-9e5a-071cbb678e81" providerId="ADAL" clId="{25275C59-69EC-9146-A19E-D997B318CCB1}" dt="2019-10-24T03:26:27.411" v="81" actId="115"/>
        <pc:sldMkLst>
          <pc:docMk/>
          <pc:sldMk cId="2416238281" sldId="344"/>
        </pc:sldMkLst>
        <pc:spChg chg="mod">
          <ac:chgData name="Chuck jee Chau (CSD)" userId="7aa7a09e-983f-4214-9e5a-071cbb678e81" providerId="ADAL" clId="{25275C59-69EC-9146-A19E-D997B318CCB1}" dt="2019-10-24T03:26:15.695" v="77" actId="20577"/>
          <ac:spMkLst>
            <pc:docMk/>
            <pc:sldMk cId="2416238281" sldId="344"/>
            <ac:spMk id="2" creationId="{E4B5107F-5C49-4F0D-B48E-14E2E7655AFB}"/>
          </ac:spMkLst>
        </pc:spChg>
        <pc:spChg chg="mod">
          <ac:chgData name="Chuck jee Chau (CSD)" userId="7aa7a09e-983f-4214-9e5a-071cbb678e81" providerId="ADAL" clId="{25275C59-69EC-9146-A19E-D997B318CCB1}" dt="2019-10-24T03:26:27.411" v="81" actId="115"/>
          <ac:spMkLst>
            <pc:docMk/>
            <pc:sldMk cId="2416238281" sldId="344"/>
            <ac:spMk id="3" creationId="{42BA46B0-BF10-4A7B-B2D9-852D353123EA}"/>
          </ac:spMkLst>
        </pc:spChg>
      </pc:sldChg>
    </pc:docChg>
  </pc:docChgLst>
  <pc:docChgLst>
    <pc:chgData name="William Hui (IEG)" userId="S::kyhui@cuhk.edu.hk::07728535-8fdc-4325-b24f-20cc4d58a3a3" providerId="AD" clId="Web-{97B2EBF3-BE8A-905A-727A-238190BE54E8}"/>
    <pc:docChg chg="addSld modSld">
      <pc:chgData name="William Hui (IEG)" userId="S::kyhui@cuhk.edu.hk::07728535-8fdc-4325-b24f-20cc4d58a3a3" providerId="AD" clId="Web-{97B2EBF3-BE8A-905A-727A-238190BE54E8}" dt="2019-09-21T16:12:09.974" v="13" actId="2057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2023-03-17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2023-03-17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2950"/>
            <a:ext cx="4953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5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99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44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35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22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534400" cy="2898773"/>
          </a:xfrm>
        </p:spPr>
        <p:txBody>
          <a:bodyPr>
            <a:normAutofit/>
          </a:bodyPr>
          <a:lstStyle/>
          <a:p>
            <a:r>
              <a:rPr lang="en-US" b="1" dirty="0" smtClean="0"/>
              <a:t>Passing Arrays to Functions</a:t>
            </a:r>
            <a:r>
              <a:rPr lang="en-US" b="1" dirty="0">
                <a:cs typeface="Calibri"/>
              </a:rPr>
              <a:t/>
            </a:r>
            <a:br>
              <a:rPr lang="en-US" b="1" dirty="0">
                <a:cs typeface="Calibri"/>
              </a:rPr>
            </a:br>
            <a:r>
              <a:rPr lang="en-US" sz="2000" b="1" dirty="0" smtClean="0"/>
              <a:t>Concept of Pass-by-Value &amp; Pass-by-Reference</a:t>
            </a:r>
            <a:endParaRPr lang="en-US" sz="2000" b="1" dirty="0">
              <a:cs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Passing a 1-D array to a function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An array is passed by reference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Passing a 2-D array to a function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7D815-15D4-4CF9-B065-3D0F17904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1</a:t>
            </a:r>
            <a:r>
              <a:rPr lang="en-US" sz="4000" dirty="0" smtClean="0">
                <a:cs typeface="Calibri"/>
              </a:rPr>
              <a:t>. Passing a 1-D Array to a Function</a:t>
            </a:r>
            <a:endParaRPr lang="en-US" sz="4000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999B8-4D64-4AA3-B447-989E46458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>
                <a:cs typeface="Calibri"/>
              </a:rPr>
              <a:t>Why do we mention specifically about passing arrays to functions</a:t>
            </a:r>
            <a:r>
              <a:rPr lang="en-US" dirty="0">
                <a:cs typeface="Calibri"/>
              </a:rPr>
              <a:t>?</a:t>
            </a:r>
          </a:p>
          <a:p>
            <a:r>
              <a:rPr lang="en-US" b="1" dirty="0" smtClean="0">
                <a:cs typeface="Calibri"/>
              </a:rPr>
              <a:t>Short Answer:</a:t>
            </a:r>
            <a:r>
              <a:rPr lang="en-US" dirty="0" smtClean="0">
                <a:cs typeface="Calibri"/>
              </a:rPr>
              <a:t> There are both syntactical and conceptual issues</a:t>
            </a:r>
            <a:r>
              <a:rPr lang="en-US" dirty="0">
                <a:cs typeface="Calibri"/>
              </a:rPr>
              <a:t>.</a:t>
            </a:r>
          </a:p>
          <a:p>
            <a:pPr lvl="1"/>
            <a:r>
              <a:rPr lang="en-US" dirty="0" smtClean="0">
                <a:cs typeface="Calibri"/>
              </a:rPr>
              <a:t>Let's start with syntax first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7E862-74EF-4AAC-B2E3-0A52C2DA6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1027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1</a:t>
            </a:r>
            <a:r>
              <a:rPr lang="en-US" altLang="zh-TW" sz="4000" dirty="0" smtClean="0">
                <a:ea typeface="新細明體"/>
              </a:rPr>
              <a:t>. Passing a 1-D Array to a Function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 err="1" smtClean="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array []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arraySize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"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array[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main(</a:t>
            </a: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A[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] = {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}, B[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] = {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 </a:t>
            </a:r>
            <a:r>
              <a:rPr lang="en-US" altLang="zh-TW" b="0" dirty="0" smtClean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A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5 );   </a:t>
            </a:r>
            <a:r>
              <a:rPr lang="en-US" altLang="zh-TW" b="0" dirty="0" smtClean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Output "1 2 3 4 5 "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 </a:t>
            </a:r>
            <a:r>
              <a:rPr lang="en-US" altLang="zh-TW" b="0" dirty="0" smtClean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B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10 );  </a:t>
            </a:r>
            <a:r>
              <a:rPr lang="en-US" altLang="zh-TW" b="0" dirty="0" smtClean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Output "0 0 0 0 0 0 0 0 0 0 "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 </a:t>
            </a:r>
            <a:r>
              <a:rPr lang="en-US" altLang="zh-TW" b="0" dirty="0" smtClean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A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3 );   </a:t>
            </a:r>
            <a:r>
              <a:rPr lang="en-US" altLang="zh-TW" b="0" dirty="0" smtClean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Output "1 2 3 "</a:t>
            </a:r>
            <a:endParaRPr lang="en-US" altLang="zh-TW" b="0" dirty="0">
              <a:solidFill>
                <a:srgbClr val="00206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B17B469-2774-4247-B928-F08B48F0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0036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90800" y="1016000"/>
            <a:ext cx="15240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1</a:t>
            </a:r>
            <a:r>
              <a:rPr lang="en-US" altLang="zh-TW" sz="4000" dirty="0" smtClean="0">
                <a:ea typeface="新細明體"/>
              </a:rPr>
              <a:t>. 1-D Arrays as Formal Parameters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array [],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for (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"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array[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}, B[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A, 5 );   </a:t>
            </a: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"1 2 3 4 5 "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B, 10 );  </a:t>
            </a: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"0 0 0 0 0 0 0 0 0 0 "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A, 3 );   </a:t>
            </a: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"1 2 3 "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>
          <a:xfrm>
            <a:off x="4419600" y="1447800"/>
            <a:ext cx="4572000" cy="18288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 smtClean="0">
                <a:ea typeface="新細明體" pitchFamily="18" charset="-120"/>
              </a:rPr>
              <a:t>Needs a pair of </a:t>
            </a:r>
            <a:r>
              <a:rPr lang="en-US" altLang="zh-TW" sz="2400" b="1" dirty="0" smtClean="0">
                <a:latin typeface="Consolas" panose="020B0609020204030204" pitchFamily="49" charset="0"/>
                <a:ea typeface="新細明體" pitchFamily="18" charset="-120"/>
              </a:rPr>
              <a:t>[]</a:t>
            </a:r>
            <a:r>
              <a:rPr lang="en-US" altLang="zh-TW" sz="2400" dirty="0" smtClean="0">
                <a:ea typeface="新細明體" pitchFamily="18" charset="-120"/>
              </a:rPr>
              <a:t> after the parameter name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marL="0" indent="0">
              <a:buNone/>
            </a:pPr>
            <a:endParaRPr lang="en-US" altLang="zh-TW" sz="2400" dirty="0"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2400" dirty="0" smtClean="0">
                <a:ea typeface="新細明體"/>
              </a:rPr>
              <a:t>Number inside </a:t>
            </a:r>
            <a:r>
              <a:rPr lang="en-US" altLang="zh-TW" sz="2400" b="1" dirty="0" smtClean="0">
                <a:latin typeface="Consolas"/>
                <a:ea typeface="新細明體"/>
              </a:rPr>
              <a:t>[]</a:t>
            </a:r>
            <a:r>
              <a:rPr lang="en-US" altLang="zh-TW" sz="2400" dirty="0" smtClean="0">
                <a:ea typeface="新細明體"/>
              </a:rPr>
              <a:t>, if any, is </a:t>
            </a:r>
            <a:r>
              <a:rPr lang="en-US" altLang="zh-TW" sz="2400" dirty="0" smtClean="0">
                <a:solidFill>
                  <a:srgbClr val="FF0000"/>
                </a:solidFill>
                <a:ea typeface="新細明體"/>
              </a:rPr>
              <a:t>ignored</a:t>
            </a:r>
            <a:r>
              <a:rPr lang="en-US" altLang="zh-TW" sz="2400" dirty="0">
                <a:ea typeface="新細明體"/>
              </a:rPr>
              <a:t>.</a:t>
            </a:r>
            <a:endParaRPr lang="en-US" altLang="zh-TW" sz="2400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en-US" altLang="zh-TW" sz="2400" dirty="0">
              <a:ea typeface="新細明體" pitchFamily="18" charset="-120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0903AFD-F01B-B849-9773-FD1461F1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703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38400" y="4038600"/>
            <a:ext cx="381000" cy="685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1</a:t>
            </a:r>
            <a:r>
              <a:rPr lang="en-US" altLang="zh-TW" sz="4000" dirty="0" smtClean="0">
                <a:ea typeface="新細明體"/>
              </a:rPr>
              <a:t>. 1-D Arrays as Actual Parameters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array [],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for (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"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array[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}, B[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A, 5 );   </a:t>
            </a: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"1 2 3 4 5 "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B, 10 );  </a:t>
            </a: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"0 0 0 0 0 0 0 0 0 0 "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A, 3 );   </a:t>
            </a: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"1 2 3 "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>
          <a:xfrm>
            <a:off x="2628900" y="1447800"/>
            <a:ext cx="6375400" cy="19050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 smtClean="0">
                <a:ea typeface="新細明體" pitchFamily="18" charset="-120"/>
              </a:rPr>
              <a:t>The actual parameter (argument) can be a 1-D array of the same data type of ANY size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marL="0" indent="0">
              <a:buNone/>
            </a:pPr>
            <a:endParaRPr lang="en-US" altLang="zh-TW" sz="2400" dirty="0"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2400" dirty="0" smtClean="0">
                <a:ea typeface="新細明體" pitchFamily="18" charset="-120"/>
              </a:rPr>
              <a:t>The array name, "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  <a:r>
              <a:rPr lang="en-US" altLang="zh-TW" sz="2400" dirty="0" smtClean="0">
                <a:ea typeface="新細明體" pitchFamily="18" charset="-120"/>
              </a:rPr>
              <a:t>" or "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</a:t>
            </a:r>
            <a:r>
              <a:rPr lang="en-US" altLang="zh-TW" sz="2400" dirty="0" smtClean="0">
                <a:ea typeface="新細明體" pitchFamily="18" charset="-120"/>
              </a:rPr>
              <a:t>", already represents an "array of </a:t>
            </a:r>
            <a:r>
              <a:rPr lang="en-US" altLang="zh-TW" sz="240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ea typeface="新細明體" pitchFamily="18" charset="-120"/>
              </a:rPr>
              <a:t>".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80D109E-CCA4-474D-961F-1F75D1B1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24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4800" y="4025900"/>
            <a:ext cx="381000" cy="9271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267200" y="1003300"/>
            <a:ext cx="16891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1</a:t>
            </a:r>
            <a:r>
              <a:rPr lang="en-US" altLang="zh-TW" sz="4000" dirty="0" smtClean="0">
                <a:ea typeface="新細明體"/>
              </a:rPr>
              <a:t>. Indicating Array Size via a Parameter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array [],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for (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arraySize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 "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array[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}, B[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A, 5 );   </a:t>
            </a: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"1 2 3 4 5 "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B, 10 );  </a:t>
            </a: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"0 0 0 0 0 0 0 0 0 0 "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printArray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 A, 3 );   </a:t>
            </a: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"1 2 3 "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>
          <a:xfrm>
            <a:off x="4419600" y="1739900"/>
            <a:ext cx="4572000" cy="17526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 smtClean="0">
                <a:ea typeface="新細明體" pitchFamily="18" charset="-120"/>
              </a:rPr>
              <a:t>The function is </a:t>
            </a:r>
            <a:r>
              <a:rPr lang="en-US" altLang="zh-TW" sz="2400" b="1" i="1" dirty="0" smtClean="0">
                <a:ea typeface="新細明體" pitchFamily="18" charset="-120"/>
              </a:rPr>
              <a:t>unaware</a:t>
            </a:r>
            <a:r>
              <a:rPr lang="en-US" altLang="zh-TW" sz="2400" dirty="0" smtClean="0">
                <a:ea typeface="新細明體" pitchFamily="18" charset="-120"/>
              </a:rPr>
              <a:t> of the size of the actual parameter; the size is usually indicated using a separate parameter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C617231A-F95C-5F46-991E-DAF09297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925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44ED-9027-44DA-9A02-393BB1C5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</a:t>
            </a:r>
            <a:r>
              <a:rPr lang="en-US" sz="4000" dirty="0" smtClean="0">
                <a:cs typeface="Calibri"/>
              </a:rPr>
              <a:t>. A Curious Example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26EDF-5063-4F34-8ACD-21B6262E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1F51E81-B3FA-4B00-A23E-B3E1B79FE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981035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clear(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A[],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size,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B) {</a:t>
            </a:r>
            <a:endParaRPr lang="en-US" altLang="zh-TW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for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&lt; </a:t>
            </a:r>
            <a:r>
              <a:rPr lang="en-US" b="0" dirty="0" smtClean="0">
                <a:latin typeface="Consolas"/>
                <a:ea typeface="新細明體"/>
                <a:cs typeface="Consolas" panose="020B0609020204030204" pitchFamily="49" charset="0"/>
              </a:rPr>
              <a:t>size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    A[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] =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B = </a:t>
            </a:r>
            <a:r>
              <a:rPr lang="en-US" altLang="zh-TW" b="0" dirty="0" smtClean="0">
                <a:solidFill>
                  <a:schemeClr val="accent5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main(</a:t>
            </a: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C[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] = {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D = 10</a:t>
            </a:r>
            <a:r>
              <a:rPr lang="en-US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clear(C,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, D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"%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d %d %d %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d\n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, C[0], C[1], C[2], D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322FA77-CF3A-491D-9581-104C7F56F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1035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1AFA62B5-2ACA-4F58-8F8B-AC33CFA068C9}"/>
              </a:ext>
            </a:extLst>
          </p:cNvPr>
          <p:cNvSpPr txBox="1">
            <a:spLocks noChangeArrowheads="1"/>
          </p:cNvSpPr>
          <p:nvPr/>
        </p:nvSpPr>
        <p:spPr>
          <a:xfrm>
            <a:off x="4755156" y="2162295"/>
            <a:ext cx="4328319" cy="119752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 smtClean="0">
                <a:ea typeface="新細明體"/>
                <a:cs typeface="Calibri"/>
              </a:rPr>
              <a:t>Can you dry run the program and tell me your expected output</a:t>
            </a:r>
            <a:r>
              <a:rPr lang="en-US" altLang="zh-TW" sz="2400" dirty="0">
                <a:ea typeface="新細明體"/>
                <a:cs typeface="Calibri"/>
              </a:rPr>
              <a:t>?</a:t>
            </a:r>
            <a:endParaRPr lang="en-US" altLang="zh-TW" sz="2400" dirty="0">
              <a:ea typeface="新細明體" pitchFamily="18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69770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44ED-9027-44DA-9A02-393BB1C5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2</a:t>
            </a:r>
            <a:r>
              <a:rPr lang="en-US" sz="4000" dirty="0" smtClean="0">
                <a:cs typeface="Calibri"/>
              </a:rPr>
              <a:t>. A Curious Example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26EDF-5063-4F34-8ACD-21B6262E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1F51E81-B3FA-4B00-A23E-B3E1B79FE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981035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clear(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A[],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size,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B) {</a:t>
            </a:r>
            <a:endParaRPr lang="en-US" altLang="zh-TW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for (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&lt; </a:t>
            </a:r>
            <a:r>
              <a:rPr lang="en-US" b="0" dirty="0" smtClean="0">
                <a:latin typeface="Consolas"/>
                <a:ea typeface="新細明體"/>
                <a:cs typeface="Consolas" panose="020B0609020204030204" pitchFamily="49" charset="0"/>
              </a:rPr>
              <a:t>size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    A[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] =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B = </a:t>
            </a:r>
            <a:r>
              <a:rPr lang="en-US" altLang="zh-TW" b="0" dirty="0" smtClean="0">
                <a:solidFill>
                  <a:schemeClr val="accent5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main(</a:t>
            </a: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C[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] = {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D = 10</a:t>
            </a:r>
            <a:r>
              <a:rPr lang="en-US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clear(C,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, D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"%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d %d %d %</a:t>
            </a:r>
            <a:r>
              <a:rPr lang="en-US" altLang="zh-TW" b="0" dirty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d\n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, C[0], C[1], C[2], D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322FA77-CF3A-491D-9581-104C7F56F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1035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1AFA62B5-2ACA-4F58-8F8B-AC33CFA068C9}"/>
              </a:ext>
            </a:extLst>
          </p:cNvPr>
          <p:cNvSpPr txBox="1">
            <a:spLocks noChangeArrowheads="1"/>
          </p:cNvSpPr>
          <p:nvPr/>
        </p:nvSpPr>
        <p:spPr>
          <a:xfrm>
            <a:off x="4755156" y="2162295"/>
            <a:ext cx="4328319" cy="119752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 smtClean="0">
                <a:ea typeface="新細明體"/>
                <a:cs typeface="Calibri"/>
              </a:rPr>
              <a:t>The actual output is</a:t>
            </a:r>
            <a:r>
              <a:rPr lang="en-US" altLang="zh-TW" sz="2400" dirty="0">
                <a:ea typeface="新細明體"/>
                <a:cs typeface="Calibri"/>
              </a:rPr>
              <a:t>:</a:t>
            </a:r>
            <a:endParaRPr lang="en-US" altLang="zh-TW" sz="2400" dirty="0">
              <a:ea typeface="新細明體" pitchFamily="18" charset="-120"/>
              <a:cs typeface="Calibri"/>
            </a:endParaRPr>
          </a:p>
          <a:p>
            <a:pPr marL="0" indent="0">
              <a:buNone/>
            </a:pPr>
            <a:r>
              <a:rPr lang="en-US" altLang="zh-TW" sz="2400" b="1" dirty="0" smtClean="0">
                <a:latin typeface="Consolas"/>
                <a:ea typeface="新細明體"/>
                <a:cs typeface="Calibri"/>
              </a:rPr>
              <a:t>0 0 0 10</a:t>
            </a:r>
            <a:endParaRPr lang="en-US" altLang="zh-TW" sz="2400" b="1" dirty="0">
              <a:latin typeface="Consolas"/>
              <a:ea typeface="新細明體"/>
              <a:cs typeface="Calibri"/>
            </a:endParaRPr>
          </a:p>
          <a:p>
            <a:pPr marL="0" indent="0">
              <a:buNone/>
            </a:pPr>
            <a:r>
              <a:rPr lang="en-US" altLang="zh-TW" sz="2400" dirty="0" smtClean="0">
                <a:ea typeface="新細明體" pitchFamily="18" charset="-120"/>
                <a:cs typeface="Calibri"/>
              </a:rPr>
              <a:t>Why would that be</a:t>
            </a:r>
            <a:r>
              <a:rPr lang="en-US" altLang="zh-TW" sz="2400" dirty="0">
                <a:ea typeface="新細明體" pitchFamily="18" charset="-120"/>
                <a:cs typeface="Calibri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278881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844425" cy="838200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ea typeface="新細明體"/>
              </a:rPr>
              <a:t>2</a:t>
            </a:r>
            <a:r>
              <a:rPr lang="en-US" altLang="zh-TW" sz="3600" dirty="0" smtClean="0">
                <a:ea typeface="新細明體"/>
              </a:rPr>
              <a:t>. Array is passed to a function by reference</a:t>
            </a:r>
            <a:endParaRPr lang="en-US" altLang="zh-TW" sz="3600" dirty="0">
              <a:ea typeface="新細明體"/>
            </a:endParaRPr>
          </a:p>
        </p:txBody>
      </p:sp>
      <p:sp>
        <p:nvSpPr>
          <p:cNvPr id="462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610600" cy="50292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TW" sz="2800" dirty="0" smtClean="0">
                <a:ea typeface="新細明體" pitchFamily="18" charset="-120"/>
              </a:rPr>
              <a:t>When an array is passed to a function via a parameter, the array is </a:t>
            </a:r>
            <a:r>
              <a:rPr lang="en-US" altLang="zh-TW" sz="2800" i="1" u="sng" dirty="0" smtClean="0">
                <a:solidFill>
                  <a:srgbClr val="0070C0"/>
                </a:solidFill>
                <a:ea typeface="新細明體" pitchFamily="18" charset="-120"/>
              </a:rPr>
              <a:t>passed by reference</a:t>
            </a:r>
            <a:r>
              <a:rPr lang="en-US" altLang="zh-TW" sz="2800" dirty="0" smtClean="0">
                <a:ea typeface="新細明體" pitchFamily="18" charset="-120"/>
              </a:rPr>
              <a:t> (an ordinary variable is </a:t>
            </a:r>
            <a:r>
              <a:rPr lang="en-US" altLang="zh-TW" sz="2800" i="1" u="sng" dirty="0" smtClean="0">
                <a:solidFill>
                  <a:srgbClr val="0070C0"/>
                </a:solidFill>
                <a:ea typeface="新細明體" pitchFamily="18" charset="-120"/>
              </a:rPr>
              <a:t>passed by value</a:t>
            </a:r>
            <a:r>
              <a:rPr lang="en-US" altLang="zh-TW" sz="2800" dirty="0">
                <a:ea typeface="新細明體" pitchFamily="18" charset="-120"/>
              </a:rPr>
              <a:t>).</a:t>
            </a:r>
          </a:p>
          <a:p>
            <a:pPr eaLnBrk="1" hangingPunct="1"/>
            <a:endParaRPr lang="en-US" altLang="zh-TW" sz="2800" u="sng" dirty="0">
              <a:ea typeface="新細明體" pitchFamily="18" charset="-120"/>
            </a:endParaRPr>
          </a:p>
          <a:p>
            <a:r>
              <a:rPr lang="en-US" altLang="zh-TW" sz="2800" dirty="0" smtClean="0">
                <a:ea typeface="新細明體" pitchFamily="18" charset="-120"/>
              </a:rPr>
              <a:t>When a parameter is passed by reference, </a:t>
            </a:r>
            <a:r>
              <a:rPr lang="en-US" altLang="zh-TW" sz="2800" u="sng" dirty="0" smtClean="0">
                <a:ea typeface="新細明體" pitchFamily="18" charset="-120"/>
              </a:rPr>
              <a:t>modifying the formal parameter has the same effect on the actual parameter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 smtClean="0">
                <a:ea typeface="新細明體" pitchFamily="18" charset="-120"/>
              </a:rPr>
              <a:t>That is, an array parameter is SHARED between two functions, as an actual parameter at the caller side AND as a formal parameter at the </a:t>
            </a:r>
            <a:r>
              <a:rPr lang="en-US" altLang="zh-TW" sz="2800" dirty="0" err="1" smtClean="0">
                <a:ea typeface="新細明體" pitchFamily="18" charset="-120"/>
              </a:rPr>
              <a:t>callee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3782C3D-975E-8849-8BE2-1998AB26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1576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3600" dirty="0">
                <a:ea typeface="新細明體"/>
              </a:rPr>
              <a:t>2</a:t>
            </a:r>
            <a:r>
              <a:rPr lang="en-US" altLang="zh-TW" sz="3600" dirty="0" smtClean="0">
                <a:ea typeface="新細明體"/>
              </a:rPr>
              <a:t>. When an </a:t>
            </a:r>
            <a:r>
              <a:rPr lang="en-US" altLang="zh-TW" sz="3600" dirty="0" err="1" smtClean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3600" dirty="0" smtClean="0">
                <a:ea typeface="新細明體"/>
              </a:rPr>
              <a:t> parameter is passed by value</a:t>
            </a:r>
            <a:endParaRPr lang="en-US" altLang="zh-TW" sz="3600" dirty="0">
              <a:ea typeface="新細明體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clear(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a) {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a =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b =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clear(b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After line 8 is executed,  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b remains 5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170572"/>
              </p:ext>
            </p:extLst>
          </p:nvPr>
        </p:nvGraphicFramePr>
        <p:xfrm>
          <a:off x="6058785" y="3048000"/>
          <a:ext cx="56340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3124200" y="4267201"/>
            <a:ext cx="6007100" cy="19812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 smtClean="0">
                <a:ea typeface="新細明體" pitchFamily="18" charset="-120"/>
              </a:rPr>
              <a:t>When a parameter is passed by value, the value of the actual parameter is copied to the formal parameter; they have their own storage space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marL="0" indent="0">
              <a:buNone/>
            </a:pPr>
            <a:endParaRPr lang="en-US" altLang="zh-TW" sz="2400" dirty="0">
              <a:ea typeface="新細明體" pitchFamily="18" charset="-120"/>
              <a:cs typeface="Calibri"/>
            </a:endParaRPr>
          </a:p>
          <a:p>
            <a:pPr marL="0" indent="0">
              <a:buNone/>
            </a:pPr>
            <a:r>
              <a:rPr lang="en-US" altLang="zh-TW" sz="2400" dirty="0" smtClean="0">
                <a:ea typeface="新細明體"/>
                <a:cs typeface="Calibri"/>
              </a:rPr>
              <a:t>If you print the addresses of </a:t>
            </a:r>
            <a:r>
              <a:rPr lang="en-US" altLang="zh-TW" sz="2400" b="1" dirty="0" smtClean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a</a:t>
            </a:r>
            <a:r>
              <a:rPr lang="en-US" altLang="zh-TW" sz="2400" dirty="0" smtClean="0">
                <a:ea typeface="新細明體"/>
                <a:cs typeface="Calibri"/>
              </a:rPr>
              <a:t> and </a:t>
            </a:r>
            <a:r>
              <a:rPr lang="en-US" altLang="zh-TW" sz="2400" b="1" dirty="0" smtClean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b</a:t>
            </a:r>
            <a:r>
              <a:rPr lang="en-US" altLang="zh-TW" sz="2400" dirty="0" smtClean="0">
                <a:ea typeface="新細明體"/>
                <a:cs typeface="Calibri"/>
              </a:rPr>
              <a:t>, they are obviously </a:t>
            </a:r>
            <a:r>
              <a:rPr lang="en-US" altLang="zh-TW" sz="2400" b="1" dirty="0" smtClean="0">
                <a:ea typeface="新細明體"/>
                <a:cs typeface="Calibri"/>
              </a:rPr>
              <a:t>two different memory locations</a:t>
            </a:r>
            <a:endParaRPr lang="en-US" altLang="zh-TW" sz="2400" b="1" dirty="0">
              <a:ea typeface="新細明體" pitchFamily="18" charset="-120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9430" y="30919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388265"/>
              </p:ext>
            </p:extLst>
          </p:nvPr>
        </p:nvGraphicFramePr>
        <p:xfrm>
          <a:off x="6041390" y="1041202"/>
          <a:ext cx="56340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592035" y="1085136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8" name="Curved Up Arrow 7"/>
          <p:cNvSpPr/>
          <p:nvPr/>
        </p:nvSpPr>
        <p:spPr>
          <a:xfrm rot="16200000">
            <a:off x="6038791" y="1751948"/>
            <a:ext cx="2191464" cy="857839"/>
          </a:xfrm>
          <a:prstGeom prst="curvedUpArrow">
            <a:avLst>
              <a:gd name="adj1" fmla="val 14573"/>
              <a:gd name="adj2" fmla="val 48508"/>
              <a:gd name="adj3" fmla="val 25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96200" y="1673035"/>
            <a:ext cx="12251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Value of b</a:t>
            </a:r>
            <a:endParaRPr lang="en-US" sz="2000" dirty="0"/>
          </a:p>
          <a:p>
            <a:r>
              <a:rPr lang="en-US" sz="2000" dirty="0" smtClean="0"/>
              <a:t>is copied</a:t>
            </a:r>
            <a:endParaRPr lang="en-US" sz="2000" dirty="0"/>
          </a:p>
          <a:p>
            <a:r>
              <a:rPr lang="en-US" sz="2000" dirty="0" smtClean="0"/>
              <a:t>to a</a:t>
            </a:r>
            <a:endParaRPr lang="en-US" sz="200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04F6125B-2382-7F43-BCB8-E8CDFDD4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894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 smtClean="0">
                <a:ea typeface="新細明體"/>
              </a:rPr>
              <a:t>2.</a:t>
            </a:r>
            <a:r>
              <a:rPr lang="en-US" altLang="zh-TW" sz="3600" dirty="0" smtClean="0">
                <a:ea typeface="新細明體"/>
              </a:rPr>
              <a:t>When a parameter is passed by reference</a:t>
            </a:r>
            <a:endParaRPr lang="en-US" altLang="zh-TW" sz="3600" dirty="0">
              <a:ea typeface="新細明體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clear(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[],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N) {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for (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A[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B[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clear(B,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After line 10 is executed,  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all elements of B will 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become 0's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456870"/>
              </p:ext>
            </p:extLst>
          </p:nvPr>
        </p:nvGraphicFramePr>
        <p:xfrm>
          <a:off x="6039735" y="3619500"/>
          <a:ext cx="28170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4419600" y="1028700"/>
            <a:ext cx="4711700" cy="1904999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 smtClean="0">
                <a:ea typeface="新細明體" pitchFamily="18" charset="-120"/>
              </a:rPr>
              <a:t>When a parameter is passed by reference, the formal parameter becomes an </a:t>
            </a:r>
            <a:r>
              <a:rPr lang="en-US" altLang="zh-TW" sz="2400" i="1" dirty="0" smtClean="0">
                <a:ea typeface="新細明體" pitchFamily="18" charset="-120"/>
              </a:rPr>
              <a:t>alias</a:t>
            </a:r>
            <a:r>
              <a:rPr lang="en-US" altLang="zh-TW" sz="2400" dirty="0" smtClean="0">
                <a:ea typeface="新細明體" pitchFamily="18" charset="-120"/>
              </a:rPr>
              <a:t> of the actual parameter during the function call. </a:t>
            </a:r>
            <a:endParaRPr lang="en-US" altLang="zh-TW" sz="2400" dirty="0">
              <a:ea typeface="新細明體" pitchFamily="18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90380" y="36634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4802980" y="4419600"/>
            <a:ext cx="4328319" cy="18288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 smtClean="0">
                <a:ea typeface="新細明體" pitchFamily="18" charset="-120"/>
              </a:rPr>
              <a:t>In this example, the formal parameter </a:t>
            </a:r>
            <a:r>
              <a:rPr lang="en-US" altLang="zh-TW" sz="2400" b="1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  <a:r>
              <a:rPr lang="en-US" altLang="zh-TW" sz="2400" dirty="0" smtClean="0">
                <a:ea typeface="新細明體" pitchFamily="18" charset="-120"/>
              </a:rPr>
              <a:t> and the actual parameter </a:t>
            </a:r>
            <a:r>
              <a:rPr lang="en-US" altLang="zh-TW" sz="2400" b="1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</a:t>
            </a:r>
            <a:r>
              <a:rPr lang="en-US" altLang="zh-TW" sz="2400" dirty="0" smtClean="0">
                <a:ea typeface="新細明體" pitchFamily="18" charset="-120"/>
              </a:rPr>
              <a:t> refer to the same array during the function call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2590800" y="1295400"/>
            <a:ext cx="3349784" cy="23241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290B37C-4E48-3644-9D09-E018F776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45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9" grpId="0" build="p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3600" dirty="0">
                <a:ea typeface="新細明體"/>
              </a:rPr>
              <a:t>2</a:t>
            </a:r>
            <a:r>
              <a:rPr lang="en-US" altLang="zh-TW" sz="3600" dirty="0" smtClean="0">
                <a:ea typeface="新細明體"/>
              </a:rPr>
              <a:t>. When a parameter is passed by reference</a:t>
            </a:r>
            <a:endParaRPr lang="en-US" altLang="zh-TW" sz="3600" dirty="0">
              <a:ea typeface="新細明體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clear(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A[],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N) {</a:t>
            </a:r>
            <a:endParaRPr lang="en-US" altLang="zh-TW" b="0" dirty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for (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&lt; N; 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       A[</a:t>
            </a:r>
            <a:r>
              <a:rPr lang="en-US" altLang="zh-TW" b="0" dirty="0" err="1" smtClean="0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] =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/>
                <a:ea typeface="新細明體"/>
                <a:cs typeface="Arial"/>
              </a:rPr>
              <a:t>    </a:t>
            </a:r>
            <a:r>
              <a:rPr lang="en-US" b="0" dirty="0" err="1" smtClean="0"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printf</a:t>
            </a:r>
            <a:r>
              <a:rPr lang="en-US" b="0" dirty="0"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(</a:t>
            </a:r>
            <a:r>
              <a:rPr lang="en-US" b="0" dirty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"%p\n</a:t>
            </a:r>
            <a:r>
              <a:rPr lang="en-US" b="0" dirty="0" smtClean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"</a:t>
            </a:r>
            <a:r>
              <a:rPr lang="en-US" b="0" dirty="0" smtClean="0"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, &amp;</a:t>
            </a:r>
            <a:r>
              <a:rPr lang="en-US" b="0" dirty="0">
                <a:highlight>
                  <a:srgbClr val="FFFF00"/>
                </a:highlight>
                <a:latin typeface="Consolas"/>
                <a:ea typeface="新細明體"/>
                <a:cs typeface="Arial"/>
              </a:rPr>
              <a:t>A[0]);</a:t>
            </a:r>
            <a:endParaRPr lang="en-US" altLang="zh-TW" b="0" dirty="0"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 main(</a:t>
            </a:r>
            <a:r>
              <a:rPr lang="en-US" altLang="zh-TW" b="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B[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] = {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smtClean="0">
                <a:solidFill>
                  <a:srgbClr val="00B0F0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b="0" dirty="0" smtClean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};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clear(B,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b="0" dirty="0" err="1" smtClean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"%p\n</a:t>
            </a:r>
            <a:r>
              <a:rPr lang="en-US" b="0" dirty="0" smtClean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b="0" dirty="0" smtClean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, &amp;</a:t>
            </a:r>
            <a:r>
              <a:rPr lang="en-US" b="0" dirty="0"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B[0]);</a:t>
            </a:r>
            <a:endParaRPr lang="en-US" altLang="zh-TW" b="0" dirty="0">
              <a:solidFill>
                <a:srgbClr val="00B050"/>
              </a:solidFill>
              <a:highlight>
                <a:srgbClr val="FFFF00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4419600" y="1679110"/>
            <a:ext cx="4716482" cy="1254589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 smtClean="0">
                <a:ea typeface="新細明體"/>
              </a:rPr>
              <a:t>If you print the addresses of </a:t>
            </a:r>
            <a:r>
              <a:rPr lang="en-US" altLang="zh-TW" sz="2400" b="1" dirty="0" smtClean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A</a:t>
            </a:r>
            <a:r>
              <a:rPr lang="en-US" altLang="zh-TW" sz="2400" dirty="0" smtClean="0">
                <a:ea typeface="新細明體"/>
              </a:rPr>
              <a:t> and </a:t>
            </a:r>
            <a:r>
              <a:rPr lang="en-US" altLang="zh-TW" sz="2400" b="1" dirty="0" smtClean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B</a:t>
            </a:r>
            <a:r>
              <a:rPr lang="en-US" altLang="zh-TW" sz="2400" dirty="0" smtClean="0">
                <a:ea typeface="新細明體"/>
              </a:rPr>
              <a:t>, you will find that they have the </a:t>
            </a:r>
            <a:r>
              <a:rPr lang="en-US" altLang="zh-TW" sz="2400" b="1" dirty="0" smtClean="0">
                <a:ea typeface="新細明體"/>
              </a:rPr>
              <a:t>same address</a:t>
            </a:r>
            <a:r>
              <a:rPr lang="en-US" altLang="zh-TW" sz="2400" dirty="0">
                <a:ea typeface="新細明體"/>
              </a:rPr>
              <a:t>.</a:t>
            </a:r>
            <a:endParaRPr lang="en-US" altLang="zh-TW" sz="2400" dirty="0">
              <a:ea typeface="新細明體" pitchFamily="18" charset="-120"/>
              <a:cs typeface="Calibr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8B5A41-64A0-A845-876F-168590BE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366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107F-5C49-4F0D-B48E-14E2E765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cs typeface="Calibri"/>
              </a:rPr>
              <a:t>3</a:t>
            </a:r>
            <a:r>
              <a:rPr lang="en-US" dirty="0" smtClean="0">
                <a:cs typeface="Calibri"/>
              </a:rPr>
              <a:t>. Pass-by-value vs. Pass-by-reference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A46B0-BF10-4A7B-B2D9-852D35312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>
                <a:cs typeface="Calibri"/>
              </a:rPr>
              <a:t>In most cases we would prefer pass-by-value for our functions</a:t>
            </a:r>
            <a:r>
              <a:rPr lang="en-US" dirty="0">
                <a:cs typeface="Calibri"/>
              </a:rPr>
              <a:t>.</a:t>
            </a:r>
          </a:p>
          <a:p>
            <a:pPr lvl="1"/>
            <a:r>
              <a:rPr lang="en-US" dirty="0" smtClean="0">
                <a:cs typeface="Calibri"/>
              </a:rPr>
              <a:t>In C, we generally do not expect to change our actual parameters when we pass them into a function</a:t>
            </a:r>
            <a:endParaRPr lang="en-US" dirty="0">
              <a:cs typeface="Calibri"/>
            </a:endParaRPr>
          </a:p>
          <a:p>
            <a:r>
              <a:rPr lang="en-US" dirty="0" smtClean="0">
                <a:cs typeface="Calibri"/>
              </a:rPr>
              <a:t>Pass-by-reference is most useful when you </a:t>
            </a:r>
            <a:r>
              <a:rPr lang="en-US" u="sng" dirty="0" smtClean="0">
                <a:cs typeface="Calibri"/>
              </a:rPr>
              <a:t>wish to update the actual parameter passed in</a:t>
            </a:r>
            <a:r>
              <a:rPr lang="en-US" dirty="0">
                <a:cs typeface="Calibri"/>
              </a:rPr>
              <a:t>.</a:t>
            </a:r>
          </a:p>
          <a:p>
            <a:r>
              <a:rPr lang="en-US" dirty="0" smtClean="0">
                <a:cs typeface="Calibri"/>
              </a:rPr>
              <a:t>At the end of the course you will get to learn how to pass ordinary variables (</a:t>
            </a:r>
            <a:r>
              <a:rPr lang="en-US" dirty="0">
                <a:cs typeface="Calibri"/>
              </a:rPr>
              <a:t>non-arrays</a:t>
            </a:r>
            <a:r>
              <a:rPr lang="en-US" dirty="0" smtClean="0">
                <a:cs typeface="Calibri"/>
              </a:rPr>
              <a:t>) by reference (more accurately, to emulate</a:t>
            </a:r>
            <a:r>
              <a:rPr lang="en-US" dirty="0">
                <a:cs typeface="Calibri"/>
              </a:rPr>
              <a:t>).</a:t>
            </a:r>
            <a:endParaRPr lang="en-US" u="sng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7D747-21EC-499A-8BA4-953243AC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3828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2800" dirty="0">
                <a:ea typeface="新細明體"/>
              </a:rPr>
              <a:t>3</a:t>
            </a:r>
            <a:r>
              <a:rPr lang="en-US" altLang="zh-TW" sz="2800" dirty="0" smtClean="0">
                <a:ea typeface="新細明體"/>
              </a:rPr>
              <a:t>. Example: Using array to pass data from a </a:t>
            </a:r>
            <a:r>
              <a:rPr lang="en-US" altLang="zh-TW" sz="2800" dirty="0" err="1" smtClean="0">
                <a:ea typeface="新細明體"/>
              </a:rPr>
              <a:t>callee</a:t>
            </a:r>
            <a:r>
              <a:rPr lang="en-US" altLang="zh-TW" sz="2800" dirty="0" smtClean="0">
                <a:ea typeface="新細明體"/>
              </a:rPr>
              <a:t> to a caller</a:t>
            </a:r>
            <a:endParaRPr lang="en-US" altLang="zh-TW" sz="2800" dirty="0">
              <a:ea typeface="新細明體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readIntegers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A[],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N) {</a:t>
            </a: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N;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("%d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", &amp;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A[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 smtClean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B[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Pass an array to the function to store 100 input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readIntegers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(B,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smtClean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729D36E-0EF5-0248-9BBE-4632CC76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1141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4</a:t>
            </a:r>
            <a:r>
              <a:rPr lang="en-US" altLang="zh-TW" sz="4000" dirty="0" smtClean="0">
                <a:ea typeface="新細明體"/>
              </a:rPr>
              <a:t>. Passing a 2-D Array to a Function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void foo(</a:t>
            </a: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array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[][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</a:t>
            </a: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rows) {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// array</a:t>
            </a:r>
            <a:r>
              <a:rPr lang="en-US" altLang="zh-TW" sz="2000" b="0" dirty="0" smtClean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should be treated in this function as a 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rows</a:t>
            </a:r>
            <a:r>
              <a:rPr lang="en-US" altLang="zh-TW" sz="2000" b="0" dirty="0" smtClean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x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2D-array</a:t>
            </a:r>
            <a:endParaRPr lang="en-US" altLang="zh-TW" sz="2000" b="0" dirty="0">
              <a:solidFill>
                <a:srgbClr val="00B050"/>
              </a:solidFill>
              <a:latin typeface="Calibri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main() {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a1[24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a2[100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a3[10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][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2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];</a:t>
            </a: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foo( a1, 24 );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0-23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100 );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0-99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10 );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a3, 10 );  </a:t>
            </a: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</a:rPr>
              <a:t>WRONG</a:t>
            </a:r>
            <a:r>
              <a:rPr lang="en-US" altLang="zh-TW" sz="2000" b="0" dirty="0" smtClean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;  different 2</a:t>
            </a:r>
            <a:r>
              <a:rPr lang="en-US" altLang="zh-TW" sz="2000" b="0" baseline="30000" dirty="0" smtClean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nd</a:t>
            </a:r>
            <a:r>
              <a:rPr lang="en-US" altLang="zh-TW" sz="2000" b="0" dirty="0" smtClean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 dimension</a:t>
            </a:r>
            <a:endParaRPr lang="en-US" altLang="zh-TW" sz="2000" b="0" dirty="0">
              <a:solidFill>
                <a:srgbClr val="FF3300"/>
              </a:solidFill>
              <a:latin typeface="Calibri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91BF2CC-4124-4740-80BF-36B17250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0710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6000" y="990599"/>
            <a:ext cx="168275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4</a:t>
            </a:r>
            <a:r>
              <a:rPr lang="en-US" altLang="zh-TW" sz="4000" dirty="0" smtClean="0">
                <a:ea typeface="新細明體"/>
              </a:rPr>
              <a:t>. 2-D Arrays as Formal Parameters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void foo(</a:t>
            </a: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array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[][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</a:t>
            </a: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rows) {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// array</a:t>
            </a:r>
            <a:r>
              <a:rPr lang="en-US" altLang="zh-TW" sz="2000" b="0" dirty="0" smtClean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should be treated in this function as a 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rows</a:t>
            </a:r>
            <a:r>
              <a:rPr lang="en-US" altLang="zh-TW" sz="2000" b="0" dirty="0" smtClean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x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2D-array</a:t>
            </a:r>
            <a:endParaRPr lang="en-US" altLang="zh-TW" sz="2000" b="0" dirty="0">
              <a:solidFill>
                <a:srgbClr val="00B050"/>
              </a:solidFill>
              <a:latin typeface="Calibri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main() {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a1[24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a2[100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a3[10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][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2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];</a:t>
            </a: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foo( a1, 24 );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0-23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100 );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0-99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10 );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a3, 10 );  </a:t>
            </a: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</a:rPr>
              <a:t>WRONG</a:t>
            </a:r>
            <a:r>
              <a:rPr lang="en-US" altLang="zh-TW" sz="2000" b="0" dirty="0" smtClean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;  different 2</a:t>
            </a:r>
            <a:r>
              <a:rPr lang="en-US" altLang="zh-TW" sz="2000" b="0" baseline="30000" dirty="0" smtClean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nd</a:t>
            </a:r>
            <a:r>
              <a:rPr lang="en-US" altLang="zh-TW" sz="2000" b="0" dirty="0" smtClean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 dimension</a:t>
            </a:r>
            <a:endParaRPr lang="en-US" altLang="zh-TW" sz="2000" b="0" dirty="0">
              <a:solidFill>
                <a:srgbClr val="FF3300"/>
              </a:solidFill>
              <a:latin typeface="Calibri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3968750" y="1676398"/>
            <a:ext cx="4946650" cy="1600201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 smtClean="0">
                <a:ea typeface="新細明體" pitchFamily="18" charset="-120"/>
              </a:rPr>
              <a:t>The size of the 1</a:t>
            </a:r>
            <a:r>
              <a:rPr lang="en-US" altLang="zh-TW" baseline="30000" dirty="0" smtClean="0">
                <a:ea typeface="新細明體" pitchFamily="18" charset="-120"/>
              </a:rPr>
              <a:t>st</a:t>
            </a:r>
            <a:r>
              <a:rPr lang="en-US" altLang="zh-TW" dirty="0" smtClean="0">
                <a:ea typeface="新細明體" pitchFamily="18" charset="-120"/>
              </a:rPr>
              <a:t> dimension, if any, is ignored, but the size of 2</a:t>
            </a:r>
            <a:r>
              <a:rPr lang="en-US" altLang="zh-TW" baseline="30000" dirty="0" smtClean="0">
                <a:ea typeface="新細明體" pitchFamily="18" charset="-120"/>
              </a:rPr>
              <a:t>nd</a:t>
            </a:r>
            <a:r>
              <a:rPr lang="en-US" altLang="zh-TW" dirty="0" smtClean="0">
                <a:ea typeface="新細明體" pitchFamily="18" charset="-120"/>
              </a:rPr>
              <a:t> dimension is required</a:t>
            </a:r>
            <a:r>
              <a:rPr lang="en-US" altLang="zh-TW" dirty="0">
                <a:ea typeface="新細明體" pitchFamily="18" charset="-120"/>
              </a:rPr>
              <a:t>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28DF72D-4FD9-7243-A124-9DBE9A34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300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444625" y="3428998"/>
            <a:ext cx="460375" cy="15240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4</a:t>
            </a:r>
            <a:r>
              <a:rPr lang="en-US" altLang="zh-TW" sz="4000" dirty="0" smtClean="0">
                <a:ea typeface="新細明體"/>
              </a:rPr>
              <a:t>. 2-D Arrays as Actual Parameters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void foo(</a:t>
            </a: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array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[][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</a:t>
            </a: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rows) {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// array</a:t>
            </a:r>
            <a:r>
              <a:rPr lang="en-US" altLang="zh-TW" sz="2000" b="0" dirty="0" smtClean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should be treated in this function as a 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rows</a:t>
            </a:r>
            <a:r>
              <a:rPr lang="en-US" altLang="zh-TW" sz="2000" b="0" dirty="0" smtClean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x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2D-array</a:t>
            </a:r>
            <a:endParaRPr lang="en-US" altLang="zh-TW" sz="2000" b="0" dirty="0">
              <a:solidFill>
                <a:srgbClr val="00B050"/>
              </a:solidFill>
              <a:latin typeface="Calibri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main() {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a1[24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a2[100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a3[10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][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2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];</a:t>
            </a: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foo( a1, 24 );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0-23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100 );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0-99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10 );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a3, 10 );  </a:t>
            </a: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</a:t>
            </a:r>
            <a:r>
              <a:rPr lang="en-US" altLang="zh-TW" sz="2000" b="0" dirty="0" smtClean="0">
                <a:solidFill>
                  <a:srgbClr val="FF3300"/>
                </a:solidFill>
                <a:latin typeface="Calibri"/>
                <a:ea typeface="新細明體" pitchFamily="18" charset="-120"/>
              </a:rPr>
              <a:t>WRONG</a:t>
            </a:r>
            <a:r>
              <a:rPr lang="en-US" altLang="zh-TW" sz="2000" b="0" dirty="0" smtClean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;  different 2</a:t>
            </a:r>
            <a:r>
              <a:rPr lang="en-US" altLang="zh-TW" sz="2000" b="0" baseline="30000" dirty="0" smtClean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nd</a:t>
            </a:r>
            <a:r>
              <a:rPr lang="en-US" altLang="zh-TW" sz="2000" b="0" dirty="0" smtClean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 dimension</a:t>
            </a:r>
            <a:endParaRPr lang="en-US" altLang="zh-TW" sz="2000" b="0" dirty="0">
              <a:solidFill>
                <a:srgbClr val="FF3300"/>
              </a:solidFill>
              <a:latin typeface="Calibri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1444626" y="4953000"/>
            <a:ext cx="7546976" cy="11430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 smtClean="0">
                <a:ea typeface="新細明體" pitchFamily="18" charset="-120"/>
              </a:rPr>
              <a:t>The actual parameter can be a 2-D array of the same data type in which its </a:t>
            </a:r>
            <a:r>
              <a:rPr lang="en-US" altLang="zh-TW" u="sng" dirty="0" smtClean="0">
                <a:ea typeface="新細明體" pitchFamily="18" charset="-120"/>
              </a:rPr>
              <a:t>second dimension must match</a:t>
            </a:r>
            <a:r>
              <a:rPr lang="en-US" altLang="zh-TW" dirty="0">
                <a:ea typeface="新細明體" pitchFamily="18" charset="-120"/>
              </a:rPr>
              <a:t>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CCB8998-A52A-314D-8424-BFB95B6B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174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57400" y="3429000"/>
            <a:ext cx="381000" cy="9271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114800" y="1028700"/>
            <a:ext cx="1219200" cy="355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673100"/>
          </a:xfrm>
        </p:spPr>
        <p:txBody>
          <a:bodyPr>
            <a:noAutofit/>
          </a:bodyPr>
          <a:lstStyle/>
          <a:p>
            <a:r>
              <a:rPr lang="en-US" altLang="zh-TW" sz="3200" dirty="0">
                <a:ea typeface="新細明體"/>
              </a:rPr>
              <a:t>4</a:t>
            </a:r>
            <a:r>
              <a:rPr lang="en-US" altLang="zh-TW" sz="3200" dirty="0" smtClean="0">
                <a:ea typeface="新細明體"/>
              </a:rPr>
              <a:t>. Indicating the 1</a:t>
            </a:r>
            <a:r>
              <a:rPr lang="en-US" altLang="zh-TW" sz="3200" baseline="30000" dirty="0" smtClean="0">
                <a:ea typeface="新細明體"/>
              </a:rPr>
              <a:t>st</a:t>
            </a:r>
            <a:r>
              <a:rPr lang="en-US" altLang="zh-TW" sz="3200" dirty="0" smtClean="0">
                <a:ea typeface="新細明體"/>
              </a:rPr>
              <a:t> Dimension Size via a Parameter</a:t>
            </a:r>
            <a:endParaRPr lang="en-US" altLang="zh-TW" sz="3200" dirty="0">
              <a:ea typeface="新細明體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void foo(</a:t>
            </a: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array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[][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</a:t>
            </a: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rows) {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// array</a:t>
            </a:r>
            <a:r>
              <a:rPr lang="en-US" altLang="zh-TW" sz="2000" b="0" dirty="0" smtClean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should be treated in this function as a 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rows</a:t>
            </a:r>
            <a:r>
              <a:rPr lang="en-US" altLang="zh-TW" sz="2000" b="0" dirty="0" smtClean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x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srgbClr val="00B050"/>
                </a:solidFill>
                <a:latin typeface="Calibri"/>
                <a:ea typeface="新細明體" pitchFamily="18" charset="-120"/>
                <a:cs typeface="+mn-cs"/>
              </a:rPr>
              <a:t> 2D-array</a:t>
            </a:r>
            <a:endParaRPr lang="en-US" altLang="zh-TW" sz="2000" b="0" dirty="0">
              <a:solidFill>
                <a:srgbClr val="00B050"/>
              </a:solidFill>
              <a:latin typeface="Calibri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main() {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 err="1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int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a1[24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a2[100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][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64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], a3[10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][</a:t>
            </a:r>
            <a:r>
              <a:rPr lang="en-US" altLang="zh-TW" sz="2000" b="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2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];</a:t>
            </a: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</a:t>
            </a: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foo( a1, 24 );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0-23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100 );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0-99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a2, 10 );</a:t>
            </a: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OK; process row 0-9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foo( a3, 10 );  </a:t>
            </a:r>
            <a:r>
              <a:rPr lang="en-US" altLang="zh-TW" sz="2000" b="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	</a:t>
            </a:r>
            <a:r>
              <a:rPr lang="en-US" altLang="zh-TW" sz="2000" b="0" dirty="0" smtClean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// </a:t>
            </a:r>
            <a:r>
              <a:rPr lang="en-US" altLang="zh-TW" sz="2000" b="0" dirty="0">
                <a:solidFill>
                  <a:srgbClr val="FF3300"/>
                </a:solidFill>
                <a:latin typeface="Calibri"/>
                <a:ea typeface="新細明體" pitchFamily="18" charset="-120"/>
              </a:rPr>
              <a:t>WRONG</a:t>
            </a:r>
            <a:r>
              <a:rPr lang="en-US" altLang="zh-TW" sz="2000" b="0" dirty="0" smtClean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;  different 2</a:t>
            </a:r>
            <a:r>
              <a:rPr lang="en-US" altLang="zh-TW" sz="2000" b="0" baseline="30000" dirty="0" smtClean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nd</a:t>
            </a:r>
            <a:r>
              <a:rPr lang="en-US" altLang="zh-TW" sz="2000" b="0" dirty="0" smtClean="0">
                <a:solidFill>
                  <a:srgbClr val="FF3300"/>
                </a:solidFill>
                <a:latin typeface="Calibri"/>
                <a:ea typeface="新細明體" pitchFamily="18" charset="-120"/>
                <a:cs typeface="+mn-cs"/>
              </a:rPr>
              <a:t> dimension</a:t>
            </a:r>
            <a:endParaRPr lang="en-US" altLang="zh-TW" sz="2000" b="0" dirty="0">
              <a:solidFill>
                <a:srgbClr val="FF3300"/>
              </a:solidFill>
              <a:latin typeface="Calibri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 smtClean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  ...</a:t>
            </a:r>
            <a:endParaRPr lang="en-US" altLang="zh-TW" sz="2000" b="0" dirty="0">
              <a:solidFill>
                <a:prstClr val="black"/>
              </a:solidFill>
              <a:latin typeface="Consolas" panose="020B0609020204030204" pitchFamily="49" charset="0"/>
              <a:ea typeface="新細明體" pitchFamily="18" charset="-120"/>
              <a:cs typeface="+mn-cs"/>
            </a:endParaRPr>
          </a:p>
          <a:p>
            <a:pPr marL="342900" lvl="0" indent="-342900" defTabSz="914400">
              <a:lnSpc>
                <a:spcPct val="80000"/>
              </a:lnSpc>
              <a:spcBef>
                <a:spcPct val="20000"/>
              </a:spcBef>
              <a:tabLst/>
            </a:pPr>
            <a:r>
              <a:rPr lang="en-US" altLang="zh-TW" sz="2000" b="0" dirty="0">
                <a:solidFill>
                  <a:prstClr val="black"/>
                </a:solidFill>
                <a:latin typeface="Consolas" panose="020B0609020204030204" pitchFamily="49" charset="0"/>
                <a:ea typeface="新細明體" pitchFamily="18" charset="-120"/>
                <a:cs typeface="+mn-cs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4419600" y="1739900"/>
            <a:ext cx="4572000" cy="17526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 smtClean="0">
                <a:ea typeface="新細明體" pitchFamily="18" charset="-120"/>
              </a:rPr>
              <a:t>The function is unaware of the size of the first dimension of the actual parameter; the size is usually indicated using a separate parameter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2764E626-9814-5040-B7C4-7E4CD1CE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978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 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: How to Program, 8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 err="1" smtClean="0"/>
              <a:t>ed</a:t>
            </a:r>
            <a:r>
              <a:rPr lang="en-US" dirty="0" smtClean="0"/>
              <a:t>, </a:t>
            </a:r>
            <a:r>
              <a:rPr lang="en-US" dirty="0" err="1" smtClean="0"/>
              <a:t>Deitel</a:t>
            </a:r>
            <a:r>
              <a:rPr lang="en-US" dirty="0" smtClean="0"/>
              <a:t> and </a:t>
            </a:r>
            <a:r>
              <a:rPr lang="en-US" dirty="0" err="1" smtClean="0"/>
              <a:t>Deitel</a:t>
            </a:r>
            <a:endParaRPr lang="en-US" dirty="0"/>
          </a:p>
          <a:p>
            <a:r>
              <a:rPr lang="en-US" dirty="0" smtClean="0"/>
              <a:t>Chapter 6 C Arrays</a:t>
            </a:r>
            <a:endParaRPr lang="en-US" dirty="0"/>
          </a:p>
          <a:p>
            <a:pPr lvl="1"/>
            <a:r>
              <a:rPr lang="en-US" dirty="0" smtClean="0"/>
              <a:t>Sections 6.7: Passing Arrays to Functions</a:t>
            </a:r>
            <a:endParaRPr lang="en-US" dirty="0"/>
          </a:p>
          <a:p>
            <a:pPr lvl="1"/>
            <a:r>
              <a:rPr lang="en-US" dirty="0" smtClean="0"/>
              <a:t>Sections 6.9: A Case Study</a:t>
            </a:r>
            <a:endParaRPr lang="en-US" dirty="0"/>
          </a:p>
          <a:p>
            <a:pPr lvl="1"/>
            <a:r>
              <a:rPr lang="en-US" dirty="0" smtClean="0"/>
              <a:t>Sections 6.11: Multidimensional Arrays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028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23291</TotalTime>
  <Words>2087</Words>
  <PresentationFormat>On-screen Show (4:3)</PresentationFormat>
  <Paragraphs>554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Consolas</vt:lpstr>
      <vt:lpstr>新細明體</vt:lpstr>
      <vt:lpstr>Times New Roman</vt:lpstr>
      <vt:lpstr>Office Theme</vt:lpstr>
      <vt:lpstr>Passing Arrays to Functions Concept of Pass-by-Value &amp; Pass-by-Reference</vt:lpstr>
      <vt:lpstr>Outline</vt:lpstr>
      <vt:lpstr>1. Passing a 1-D Array to a Function</vt:lpstr>
      <vt:lpstr>1. Passing a 1-D Array to a Function</vt:lpstr>
      <vt:lpstr>1. 1-D Arrays as Formal Parameters</vt:lpstr>
      <vt:lpstr>1. 1-D Arrays as Actual Parameters</vt:lpstr>
      <vt:lpstr>1. Indicating Array Size via a Parameter</vt:lpstr>
      <vt:lpstr>2. A Curious Example</vt:lpstr>
      <vt:lpstr>2. A Curious Example</vt:lpstr>
      <vt:lpstr>2. Array is passed to a function by reference</vt:lpstr>
      <vt:lpstr>2. When an int parameter is passed by value</vt:lpstr>
      <vt:lpstr>2.When a parameter is passed by reference</vt:lpstr>
      <vt:lpstr>2. When a parameter is passed by reference</vt:lpstr>
      <vt:lpstr>3. Pass-by-value vs. Pass-by-reference</vt:lpstr>
      <vt:lpstr>3. Example: Using array to pass data from a callee to a caller</vt:lpstr>
      <vt:lpstr>4. Passing a 2-D Array to a Function</vt:lpstr>
      <vt:lpstr>4. 2-D Arrays as Formal Parameters</vt:lpstr>
      <vt:lpstr>4. 2-D Arrays as Actual Parameters</vt:lpstr>
      <vt:lpstr>4. Indicating the 1st Dimension Size via a Parameter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cp:keywords/>
  <dc:description/>
  <dcterms:created xsi:type="dcterms:W3CDTF">2011-07-19T12:51:33Z</dcterms:created>
  <dcterms:modified xsi:type="dcterms:W3CDTF">2023-03-17T06:44:10Z</dcterms:modified>
  <cp:category/>
</cp:coreProperties>
</file>