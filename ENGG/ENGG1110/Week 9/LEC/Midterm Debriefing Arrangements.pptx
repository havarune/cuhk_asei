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43" r:id="rId1"/>
  </p:sldMasterIdLst>
  <p:sldIdLst>
    <p:sldId id="26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E1169-8574-4136-92FE-95125AF593E1}" v="2" dt="2024-10-31T00:15:03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CADB87C7-4962-4A9F-9AA1-603D55F44F0B}"/>
    <pc:docChg chg="modSld">
      <pc:chgData name="Yim Pan Chui, Dr. (CSD)" userId="06f431c5-cc1a-4439-a61b-5f3af947c103" providerId="ADAL" clId="{CADB87C7-4962-4A9F-9AA1-603D55F44F0B}" dt="2024-10-29T08:13:40.820" v="37" actId="20577"/>
      <pc:docMkLst>
        <pc:docMk/>
      </pc:docMkLst>
      <pc:sldChg chg="modSp mod">
        <pc:chgData name="Yim Pan Chui, Dr. (CSD)" userId="06f431c5-cc1a-4439-a61b-5f3af947c103" providerId="ADAL" clId="{CADB87C7-4962-4A9F-9AA1-603D55F44F0B}" dt="2024-10-29T08:13:40.820" v="37" actId="20577"/>
        <pc:sldMkLst>
          <pc:docMk/>
          <pc:sldMk cId="1036709092" sldId="266"/>
        </pc:sldMkLst>
        <pc:spChg chg="mod">
          <ac:chgData name="Yim Pan Chui, Dr. (CSD)" userId="06f431c5-cc1a-4439-a61b-5f3af947c103" providerId="ADAL" clId="{CADB87C7-4962-4A9F-9AA1-603D55F44F0B}" dt="2024-10-29T08:13:40.820" v="37" actId="20577"/>
          <ac:spMkLst>
            <pc:docMk/>
            <pc:sldMk cId="1036709092" sldId="266"/>
            <ac:spMk id="3" creationId="{79756E27-1148-4459-A35E-018A2921CE7A}"/>
          </ac:spMkLst>
        </pc:spChg>
      </pc:sldChg>
    </pc:docChg>
  </pc:docChgLst>
  <pc:docChgLst>
    <pc:chgData name="Pui Kit Ma (IEG)" userId="7491770a-93d8-4fd6-9e87-099644e11076" providerId="ADAL" clId="{D0BE1169-8574-4136-92FE-95125AF593E1}"/>
    <pc:docChg chg="modSld">
      <pc:chgData name="Pui Kit Ma (IEG)" userId="7491770a-93d8-4fd6-9e87-099644e11076" providerId="ADAL" clId="{D0BE1169-8574-4136-92FE-95125AF593E1}" dt="2024-10-31T00:15:35.278" v="8" actId="20577"/>
      <pc:docMkLst>
        <pc:docMk/>
      </pc:docMkLst>
      <pc:sldChg chg="addSp delSp modSp mod">
        <pc:chgData name="Pui Kit Ma (IEG)" userId="7491770a-93d8-4fd6-9e87-099644e11076" providerId="ADAL" clId="{D0BE1169-8574-4136-92FE-95125AF593E1}" dt="2024-10-31T00:15:35.278" v="8" actId="20577"/>
        <pc:sldMkLst>
          <pc:docMk/>
          <pc:sldMk cId="1036709092" sldId="266"/>
        </pc:sldMkLst>
        <pc:spChg chg="mod">
          <ac:chgData name="Pui Kit Ma (IEG)" userId="7491770a-93d8-4fd6-9e87-099644e11076" providerId="ADAL" clId="{D0BE1169-8574-4136-92FE-95125AF593E1}" dt="2024-10-31T00:15:35.278" v="8" actId="20577"/>
          <ac:spMkLst>
            <pc:docMk/>
            <pc:sldMk cId="1036709092" sldId="266"/>
            <ac:spMk id="3" creationId="{79756E27-1148-4459-A35E-018A2921CE7A}"/>
          </ac:spMkLst>
        </pc:spChg>
        <pc:picChg chg="add mod">
          <ac:chgData name="Pui Kit Ma (IEG)" userId="7491770a-93d8-4fd6-9e87-099644e11076" providerId="ADAL" clId="{D0BE1169-8574-4136-92FE-95125AF593E1}" dt="2024-10-31T00:15:17.779" v="7" actId="1076"/>
          <ac:picMkLst>
            <pc:docMk/>
            <pc:sldMk cId="1036709092" sldId="266"/>
            <ac:picMk id="5" creationId="{D96587A8-4007-6C79-D58A-C6EA0F962647}"/>
          </ac:picMkLst>
        </pc:picChg>
        <pc:picChg chg="del">
          <ac:chgData name="Pui Kit Ma (IEG)" userId="7491770a-93d8-4fd6-9e87-099644e11076" providerId="ADAL" clId="{D0BE1169-8574-4136-92FE-95125AF593E1}" dt="2024-10-31T00:15:03.066" v="2" actId="478"/>
          <ac:picMkLst>
            <pc:docMk/>
            <pc:sldMk cId="1036709092" sldId="266"/>
            <ac:picMk id="1026" creationId="{C7EC04DE-D4A8-F58D-8AF8-6BDDCACE506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44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08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6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30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5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6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5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3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2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2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1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2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loud.itsc.cuhk.edu.hk/mycuform/view.php?id=213778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4414-C72F-4F8F-8E5D-62625E6C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95044"/>
          </a:xfrm>
        </p:spPr>
        <p:txBody>
          <a:bodyPr>
            <a:normAutofit fontScale="90000"/>
          </a:bodyPr>
          <a:lstStyle/>
          <a:p>
            <a:r>
              <a:rPr lang="en-US">
                <a:cs typeface="Calibri Light"/>
              </a:rPr>
              <a:t>Midterm Debriefing Arrangements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56E27-1148-4459-A35E-018A2921C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43050"/>
            <a:ext cx="8230967" cy="48691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cs typeface="Calibri"/>
              </a:rPr>
              <a:t>To be held on </a:t>
            </a:r>
            <a:r>
              <a:rPr lang="en-US" sz="2000" u="sng" dirty="0">
                <a:cs typeface="Calibri"/>
              </a:rPr>
              <a:t>Oct 31 (Thu)</a:t>
            </a:r>
            <a:r>
              <a:rPr lang="en-US" sz="2000" dirty="0">
                <a:cs typeface="Calibri"/>
              </a:rPr>
              <a:t> in class in your original classroom.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  <a:cs typeface="Calibri"/>
              </a:rPr>
              <a:t>Students shall check only his/her own paper, </a:t>
            </a:r>
            <a:r>
              <a:rPr lang="en-US" sz="2000" b="1" u="sng" dirty="0">
                <a:solidFill>
                  <a:srgbClr val="FF0000"/>
                </a:solidFill>
                <a:cs typeface="Calibri"/>
              </a:rPr>
              <a:t>NOT on behalf of others</a:t>
            </a:r>
            <a:r>
              <a:rPr lang="en-US" sz="2000" b="1" dirty="0">
                <a:solidFill>
                  <a:srgbClr val="FF0000"/>
                </a:solidFill>
                <a:cs typeface="Calibri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0000"/>
                </a:solidFill>
                <a:cs typeface="Calibri"/>
              </a:rPr>
              <a:t>All answer scripts </a:t>
            </a:r>
            <a:r>
              <a:rPr lang="en-US" sz="2000" b="1" u="sng" dirty="0">
                <a:solidFill>
                  <a:srgbClr val="FF0000"/>
                </a:solidFill>
                <a:cs typeface="Calibri"/>
              </a:rPr>
              <a:t>MUST be RETURNED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sz="2000" b="1" dirty="0">
                <a:solidFill>
                  <a:srgbClr val="FF0000"/>
                </a:solidFill>
                <a:cs typeface="Calibri"/>
              </a:rPr>
              <a:t>to teacher/TA in the classroom.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cs typeface="Calibri"/>
              </a:rPr>
              <a:t>If you </a:t>
            </a:r>
            <a:r>
              <a:rPr lang="en-US" sz="2000" b="1" i="1" u="sng" dirty="0">
                <a:cs typeface="Calibri"/>
              </a:rPr>
              <a:t>HAVE ANY ENQUIRY</a:t>
            </a:r>
            <a:r>
              <a:rPr lang="en-US" sz="2000" b="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about your paper or the grading: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Login </a:t>
            </a:r>
            <a:r>
              <a:rPr lang="en-US" sz="1600" dirty="0">
                <a:cs typeface="Calibri"/>
                <a:hlinkClick r:id="rId2"/>
              </a:rPr>
              <a:t>https://cloud.itsc.cuhk.edu.hk/mycuform/view.php?id=2137789</a:t>
            </a:r>
            <a:endParaRPr lang="en-US" sz="1600" dirty="0">
              <a:cs typeface="Calibri"/>
            </a:endParaRP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Provide your personal particulars and pinpoint the relevant question(s).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Fill in the blanks and Submit.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Multiple submissions is accepted, say, you may add some new inputs/points.</a:t>
            </a:r>
          </a:p>
          <a:p>
            <a:pPr lvl="1">
              <a:lnSpc>
                <a:spcPct val="100000"/>
              </a:lnSpc>
            </a:pPr>
            <a:r>
              <a:rPr lang="en-US" sz="1600" b="1" u="sng" dirty="0">
                <a:solidFill>
                  <a:srgbClr val="FF0000"/>
                </a:solidFill>
                <a:cs typeface="Calibri"/>
              </a:rPr>
              <a:t>Return your paper to the CHECK POOL.  We will handle the matter in our office.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cs typeface="Calibri"/>
              </a:rPr>
              <a:t>If you have </a:t>
            </a:r>
            <a:r>
              <a:rPr lang="en-US" sz="2000" b="1" i="1" u="sng" dirty="0">
                <a:cs typeface="Calibri"/>
              </a:rPr>
              <a:t>NO PROBLEM</a:t>
            </a:r>
            <a:r>
              <a:rPr lang="en-US" sz="2000" dirty="0">
                <a:cs typeface="Calibri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You NEED NOT login the CU Webform.</a:t>
            </a:r>
          </a:p>
          <a:p>
            <a:pPr lvl="1">
              <a:lnSpc>
                <a:spcPct val="100000"/>
              </a:lnSpc>
            </a:pPr>
            <a:r>
              <a:rPr lang="en-US" sz="1600" b="1" u="sng" dirty="0">
                <a:solidFill>
                  <a:srgbClr val="FF0000"/>
                </a:solidFill>
                <a:cs typeface="Calibri"/>
              </a:rPr>
              <a:t>Return your paper to the OK POOL.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cs typeface="Calibri"/>
              </a:rPr>
              <a:t>You may start working Project.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96587A8-4007-6C79-D58A-C6EA0F962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037" y="2752436"/>
            <a:ext cx="1510145" cy="151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0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163</Words>
  <Application>Microsoft Office PowerPoint</Application>
  <PresentationFormat>如螢幕大小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Calibri Light</vt:lpstr>
      <vt:lpstr>Arial</vt:lpstr>
      <vt:lpstr>Calibri</vt:lpstr>
      <vt:lpstr>Office Theme</vt:lpstr>
      <vt:lpstr>Midterm Debriefing Arrangements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Instructions</dc:title>
  <dc:creator/>
  <cp:lastModifiedBy>Pui Kit Ma (IEG)</cp:lastModifiedBy>
  <cp:revision>13</cp:revision>
  <dcterms:created xsi:type="dcterms:W3CDTF">2013-07-15T20:26:40Z</dcterms:created>
  <dcterms:modified xsi:type="dcterms:W3CDTF">2024-10-31T00:15:44Z</dcterms:modified>
</cp:coreProperties>
</file>