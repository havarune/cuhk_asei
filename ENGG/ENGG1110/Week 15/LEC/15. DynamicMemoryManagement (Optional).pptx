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1" r:id="rId1"/>
  </p:sldMasterIdLst>
  <p:notesMasterIdLst>
    <p:notesMasterId r:id="rId39"/>
  </p:notesMasterIdLst>
  <p:sldIdLst>
    <p:sldId id="257" r:id="rId2"/>
    <p:sldId id="325" r:id="rId3"/>
    <p:sldId id="258" r:id="rId4"/>
    <p:sldId id="280" r:id="rId5"/>
    <p:sldId id="358" r:id="rId6"/>
    <p:sldId id="278" r:id="rId7"/>
    <p:sldId id="281" r:id="rId8"/>
    <p:sldId id="301" r:id="rId9"/>
    <p:sldId id="302" r:id="rId10"/>
    <p:sldId id="303" r:id="rId11"/>
    <p:sldId id="300" r:id="rId12"/>
    <p:sldId id="304" r:id="rId13"/>
    <p:sldId id="282" r:id="rId14"/>
    <p:sldId id="283" r:id="rId15"/>
    <p:sldId id="305" r:id="rId16"/>
    <p:sldId id="306" r:id="rId17"/>
    <p:sldId id="307" r:id="rId18"/>
    <p:sldId id="356" r:id="rId19"/>
    <p:sldId id="357" r:id="rId20"/>
    <p:sldId id="346" r:id="rId21"/>
    <p:sldId id="347" r:id="rId22"/>
    <p:sldId id="348" r:id="rId23"/>
    <p:sldId id="349" r:id="rId24"/>
    <p:sldId id="350" r:id="rId25"/>
    <p:sldId id="351" r:id="rId26"/>
    <p:sldId id="352" r:id="rId27"/>
    <p:sldId id="353" r:id="rId28"/>
    <p:sldId id="354" r:id="rId29"/>
    <p:sldId id="355" r:id="rId30"/>
    <p:sldId id="322" r:id="rId31"/>
    <p:sldId id="341" r:id="rId32"/>
    <p:sldId id="342" r:id="rId33"/>
    <p:sldId id="343" r:id="rId34"/>
    <p:sldId id="344" r:id="rId35"/>
    <p:sldId id="345" r:id="rId36"/>
    <p:sldId id="333" r:id="rId37"/>
    <p:sldId id="334" r:id="rId3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CCCDFF"/>
    <a:srgbClr val="008000"/>
    <a:srgbClr val="FF0000"/>
    <a:srgbClr val="663300"/>
    <a:srgbClr val="CC6600"/>
    <a:srgbClr val="FF3300"/>
    <a:srgbClr val="990000"/>
    <a:srgbClr val="0099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F808D-1796-4DB6-975E-B94CE42DB974}" v="46" dt="2024-04-14T12:30:25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40"/>
    <p:restoredTop sz="68922" autoAdjust="0"/>
  </p:normalViewPr>
  <p:slideViewPr>
    <p:cSldViewPr snapToObjects="1">
      <p:cViewPr varScale="1">
        <p:scale>
          <a:sx n="59" d="100"/>
          <a:sy n="59" d="100"/>
        </p:scale>
        <p:origin x="84" y="300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-8200"/>
    </p:cViewPr>
  </p:sorter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m Pan Chui, Dr. (CSD)" userId="06f431c5-cc1a-4439-a61b-5f3af947c103" providerId="ADAL" clId="{1E5F808D-1796-4DB6-975E-B94CE42DB974}"/>
    <pc:docChg chg="modSld">
      <pc:chgData name="Yim Pan Chui, Dr. (CSD)" userId="06f431c5-cc1a-4439-a61b-5f3af947c103" providerId="ADAL" clId="{1E5F808D-1796-4DB6-975E-B94CE42DB974}" dt="2024-04-14T12:30:25.765" v="55"/>
      <pc:docMkLst>
        <pc:docMk/>
      </pc:docMkLst>
      <pc:sldChg chg="addSp delSp modSp mod modAnim">
        <pc:chgData name="Yim Pan Chui, Dr. (CSD)" userId="06f431c5-cc1a-4439-a61b-5f3af947c103" providerId="ADAL" clId="{1E5F808D-1796-4DB6-975E-B94CE42DB974}" dt="2024-04-14T08:45:14.592" v="36" actId="14429"/>
        <pc:sldMkLst>
          <pc:docMk/>
          <pc:sldMk cId="0" sldId="305"/>
        </pc:sldMkLst>
        <pc:spChg chg="mod ord modVis">
          <ac:chgData name="Yim Pan Chui, Dr. (CSD)" userId="06f431c5-cc1a-4439-a61b-5f3af947c103" providerId="ADAL" clId="{1E5F808D-1796-4DB6-975E-B94CE42DB974}" dt="2024-04-14T08:40:34.470" v="7" actId="164"/>
          <ac:spMkLst>
            <pc:docMk/>
            <pc:sldMk cId="0" sldId="305"/>
            <ac:spMk id="2" creationId="{846252A6-CF95-6418-671B-D6226F71C2EC}"/>
          </ac:spMkLst>
        </pc:spChg>
        <pc:spChg chg="mod">
          <ac:chgData name="Yim Pan Chui, Dr. (CSD)" userId="06f431c5-cc1a-4439-a61b-5f3af947c103" providerId="ADAL" clId="{1E5F808D-1796-4DB6-975E-B94CE42DB974}" dt="2024-04-14T08:40:34.470" v="7" actId="164"/>
          <ac:spMkLst>
            <pc:docMk/>
            <pc:sldMk cId="0" sldId="305"/>
            <ac:spMk id="3" creationId="{D82A4CF9-1415-93C9-F7CF-506E8B6638E6}"/>
          </ac:spMkLst>
        </pc:spChg>
        <pc:spChg chg="mod">
          <ac:chgData name="Yim Pan Chui, Dr. (CSD)" userId="06f431c5-cc1a-4439-a61b-5f3af947c103" providerId="ADAL" clId="{1E5F808D-1796-4DB6-975E-B94CE42DB974}" dt="2024-04-14T08:41:01.847" v="8" actId="164"/>
          <ac:spMkLst>
            <pc:docMk/>
            <pc:sldMk cId="0" sldId="305"/>
            <ac:spMk id="4" creationId="{5E9DD548-1599-F3BE-F579-885332A806BC}"/>
          </ac:spMkLst>
        </pc:spChg>
        <pc:spChg chg="mod">
          <ac:chgData name="Yim Pan Chui, Dr. (CSD)" userId="06f431c5-cc1a-4439-a61b-5f3af947c103" providerId="ADAL" clId="{1E5F808D-1796-4DB6-975E-B94CE42DB974}" dt="2024-04-14T08:41:01.847" v="8" actId="164"/>
          <ac:spMkLst>
            <pc:docMk/>
            <pc:sldMk cId="0" sldId="305"/>
            <ac:spMk id="5" creationId="{8D7077DF-E508-7E5C-C4BF-B98E8B375DF5}"/>
          </ac:spMkLst>
        </pc:spChg>
        <pc:spChg chg="mod">
          <ac:chgData name="Yim Pan Chui, Dr. (CSD)" userId="06f431c5-cc1a-4439-a61b-5f3af947c103" providerId="ADAL" clId="{1E5F808D-1796-4DB6-975E-B94CE42DB974}" dt="2024-04-14T08:41:20.378" v="9" actId="164"/>
          <ac:spMkLst>
            <pc:docMk/>
            <pc:sldMk cId="0" sldId="305"/>
            <ac:spMk id="6" creationId="{E4ABCA25-C691-331E-22ED-7BD29A2491C6}"/>
          </ac:spMkLst>
        </pc:spChg>
        <pc:spChg chg="mod">
          <ac:chgData name="Yim Pan Chui, Dr. (CSD)" userId="06f431c5-cc1a-4439-a61b-5f3af947c103" providerId="ADAL" clId="{1E5F808D-1796-4DB6-975E-B94CE42DB974}" dt="2024-04-14T08:41:20.378" v="9" actId="164"/>
          <ac:spMkLst>
            <pc:docMk/>
            <pc:sldMk cId="0" sldId="305"/>
            <ac:spMk id="7" creationId="{A6F4A792-BF1D-56C9-2C11-A5825BE7B829}"/>
          </ac:spMkLst>
        </pc:spChg>
        <pc:grpChg chg="add mod modVis">
          <ac:chgData name="Yim Pan Chui, Dr. (CSD)" userId="06f431c5-cc1a-4439-a61b-5f3af947c103" providerId="ADAL" clId="{1E5F808D-1796-4DB6-975E-B94CE42DB974}" dt="2024-04-14T08:45:13.811" v="34" actId="14429"/>
          <ac:grpSpMkLst>
            <pc:docMk/>
            <pc:sldMk cId="0" sldId="305"/>
            <ac:grpSpMk id="8" creationId="{8470B8FA-0A41-C331-DDC8-2AB810BE34A8}"/>
          </ac:grpSpMkLst>
        </pc:grpChg>
        <pc:grpChg chg="add mod modVis">
          <ac:chgData name="Yim Pan Chui, Dr. (CSD)" userId="06f431c5-cc1a-4439-a61b-5f3af947c103" providerId="ADAL" clId="{1E5F808D-1796-4DB6-975E-B94CE42DB974}" dt="2024-04-14T08:45:14.592" v="35" actId="14429"/>
          <ac:grpSpMkLst>
            <pc:docMk/>
            <pc:sldMk cId="0" sldId="305"/>
            <ac:grpSpMk id="9" creationId="{96249C53-BEEB-8344-4D80-D888396C6E24}"/>
          </ac:grpSpMkLst>
        </pc:grpChg>
        <pc:grpChg chg="add mod modVis">
          <ac:chgData name="Yim Pan Chui, Dr. (CSD)" userId="06f431c5-cc1a-4439-a61b-5f3af947c103" providerId="ADAL" clId="{1E5F808D-1796-4DB6-975E-B94CE42DB974}" dt="2024-04-14T08:45:14.592" v="36" actId="14429"/>
          <ac:grpSpMkLst>
            <pc:docMk/>
            <pc:sldMk cId="0" sldId="305"/>
            <ac:grpSpMk id="10" creationId="{FBD6A325-EE8B-4350-396B-488554DAB884}"/>
          </ac:grpSpMkLst>
        </pc:grpChg>
        <pc:grpChg chg="del">
          <ac:chgData name="Yim Pan Chui, Dr. (CSD)" userId="06f431c5-cc1a-4439-a61b-5f3af947c103" providerId="ADAL" clId="{1E5F808D-1796-4DB6-975E-B94CE42DB974}" dt="2024-04-14T08:45:00.817" v="33" actId="478"/>
          <ac:grpSpMkLst>
            <pc:docMk/>
            <pc:sldMk cId="0" sldId="305"/>
            <ac:grpSpMk id="76842" creationId="{00000000-0000-0000-0000-000000000000}"/>
          </ac:grpSpMkLst>
        </pc:grpChg>
        <pc:grpChg chg="mod">
          <ac:chgData name="Yim Pan Chui, Dr. (CSD)" userId="06f431c5-cc1a-4439-a61b-5f3af947c103" providerId="ADAL" clId="{1E5F808D-1796-4DB6-975E-B94CE42DB974}" dt="2024-04-14T08:41:01.847" v="8" actId="164"/>
          <ac:grpSpMkLst>
            <pc:docMk/>
            <pc:sldMk cId="0" sldId="305"/>
            <ac:grpSpMk id="76861" creationId="{00000000-0000-0000-0000-000000000000}"/>
          </ac:grpSpMkLst>
        </pc:grpChg>
        <pc:grpChg chg="mod">
          <ac:chgData name="Yim Pan Chui, Dr. (CSD)" userId="06f431c5-cc1a-4439-a61b-5f3af947c103" providerId="ADAL" clId="{1E5F808D-1796-4DB6-975E-B94CE42DB974}" dt="2024-04-14T08:41:20.378" v="9" actId="164"/>
          <ac:grpSpMkLst>
            <pc:docMk/>
            <pc:sldMk cId="0" sldId="305"/>
            <ac:grpSpMk id="76881" creationId="{00000000-0000-0000-0000-000000000000}"/>
          </ac:grpSpMkLst>
        </pc:grpChg>
        <pc:grpChg chg="mod">
          <ac:chgData name="Yim Pan Chui, Dr. (CSD)" userId="06f431c5-cc1a-4439-a61b-5f3af947c103" providerId="ADAL" clId="{1E5F808D-1796-4DB6-975E-B94CE42DB974}" dt="2024-04-14T08:40:34.470" v="7" actId="164"/>
          <ac:grpSpMkLst>
            <pc:docMk/>
            <pc:sldMk cId="0" sldId="305"/>
            <ac:grpSpMk id="76882" creationId="{00000000-0000-0000-0000-000000000000}"/>
          </ac:grpSpMkLst>
        </pc:grpChg>
      </pc:sldChg>
      <pc:sldChg chg="modSp">
        <pc:chgData name="Yim Pan Chui, Dr. (CSD)" userId="06f431c5-cc1a-4439-a61b-5f3af947c103" providerId="ADAL" clId="{1E5F808D-1796-4DB6-975E-B94CE42DB974}" dt="2024-04-14T12:26:27.396" v="42" actId="1035"/>
        <pc:sldMkLst>
          <pc:docMk/>
          <pc:sldMk cId="222464213" sldId="346"/>
        </pc:sldMkLst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4" creationId="{552014C8-0A9E-E4EE-AABA-012CCCB89423}"/>
          </ac:spMkLst>
        </pc:spChg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5" creationId="{084EA0E7-CC63-BD2F-C4B9-7CA8A318FC0E}"/>
          </ac:spMkLst>
        </pc:spChg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6" creationId="{00853B4C-727B-529D-FDBE-718496158A7C}"/>
          </ac:spMkLst>
        </pc:spChg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7" creationId="{E6F44483-C0E1-323F-F750-743A34EFD535}"/>
          </ac:spMkLst>
        </pc:spChg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8" creationId="{07ADB8FD-5CBC-7827-43CD-B07D22568116}"/>
          </ac:spMkLst>
        </pc:spChg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9" creationId="{D7DECA44-FCF1-7DBF-299E-BFF7B43E362D}"/>
          </ac:spMkLst>
        </pc:spChg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10" creationId="{0E1D27C9-49BD-4BDD-DD0C-E3D65ED8DA6D}"/>
          </ac:spMkLst>
        </pc:spChg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11" creationId="{3A9904E1-4CE7-F046-E470-60182B9A9126}"/>
          </ac:spMkLst>
        </pc:spChg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12" creationId="{C2443D2E-1D00-9DDD-F5CA-CDCB272FB7F7}"/>
          </ac:spMkLst>
        </pc:spChg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14" creationId="{36F2639B-7EF2-F106-4457-318CF040411C}"/>
          </ac:spMkLst>
        </pc:spChg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15" creationId="{F2DF1E33-9DA2-A07A-54A6-5AC1D8802030}"/>
          </ac:spMkLst>
        </pc:spChg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16" creationId="{B33EBCA8-EEDA-8C74-644A-3036A9A84970}"/>
          </ac:spMkLst>
        </pc:spChg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18" creationId="{1B2E236F-E973-4E0D-C023-04FA9AB3EAFE}"/>
          </ac:spMkLst>
        </pc:spChg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19" creationId="{43D67665-A451-5664-9C7D-6DAB6F30CA66}"/>
          </ac:spMkLst>
        </pc:spChg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20" creationId="{9D779055-2EED-372A-7991-732F6027FF2F}"/>
          </ac:spMkLst>
        </pc:spChg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22" creationId="{707D4407-063E-A7A5-D8CF-834A21CD131C}"/>
          </ac:spMkLst>
        </pc:spChg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23" creationId="{68328C7C-D9BE-9BEB-B78F-6CA3138DD417}"/>
          </ac:spMkLst>
        </pc:spChg>
        <pc:spChg chg="mod">
          <ac:chgData name="Yim Pan Chui, Dr. (CSD)" userId="06f431c5-cc1a-4439-a61b-5f3af947c103" providerId="ADAL" clId="{1E5F808D-1796-4DB6-975E-B94CE42DB974}" dt="2024-04-14T12:26:27.396" v="42" actId="1035"/>
          <ac:spMkLst>
            <pc:docMk/>
            <pc:sldMk cId="222464213" sldId="346"/>
            <ac:spMk id="24" creationId="{3581959E-4F6E-D961-4FA4-9E75C7FBE51A}"/>
          </ac:spMkLst>
        </pc:spChg>
        <pc:grpChg chg="mod">
          <ac:chgData name="Yim Pan Chui, Dr. (CSD)" userId="06f431c5-cc1a-4439-a61b-5f3af947c103" providerId="ADAL" clId="{1E5F808D-1796-4DB6-975E-B94CE42DB974}" dt="2024-04-14T12:26:27.396" v="42" actId="1035"/>
          <ac:grpSpMkLst>
            <pc:docMk/>
            <pc:sldMk cId="222464213" sldId="346"/>
            <ac:grpSpMk id="2" creationId="{F2809DEE-7447-88F2-1548-DEB40F2CA646}"/>
          </ac:grpSpMkLst>
        </pc:grpChg>
        <pc:grpChg chg="mod">
          <ac:chgData name="Yim Pan Chui, Dr. (CSD)" userId="06f431c5-cc1a-4439-a61b-5f3af947c103" providerId="ADAL" clId="{1E5F808D-1796-4DB6-975E-B94CE42DB974}" dt="2024-04-14T12:26:27.396" v="42" actId="1035"/>
          <ac:grpSpMkLst>
            <pc:docMk/>
            <pc:sldMk cId="222464213" sldId="346"/>
            <ac:grpSpMk id="13" creationId="{E6F3F4CF-04AC-8B5D-D939-A7E1B6F1B744}"/>
          </ac:grpSpMkLst>
        </pc:grpChg>
        <pc:grpChg chg="mod">
          <ac:chgData name="Yim Pan Chui, Dr. (CSD)" userId="06f431c5-cc1a-4439-a61b-5f3af947c103" providerId="ADAL" clId="{1E5F808D-1796-4DB6-975E-B94CE42DB974}" dt="2024-04-14T12:26:27.396" v="42" actId="1035"/>
          <ac:grpSpMkLst>
            <pc:docMk/>
            <pc:sldMk cId="222464213" sldId="346"/>
            <ac:grpSpMk id="17" creationId="{D046D088-5F08-D596-B345-F91A3E03161C}"/>
          </ac:grpSpMkLst>
        </pc:grpChg>
        <pc:grpChg chg="mod">
          <ac:chgData name="Yim Pan Chui, Dr. (CSD)" userId="06f431c5-cc1a-4439-a61b-5f3af947c103" providerId="ADAL" clId="{1E5F808D-1796-4DB6-975E-B94CE42DB974}" dt="2024-04-14T12:26:27.396" v="42" actId="1035"/>
          <ac:grpSpMkLst>
            <pc:docMk/>
            <pc:sldMk cId="222464213" sldId="346"/>
            <ac:grpSpMk id="21" creationId="{EEF27523-1ED7-2409-0459-CAA2F995B1E9}"/>
          </ac:grpSpMkLst>
        </pc:grpChg>
      </pc:sldChg>
      <pc:sldChg chg="addSp modSp modAnim">
        <pc:chgData name="Yim Pan Chui, Dr. (CSD)" userId="06f431c5-cc1a-4439-a61b-5f3af947c103" providerId="ADAL" clId="{1E5F808D-1796-4DB6-975E-B94CE42DB974}" dt="2024-04-14T12:30:25.765" v="55"/>
        <pc:sldMkLst>
          <pc:docMk/>
          <pc:sldMk cId="375708629" sldId="347"/>
        </pc:sldMkLst>
        <pc:spChg chg="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3" creationId="{AA381F02-0DDA-2A48-AC0A-00819D5C89EB}"/>
          </ac:spMkLst>
        </pc:spChg>
        <pc:spChg chg="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4" creationId="{9DDC337F-7A67-175E-2CB0-555B20C2E289}"/>
          </ac:spMkLst>
        </pc:spChg>
        <pc:spChg chg="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6" creationId="{3321A028-E997-404D-6DD6-E8C195A90963}"/>
          </ac:spMkLst>
        </pc:spChg>
        <pc:spChg chg="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7" creationId="{36CA627B-DB8E-ED2C-0606-65164F824E87}"/>
          </ac:spMkLst>
        </pc:spChg>
        <pc:spChg chg="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8" creationId="{43FF534B-0A44-1F46-7F7D-264940999F6D}"/>
          </ac:spMkLst>
        </pc:spChg>
        <pc:spChg chg="add 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9" creationId="{3C56E9C7-A65E-E20E-C064-BE9A9310B257}"/>
          </ac:spMkLst>
        </pc:spChg>
        <pc:spChg chg="add 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10" creationId="{695E4C2D-F05F-842C-788F-75CB8B8829B3}"/>
          </ac:spMkLst>
        </pc:spChg>
        <pc:spChg chg="add 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12" creationId="{4122B9ED-CE58-5F4D-9048-2E28F0129A4C}"/>
          </ac:spMkLst>
        </pc:spChg>
        <pc:spChg chg="add 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13" creationId="{19BACC7E-5030-A8CA-BD9E-9FB029B39A3C}"/>
          </ac:spMkLst>
        </pc:spChg>
        <pc:spChg chg="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15" creationId="{FB013FE9-7CCA-D28C-3A10-E34A4EFEA9D9}"/>
          </ac:spMkLst>
        </pc:spChg>
        <pc:spChg chg="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16" creationId="{E4F776F2-C994-0DF6-00B5-0F8E6C4206CC}"/>
          </ac:spMkLst>
        </pc:spChg>
        <pc:spChg chg="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17" creationId="{2231DE8F-3CBB-DD7A-CCDA-A02D68A5ECEF}"/>
          </ac:spMkLst>
        </pc:spChg>
        <pc:spChg chg="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19" creationId="{BD2F9A80-2955-A467-4D4A-8B01EE13ABF9}"/>
          </ac:spMkLst>
        </pc:spChg>
        <pc:spChg chg="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20" creationId="{4AE11D66-CA49-53DC-6E9E-718A22560A1E}"/>
          </ac:spMkLst>
        </pc:spChg>
        <pc:spChg chg="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21" creationId="{2A328ECA-CB6A-9D4C-B9B5-369A08CAC31A}"/>
          </ac:spMkLst>
        </pc:spChg>
        <pc:spChg chg="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23" creationId="{74B82A7B-7E17-7425-DC22-7CD6EC447047}"/>
          </ac:spMkLst>
        </pc:spChg>
        <pc:spChg chg="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24" creationId="{694870AE-712E-8D2B-8C2D-968FF8A89909}"/>
          </ac:spMkLst>
        </pc:spChg>
        <pc:spChg chg="mod">
          <ac:chgData name="Yim Pan Chui, Dr. (CSD)" userId="06f431c5-cc1a-4439-a61b-5f3af947c103" providerId="ADAL" clId="{1E5F808D-1796-4DB6-975E-B94CE42DB974}" dt="2024-04-14T12:26:10.603" v="37"/>
          <ac:spMkLst>
            <pc:docMk/>
            <pc:sldMk cId="375708629" sldId="347"/>
            <ac:spMk id="25" creationId="{4CA4D78E-1C27-92F3-2191-0A492AEE407C}"/>
          </ac:spMkLst>
        </pc:spChg>
        <pc:spChg chg="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27" creationId="{D4132135-AD37-9808-241A-3B32963B51E8}"/>
          </ac:spMkLst>
        </pc:spChg>
        <pc:spChg chg="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28" creationId="{C00CC1D7-C549-CEF0-5695-59931E8DC079}"/>
          </ac:spMkLst>
        </pc:spChg>
        <pc:spChg chg="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29" creationId="{593AA8E9-0A95-21F1-B930-D249F8C6A50C}"/>
          </ac:spMkLst>
        </pc:spChg>
        <pc:spChg chg="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30" creationId="{0D44EADC-36E8-92C8-F586-F9509EACCB4C}"/>
          </ac:spMkLst>
        </pc:spChg>
        <pc:spChg chg="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31" creationId="{45845862-6426-3EC4-095C-B173D4555559}"/>
          </ac:spMkLst>
        </pc:spChg>
        <pc:spChg chg="add 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32" creationId="{3CCF7842-FC26-952C-2B26-3FD6DA8986A1}"/>
          </ac:spMkLst>
        </pc:spChg>
        <pc:spChg chg="add 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33" creationId="{C9186730-E59B-5D80-F4CA-71CA08A8023C}"/>
          </ac:spMkLst>
        </pc:spChg>
        <pc:spChg chg="add 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34" creationId="{EF56025B-E3D4-F3DB-D532-23F9703F5F2B}"/>
          </ac:spMkLst>
        </pc:spChg>
        <pc:spChg chg="add 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35" creationId="{4FACA86C-82E2-0461-5C2B-9C55F44F9CD8}"/>
          </ac:spMkLst>
        </pc:spChg>
        <pc:spChg chg="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37" creationId="{C56BD5C7-FAC1-A0D5-716E-36E92F02B344}"/>
          </ac:spMkLst>
        </pc:spChg>
        <pc:spChg chg="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38" creationId="{D4404FE7-CE7D-381D-18E5-4DF268413B19}"/>
          </ac:spMkLst>
        </pc:spChg>
        <pc:spChg chg="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39" creationId="{75DBB627-7850-2F42-2ECF-7BC33889CEAE}"/>
          </ac:spMkLst>
        </pc:spChg>
        <pc:spChg chg="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41" creationId="{6AD5CA9A-EF27-C037-B2AE-AC2FA50EB10C}"/>
          </ac:spMkLst>
        </pc:spChg>
        <pc:spChg chg="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42" creationId="{DFDE75F1-D7F1-3824-1F4D-E13038D3C2D3}"/>
          </ac:spMkLst>
        </pc:spChg>
        <pc:spChg chg="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43" creationId="{3376F4BC-0085-9408-CC6A-C4E2B14C9A2C}"/>
          </ac:spMkLst>
        </pc:spChg>
        <pc:spChg chg="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45" creationId="{639DC7A4-5144-4A13-B03A-27033BA16132}"/>
          </ac:spMkLst>
        </pc:spChg>
        <pc:spChg chg="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46" creationId="{29333482-9E7A-732E-334A-E69D7B90CD47}"/>
          </ac:spMkLst>
        </pc:spChg>
        <pc:spChg chg="mod">
          <ac:chgData name="Yim Pan Chui, Dr. (CSD)" userId="06f431c5-cc1a-4439-a61b-5f3af947c103" providerId="ADAL" clId="{1E5F808D-1796-4DB6-975E-B94CE42DB974}" dt="2024-04-14T12:26:29.697" v="43"/>
          <ac:spMkLst>
            <pc:docMk/>
            <pc:sldMk cId="375708629" sldId="347"/>
            <ac:spMk id="47" creationId="{A796A636-9565-2523-4EDE-FDF0B55C58D5}"/>
          </ac:spMkLst>
        </pc:spChg>
        <pc:grpChg chg="add mod">
          <ac:chgData name="Yim Pan Chui, Dr. (CSD)" userId="06f431c5-cc1a-4439-a61b-5f3af947c103" providerId="ADAL" clId="{1E5F808D-1796-4DB6-975E-B94CE42DB974}" dt="2024-04-14T12:26:10.603" v="37"/>
          <ac:grpSpMkLst>
            <pc:docMk/>
            <pc:sldMk cId="375708629" sldId="347"/>
            <ac:grpSpMk id="2" creationId="{413FBB8E-B8AB-C284-9F92-AD6F4FCF8DD4}"/>
          </ac:grpSpMkLst>
        </pc:grpChg>
        <pc:grpChg chg="add mod">
          <ac:chgData name="Yim Pan Chui, Dr. (CSD)" userId="06f431c5-cc1a-4439-a61b-5f3af947c103" providerId="ADAL" clId="{1E5F808D-1796-4DB6-975E-B94CE42DB974}" dt="2024-04-14T12:26:10.603" v="37"/>
          <ac:grpSpMkLst>
            <pc:docMk/>
            <pc:sldMk cId="375708629" sldId="347"/>
            <ac:grpSpMk id="14" creationId="{C2EDEEE1-C1FA-61E6-60DC-F007225C22EF}"/>
          </ac:grpSpMkLst>
        </pc:grpChg>
        <pc:grpChg chg="add mod">
          <ac:chgData name="Yim Pan Chui, Dr. (CSD)" userId="06f431c5-cc1a-4439-a61b-5f3af947c103" providerId="ADAL" clId="{1E5F808D-1796-4DB6-975E-B94CE42DB974}" dt="2024-04-14T12:26:10.603" v="37"/>
          <ac:grpSpMkLst>
            <pc:docMk/>
            <pc:sldMk cId="375708629" sldId="347"/>
            <ac:grpSpMk id="18" creationId="{FB728B28-B7C0-3328-B242-B06320E672A8}"/>
          </ac:grpSpMkLst>
        </pc:grpChg>
        <pc:grpChg chg="add mod">
          <ac:chgData name="Yim Pan Chui, Dr. (CSD)" userId="06f431c5-cc1a-4439-a61b-5f3af947c103" providerId="ADAL" clId="{1E5F808D-1796-4DB6-975E-B94CE42DB974}" dt="2024-04-14T12:26:10.603" v="37"/>
          <ac:grpSpMkLst>
            <pc:docMk/>
            <pc:sldMk cId="375708629" sldId="347"/>
            <ac:grpSpMk id="22" creationId="{30F8FAA0-8493-983C-6AC5-FD0664792F25}"/>
          </ac:grpSpMkLst>
        </pc:grpChg>
        <pc:grpChg chg="add mod">
          <ac:chgData name="Yim Pan Chui, Dr. (CSD)" userId="06f431c5-cc1a-4439-a61b-5f3af947c103" providerId="ADAL" clId="{1E5F808D-1796-4DB6-975E-B94CE42DB974}" dt="2024-04-14T12:26:29.697" v="43"/>
          <ac:grpSpMkLst>
            <pc:docMk/>
            <pc:sldMk cId="375708629" sldId="347"/>
            <ac:grpSpMk id="26" creationId="{5FEFF9AE-8977-AA1D-0363-B6FEADD1B067}"/>
          </ac:grpSpMkLst>
        </pc:grpChg>
        <pc:grpChg chg="add mod">
          <ac:chgData name="Yim Pan Chui, Dr. (CSD)" userId="06f431c5-cc1a-4439-a61b-5f3af947c103" providerId="ADAL" clId="{1E5F808D-1796-4DB6-975E-B94CE42DB974}" dt="2024-04-14T12:26:29.697" v="43"/>
          <ac:grpSpMkLst>
            <pc:docMk/>
            <pc:sldMk cId="375708629" sldId="347"/>
            <ac:grpSpMk id="36" creationId="{ED0D7C41-06B1-B0FA-3577-D39712A6CD96}"/>
          </ac:grpSpMkLst>
        </pc:grpChg>
        <pc:grpChg chg="add mod">
          <ac:chgData name="Yim Pan Chui, Dr. (CSD)" userId="06f431c5-cc1a-4439-a61b-5f3af947c103" providerId="ADAL" clId="{1E5F808D-1796-4DB6-975E-B94CE42DB974}" dt="2024-04-14T12:26:29.697" v="43"/>
          <ac:grpSpMkLst>
            <pc:docMk/>
            <pc:sldMk cId="375708629" sldId="347"/>
            <ac:grpSpMk id="40" creationId="{CEB1BE66-336D-6B91-F171-08D8E5219C3C}"/>
          </ac:grpSpMkLst>
        </pc:grpChg>
        <pc:grpChg chg="add mod">
          <ac:chgData name="Yim Pan Chui, Dr. (CSD)" userId="06f431c5-cc1a-4439-a61b-5f3af947c103" providerId="ADAL" clId="{1E5F808D-1796-4DB6-975E-B94CE42DB974}" dt="2024-04-14T12:26:29.697" v="43"/>
          <ac:grpSpMkLst>
            <pc:docMk/>
            <pc:sldMk cId="375708629" sldId="347"/>
            <ac:grpSpMk id="44" creationId="{AF894A05-E00A-040C-583F-493671BB02BB}"/>
          </ac:grpSpMkLst>
        </pc:grpChg>
      </pc:sldChg>
    </pc:docChg>
  </pc:docChgLst>
  <pc:docChgLst>
    <pc:chgData name="Chuck jee Chau (CSD)" userId="7aa7a09e-983f-4214-9e5a-071cbb678e81" providerId="ADAL" clId="{F166581D-C26B-574F-8A50-7038294140D4}"/>
    <pc:docChg chg="undo custSel modSld delMainMaster modMainMaster modNotesMaster">
      <pc:chgData name="Chuck jee Chau (CSD)" userId="7aa7a09e-983f-4214-9e5a-071cbb678e81" providerId="ADAL" clId="{F166581D-C26B-574F-8A50-7038294140D4}" dt="2019-11-13T05:58:47.647" v="611" actId="20577"/>
      <pc:docMkLst>
        <pc:docMk/>
      </pc:docMkLst>
      <pc:sldChg chg="addSp delSp modSp modTransition">
        <pc:chgData name="Chuck jee Chau (CSD)" userId="7aa7a09e-983f-4214-9e5a-071cbb678e81" providerId="ADAL" clId="{F166581D-C26B-574F-8A50-7038294140D4}" dt="2019-11-13T05:41:41.592" v="211"/>
        <pc:sldMkLst>
          <pc:docMk/>
          <pc:sldMk cId="0" sldId="257"/>
        </pc:sldMkLst>
        <pc:spChg chg="add del mod">
          <ac:chgData name="Chuck jee Chau (CSD)" userId="7aa7a09e-983f-4214-9e5a-071cbb678e81" providerId="ADAL" clId="{F166581D-C26B-574F-8A50-7038294140D4}" dt="2019-11-13T05:06:49.210" v="3"/>
          <ac:spMkLst>
            <pc:docMk/>
            <pc:sldMk cId="0" sldId="257"/>
            <ac:spMk id="2" creationId="{56BD273D-C395-BF42-9681-D8D79E404554}"/>
          </ac:spMkLst>
        </pc:spChg>
        <pc:spChg chg="add del mod">
          <ac:chgData name="Chuck jee Chau (CSD)" userId="7aa7a09e-983f-4214-9e5a-071cbb678e81" providerId="ADAL" clId="{F166581D-C26B-574F-8A50-7038294140D4}" dt="2019-11-13T05:06:49.210" v="3"/>
          <ac:spMkLst>
            <pc:docMk/>
            <pc:sldMk cId="0" sldId="257"/>
            <ac:spMk id="3" creationId="{BFD0B116-3CA6-9B46-A9DF-732AFB6F3E33}"/>
          </ac:spMkLst>
        </pc:spChg>
        <pc:spChg chg="add del mod">
          <ac:chgData name="Chuck jee Chau (CSD)" userId="7aa7a09e-983f-4214-9e5a-071cbb678e81" providerId="ADAL" clId="{F166581D-C26B-574F-8A50-7038294140D4}" dt="2019-11-13T05:06:50.222" v="4"/>
          <ac:spMkLst>
            <pc:docMk/>
            <pc:sldMk cId="0" sldId="257"/>
            <ac:spMk id="4" creationId="{D560A466-543F-CA4B-978B-5625C24C2AE8}"/>
          </ac:spMkLst>
        </pc:spChg>
        <pc:spChg chg="add del mod">
          <ac:chgData name="Chuck jee Chau (CSD)" userId="7aa7a09e-983f-4214-9e5a-071cbb678e81" providerId="ADAL" clId="{F166581D-C26B-574F-8A50-7038294140D4}" dt="2019-11-13T05:06:50.222" v="4"/>
          <ac:spMkLst>
            <pc:docMk/>
            <pc:sldMk cId="0" sldId="257"/>
            <ac:spMk id="5" creationId="{6B243B51-DD96-2E4C-8B5D-E46A8FE38609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57"/>
            <ac:spMk id="614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57"/>
            <ac:spMk id="6147" creationId="{00000000-0000-0000-0000-000000000000}"/>
          </ac:spMkLst>
        </pc:spChg>
      </pc:sldChg>
      <pc:sldChg chg="modSp modTransition">
        <pc:chgData name="Chuck jee Chau (CSD)" userId="7aa7a09e-983f-4214-9e5a-071cbb678e81" providerId="ADAL" clId="{F166581D-C26B-574F-8A50-7038294140D4}" dt="2019-11-13T05:41:41.592" v="211"/>
        <pc:sldMkLst>
          <pc:docMk/>
          <pc:sldMk cId="0" sldId="258"/>
        </pc:sldMkLst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58"/>
            <ac:spMk id="819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58"/>
            <ac:spMk id="8195" creationId="{00000000-0000-0000-0000-000000000000}"/>
          </ac:spMkLst>
        </pc:spChg>
      </pc:sldChg>
      <pc:sldChg chg="addSp delSp modSp modTransition modAnim">
        <pc:chgData name="Chuck jee Chau (CSD)" userId="7aa7a09e-983f-4214-9e5a-071cbb678e81" providerId="ADAL" clId="{F166581D-C26B-574F-8A50-7038294140D4}" dt="2019-11-13T05:41:41.592" v="211"/>
        <pc:sldMkLst>
          <pc:docMk/>
          <pc:sldMk cId="0" sldId="260"/>
        </pc:sldMkLst>
        <pc:spChg chg="add del">
          <ac:chgData name="Chuck jee Chau (CSD)" userId="7aa7a09e-983f-4214-9e5a-071cbb678e81" providerId="ADAL" clId="{F166581D-C26B-574F-8A50-7038294140D4}" dt="2019-11-13T05:10:30.520" v="33"/>
          <ac:spMkLst>
            <pc:docMk/>
            <pc:sldMk cId="0" sldId="260"/>
            <ac:spMk id="13" creationId="{7DA0101B-C8D3-6748-BD8C-E9289915490C}"/>
          </ac:spMkLst>
        </pc:spChg>
        <pc:spChg chg="add del">
          <ac:chgData name="Chuck jee Chau (CSD)" userId="7aa7a09e-983f-4214-9e5a-071cbb678e81" providerId="ADAL" clId="{F166581D-C26B-574F-8A50-7038294140D4}" dt="2019-11-13T05:10:32.672" v="35"/>
          <ac:spMkLst>
            <pc:docMk/>
            <pc:sldMk cId="0" sldId="260"/>
            <ac:spMk id="15" creationId="{4A368C84-72A4-F745-83C6-F2E0F2121CC1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60"/>
            <ac:spMk id="1024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60"/>
            <ac:spMk id="1024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60"/>
            <ac:spMk id="1024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60"/>
            <ac:spMk id="1024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60"/>
            <ac:spMk id="1024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60"/>
            <ac:spMk id="1025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60"/>
            <ac:spMk id="1025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60"/>
            <ac:spMk id="1025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60"/>
            <ac:spMk id="1025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60"/>
            <ac:spMk id="10256" creationId="{00000000-0000-0000-0000-000000000000}"/>
          </ac:spMkLst>
        </pc:spChg>
      </pc:sldChg>
      <pc:sldChg chg="modSp modTransition">
        <pc:chgData name="Chuck jee Chau (CSD)" userId="7aa7a09e-983f-4214-9e5a-071cbb678e81" providerId="ADAL" clId="{F166581D-C26B-574F-8A50-7038294140D4}" dt="2019-11-13T05:41:41.592" v="211"/>
        <pc:sldMkLst>
          <pc:docMk/>
          <pc:sldMk cId="0" sldId="278"/>
        </pc:sldMkLst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278"/>
            <ac:spMk id="1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78"/>
            <ac:spMk id="2969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278"/>
            <ac:spMk id="29703" creationId="{00000000-0000-0000-0000-000000000000}"/>
          </ac:spMkLst>
        </pc:spChg>
      </pc:sldChg>
      <pc:sldChg chg="modSp modTransition">
        <pc:chgData name="Chuck jee Chau (CSD)" userId="7aa7a09e-983f-4214-9e5a-071cbb678e81" providerId="ADAL" clId="{F166581D-C26B-574F-8A50-7038294140D4}" dt="2019-11-13T05:41:41.592" v="211"/>
        <pc:sldMkLst>
          <pc:docMk/>
          <pc:sldMk cId="0" sldId="279"/>
        </pc:sldMkLst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79"/>
            <ac:spMk id="3072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79"/>
            <ac:spMk id="30723" creationId="{00000000-0000-0000-0000-000000000000}"/>
          </ac:spMkLst>
        </pc:spChg>
      </pc:sldChg>
      <pc:sldChg chg="modSp modTransition">
        <pc:chgData name="Chuck jee Chau (CSD)" userId="7aa7a09e-983f-4214-9e5a-071cbb678e81" providerId="ADAL" clId="{F166581D-C26B-574F-8A50-7038294140D4}" dt="2019-11-13T05:41:41.592" v="211"/>
        <pc:sldMkLst>
          <pc:docMk/>
          <pc:sldMk cId="0" sldId="280"/>
        </pc:sldMkLst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0"/>
            <ac:spMk id="3174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0"/>
            <ac:spMk id="3174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0"/>
            <ac:spMk id="31749" creationId="{00000000-0000-0000-0000-000000000000}"/>
          </ac:spMkLst>
        </pc:spChg>
      </pc:sldChg>
      <pc:sldChg chg="modSp modTransition">
        <pc:chgData name="Chuck jee Chau (CSD)" userId="7aa7a09e-983f-4214-9e5a-071cbb678e81" providerId="ADAL" clId="{F166581D-C26B-574F-8A50-7038294140D4}" dt="2019-11-13T05:58:47.647" v="611" actId="20577"/>
        <pc:sldMkLst>
          <pc:docMk/>
          <pc:sldMk cId="0" sldId="281"/>
        </pc:sldMkLst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1"/>
            <ac:spMk id="3277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1"/>
            <ac:spMk id="3277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1"/>
            <ac:spMk id="3277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1"/>
            <ac:spMk id="3277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1"/>
            <ac:spMk id="3277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1"/>
            <ac:spMk id="3277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1"/>
            <ac:spMk id="3277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1"/>
            <ac:spMk id="3277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8:47.647" v="611" actId="20577"/>
          <ac:spMkLst>
            <pc:docMk/>
            <pc:sldMk cId="0" sldId="281"/>
            <ac:spMk id="32779" creationId="{00000000-0000-0000-0000-000000000000}"/>
          </ac:spMkLst>
        </pc:spChg>
      </pc:sldChg>
      <pc:sldChg chg="modSp modTransition">
        <pc:chgData name="Chuck jee Chau (CSD)" userId="7aa7a09e-983f-4214-9e5a-071cbb678e81" providerId="ADAL" clId="{F166581D-C26B-574F-8A50-7038294140D4}" dt="2019-11-13T05:41:41.592" v="211"/>
        <pc:sldMkLst>
          <pc:docMk/>
          <pc:sldMk cId="0" sldId="282"/>
        </pc:sldMkLst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2"/>
            <ac:spMk id="3379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2"/>
            <ac:spMk id="3379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2"/>
            <ac:spMk id="33796" creationId="{00000000-0000-0000-0000-000000000000}"/>
          </ac:spMkLst>
        </pc:spChg>
      </pc:sldChg>
      <pc:sldChg chg="modSp modTransition">
        <pc:chgData name="Chuck jee Chau (CSD)" userId="7aa7a09e-983f-4214-9e5a-071cbb678e81" providerId="ADAL" clId="{F166581D-C26B-574F-8A50-7038294140D4}" dt="2019-11-13T05:41:41.592" v="211"/>
        <pc:sldMkLst>
          <pc:docMk/>
          <pc:sldMk cId="0" sldId="283"/>
        </pc:sldMkLst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3"/>
            <ac:spMk id="3481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3"/>
            <ac:spMk id="3481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3"/>
            <ac:spMk id="3482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3"/>
            <ac:spMk id="3482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3"/>
            <ac:spMk id="3482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3"/>
            <ac:spMk id="3482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3"/>
            <ac:spMk id="3482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3"/>
            <ac:spMk id="3482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283"/>
            <ac:spMk id="34828" creationId="{00000000-0000-0000-0000-000000000000}"/>
          </ac:spMkLst>
        </pc:spChg>
      </pc:sldChg>
      <pc:sldChg chg="addSp delSp modSp modTransition">
        <pc:chgData name="Chuck jee Chau (CSD)" userId="7aa7a09e-983f-4214-9e5a-071cbb678e81" providerId="ADAL" clId="{F166581D-C26B-574F-8A50-7038294140D4}" dt="2019-11-13T05:51:08.053" v="490" actId="12"/>
        <pc:sldMkLst>
          <pc:docMk/>
          <pc:sldMk cId="0" sldId="285"/>
        </pc:sldMkLst>
        <pc:spChg chg="add del mod">
          <ac:chgData name="Chuck jee Chau (CSD)" userId="7aa7a09e-983f-4214-9e5a-071cbb678e81" providerId="ADAL" clId="{F166581D-C26B-574F-8A50-7038294140D4}" dt="2019-11-13T05:51:04.609" v="488" actId="20577"/>
          <ac:spMkLst>
            <pc:docMk/>
            <pc:sldMk cId="0" sldId="285"/>
            <ac:spMk id="3" creationId="{2226D65F-5E00-8348-B0A9-9F19E0E48336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285"/>
            <ac:spMk id="7" creationId="{00000000-0000-0000-0000-000000000000}"/>
          </ac:spMkLst>
        </pc:spChg>
        <pc:spChg chg="add del">
          <ac:chgData name="Chuck jee Chau (CSD)" userId="7aa7a09e-983f-4214-9e5a-071cbb678e81" providerId="ADAL" clId="{F166581D-C26B-574F-8A50-7038294140D4}" dt="2019-11-13T05:50:59.126" v="456"/>
          <ac:spMkLst>
            <pc:docMk/>
            <pc:sldMk cId="0" sldId="285"/>
            <ac:spMk id="8" creationId="{7284D117-56FB-2149-9D62-83EC05770963}"/>
          </ac:spMkLst>
        </pc:spChg>
        <pc:spChg chg="mod">
          <ac:chgData name="Chuck jee Chau (CSD)" userId="7aa7a09e-983f-4214-9e5a-071cbb678e81" providerId="ADAL" clId="{F166581D-C26B-574F-8A50-7038294140D4}" dt="2019-11-13T05:51:08.053" v="490" actId="12"/>
          <ac:spMkLst>
            <pc:docMk/>
            <pc:sldMk cId="0" sldId="285"/>
            <ac:spMk id="36867" creationId="{00000000-0000-0000-0000-000000000000}"/>
          </ac:spMkLst>
        </pc:spChg>
        <pc:spChg chg="del mod">
          <ac:chgData name="Chuck jee Chau (CSD)" userId="7aa7a09e-983f-4214-9e5a-071cbb678e81" providerId="ADAL" clId="{F166581D-C26B-574F-8A50-7038294140D4}" dt="2019-11-13T05:50:54.124" v="454" actId="478"/>
          <ac:spMkLst>
            <pc:docMk/>
            <pc:sldMk cId="0" sldId="285"/>
            <ac:spMk id="368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F166581D-C26B-574F-8A50-7038294140D4}" dt="2019-11-13T05:49:08.348" v="397" actId="404"/>
        <pc:sldMkLst>
          <pc:docMk/>
          <pc:sldMk cId="0" sldId="290"/>
        </pc:sldMkLst>
        <pc:spChg chg="add mod">
          <ac:chgData name="Chuck jee Chau (CSD)" userId="7aa7a09e-983f-4214-9e5a-071cbb678e81" providerId="ADAL" clId="{F166581D-C26B-574F-8A50-7038294140D4}" dt="2019-11-13T05:49:08.348" v="397" actId="404"/>
          <ac:spMkLst>
            <pc:docMk/>
            <pc:sldMk cId="0" sldId="290"/>
            <ac:spMk id="3" creationId="{412C64F6-803D-C649-AF6C-9C4EFE394688}"/>
          </ac:spMkLst>
        </pc:spChg>
        <pc:spChg chg="del">
          <ac:chgData name="Chuck jee Chau (CSD)" userId="7aa7a09e-983f-4214-9e5a-071cbb678e81" providerId="ADAL" clId="{F166581D-C26B-574F-8A50-7038294140D4}" dt="2019-11-13T05:47:06.224" v="285" actId="478"/>
          <ac:spMkLst>
            <pc:docMk/>
            <pc:sldMk cId="0" sldId="290"/>
            <ac:spMk id="1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290"/>
            <ac:spMk id="1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8:27.007" v="357" actId="14100"/>
          <ac:spMkLst>
            <pc:docMk/>
            <pc:sldMk cId="0" sldId="290"/>
            <ac:spMk id="4198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8:27.007" v="357" actId="14100"/>
          <ac:spMkLst>
            <pc:docMk/>
            <pc:sldMk cId="0" sldId="290"/>
            <ac:spMk id="4198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7:02.617" v="284" actId="1035"/>
          <ac:spMkLst>
            <pc:docMk/>
            <pc:sldMk cId="0" sldId="290"/>
            <ac:spMk id="4198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7:02.617" v="284" actId="1035"/>
          <ac:spMkLst>
            <pc:docMk/>
            <pc:sldMk cId="0" sldId="290"/>
            <ac:spMk id="41990" creationId="{00000000-0000-0000-0000-000000000000}"/>
          </ac:spMkLst>
        </pc:spChg>
        <pc:spChg chg="del mod">
          <ac:chgData name="Chuck jee Chau (CSD)" userId="7aa7a09e-983f-4214-9e5a-071cbb678e81" providerId="ADAL" clId="{F166581D-C26B-574F-8A50-7038294140D4}" dt="2019-11-13T05:48:55.016" v="358" actId="478"/>
          <ac:spMkLst>
            <pc:docMk/>
            <pc:sldMk cId="0" sldId="290"/>
            <ac:spMk id="4199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7:02.617" v="284" actId="1035"/>
          <ac:spMkLst>
            <pc:docMk/>
            <pc:sldMk cId="0" sldId="290"/>
            <ac:spMk id="4199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7:02.617" v="284" actId="1035"/>
          <ac:spMkLst>
            <pc:docMk/>
            <pc:sldMk cId="0" sldId="290"/>
            <ac:spMk id="42001" creationId="{00000000-0000-0000-0000-000000000000}"/>
          </ac:spMkLst>
        </pc:spChg>
      </pc:sldChg>
      <pc:sldChg chg="addSp delSp modSp modTransition">
        <pc:chgData name="Chuck jee Chau (CSD)" userId="7aa7a09e-983f-4214-9e5a-071cbb678e81" providerId="ADAL" clId="{F166581D-C26B-574F-8A50-7038294140D4}" dt="2019-11-13T05:49:50.670" v="419" actId="1036"/>
        <pc:sldMkLst>
          <pc:docMk/>
          <pc:sldMk cId="0" sldId="292"/>
        </pc:sldMkLst>
        <pc:spChg chg="add del">
          <ac:chgData name="Chuck jee Chau (CSD)" userId="7aa7a09e-983f-4214-9e5a-071cbb678e81" providerId="ADAL" clId="{F166581D-C26B-574F-8A50-7038294140D4}" dt="2019-11-13T05:49:17.334" v="401"/>
          <ac:spMkLst>
            <pc:docMk/>
            <pc:sldMk cId="0" sldId="292"/>
            <ac:spMk id="2" creationId="{83266006-0441-BA4E-8040-E29B32A40577}"/>
          </ac:spMkLst>
        </pc:spChg>
        <pc:spChg chg="add del">
          <ac:chgData name="Chuck jee Chau (CSD)" userId="7aa7a09e-983f-4214-9e5a-071cbb678e81" providerId="ADAL" clId="{F166581D-C26B-574F-8A50-7038294140D4}" dt="2019-11-13T05:49:18.549" v="403"/>
          <ac:spMkLst>
            <pc:docMk/>
            <pc:sldMk cId="0" sldId="292"/>
            <ac:spMk id="3" creationId="{30E8EDBA-1103-4649-97D8-D202C714AD9B}"/>
          </ac:spMkLst>
        </pc:spChg>
        <pc:spChg chg="add del mod">
          <ac:chgData name="Chuck jee Chau (CSD)" userId="7aa7a09e-983f-4214-9e5a-071cbb678e81" providerId="ADAL" clId="{F166581D-C26B-574F-8A50-7038294140D4}" dt="2019-11-13T05:49:20.712" v="404"/>
          <ac:spMkLst>
            <pc:docMk/>
            <pc:sldMk cId="0" sldId="292"/>
            <ac:spMk id="4" creationId="{842CA7E0-AB14-154C-B96B-10FC81A735E6}"/>
          </ac:spMkLst>
        </pc:spChg>
        <pc:spChg chg="add mod">
          <ac:chgData name="Chuck jee Chau (CSD)" userId="7aa7a09e-983f-4214-9e5a-071cbb678e81" providerId="ADAL" clId="{F166581D-C26B-574F-8A50-7038294140D4}" dt="2019-11-13T05:49:33.237" v="408" actId="20577"/>
          <ac:spMkLst>
            <pc:docMk/>
            <pc:sldMk cId="0" sldId="292"/>
            <ac:spMk id="5" creationId="{9D703A48-CA79-EB43-B3FE-23BA767E67C3}"/>
          </ac:spMkLst>
        </pc:spChg>
        <pc:spChg chg="add del mod">
          <ac:chgData name="Chuck jee Chau (CSD)" userId="7aa7a09e-983f-4214-9e5a-071cbb678e81" providerId="ADAL" clId="{F166581D-C26B-574F-8A50-7038294140D4}" dt="2019-11-13T05:49:24.813" v="405" actId="478"/>
          <ac:spMkLst>
            <pc:docMk/>
            <pc:sldMk cId="0" sldId="292"/>
            <ac:spMk id="6" creationId="{AC2DDEFE-0E8F-8A42-B5B6-7A2E1BD522BB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292"/>
            <ac:spMk id="1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9:50.670" v="419" actId="1036"/>
          <ac:spMkLst>
            <pc:docMk/>
            <pc:sldMk cId="0" sldId="292"/>
            <ac:spMk id="4608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9:50.670" v="419" actId="1036"/>
          <ac:spMkLst>
            <pc:docMk/>
            <pc:sldMk cId="0" sldId="292"/>
            <ac:spMk id="4608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9:50.670" v="419" actId="1036"/>
          <ac:spMkLst>
            <pc:docMk/>
            <pc:sldMk cId="0" sldId="292"/>
            <ac:spMk id="4608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9:50.670" v="419" actId="1036"/>
          <ac:spMkLst>
            <pc:docMk/>
            <pc:sldMk cId="0" sldId="292"/>
            <ac:spMk id="46087" creationId="{00000000-0000-0000-0000-000000000000}"/>
          </ac:spMkLst>
        </pc:spChg>
        <pc:spChg chg="del mod">
          <ac:chgData name="Chuck jee Chau (CSD)" userId="7aa7a09e-983f-4214-9e5a-071cbb678e81" providerId="ADAL" clId="{F166581D-C26B-574F-8A50-7038294140D4}" dt="2019-11-13T05:49:15.679" v="399" actId="478"/>
          <ac:spMkLst>
            <pc:docMk/>
            <pc:sldMk cId="0" sldId="292"/>
            <ac:spMk id="4608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9:50.670" v="419" actId="1036"/>
          <ac:spMkLst>
            <pc:docMk/>
            <pc:sldMk cId="0" sldId="292"/>
            <ac:spMk id="4609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9:50.670" v="419" actId="1036"/>
          <ac:spMkLst>
            <pc:docMk/>
            <pc:sldMk cId="0" sldId="292"/>
            <ac:spMk id="46093" creationId="{00000000-0000-0000-0000-000000000000}"/>
          </ac:spMkLst>
        </pc:spChg>
      </pc:sldChg>
      <pc:sldChg chg="modSp">
        <pc:chgData name="Chuck jee Chau (CSD)" userId="7aa7a09e-983f-4214-9e5a-071cbb678e81" providerId="ADAL" clId="{F166581D-C26B-574F-8A50-7038294140D4}" dt="2019-11-13T05:51:54.111" v="496" actId="14100"/>
        <pc:sldMkLst>
          <pc:docMk/>
          <pc:sldMk cId="0" sldId="294"/>
        </pc:sldMkLst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294"/>
            <ac:spMk id="1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1:54.111" v="496" actId="14100"/>
          <ac:spMkLst>
            <pc:docMk/>
            <pc:sldMk cId="0" sldId="294"/>
            <ac:spMk id="5427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1:54.111" v="496" actId="14100"/>
          <ac:spMkLst>
            <pc:docMk/>
            <pc:sldMk cId="0" sldId="294"/>
            <ac:spMk id="5427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1:32.108" v="492" actId="20577"/>
          <ac:spMkLst>
            <pc:docMk/>
            <pc:sldMk cId="0" sldId="294"/>
            <ac:spMk id="5428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1:28.892" v="491" actId="207"/>
          <ac:spMkLst>
            <pc:docMk/>
            <pc:sldMk cId="0" sldId="294"/>
            <ac:spMk id="5428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1:28.892" v="491" actId="207"/>
          <ac:spMkLst>
            <pc:docMk/>
            <pc:sldMk cId="0" sldId="294"/>
            <ac:spMk id="54284" creationId="{00000000-0000-0000-0000-000000000000}"/>
          </ac:spMkLst>
        </pc:spChg>
      </pc:sldChg>
      <pc:sldChg chg="modSp modTransition">
        <pc:chgData name="Chuck jee Chau (CSD)" userId="7aa7a09e-983f-4214-9e5a-071cbb678e81" providerId="ADAL" clId="{F166581D-C26B-574F-8A50-7038294140D4}" dt="2019-11-13T05:41:41.592" v="211"/>
        <pc:sldMkLst>
          <pc:docMk/>
          <pc:sldMk cId="0" sldId="300"/>
        </pc:sldMkLst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0"/>
            <ac:spMk id="6861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0"/>
            <ac:spMk id="6861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0"/>
            <ac:spMk id="6861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0"/>
            <ac:spMk id="6874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4:42.622" v="0"/>
          <ac:spMkLst>
            <pc:docMk/>
            <pc:sldMk cId="0" sldId="300"/>
            <ac:spMk id="6875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0"/>
            <ac:spMk id="6875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0"/>
            <ac:spMk id="6875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33:30.811" v="137" actId="14100"/>
          <ac:spMkLst>
            <pc:docMk/>
            <pc:sldMk cId="0" sldId="300"/>
            <ac:spMk id="6875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0"/>
            <ac:spMk id="6875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0"/>
            <ac:spMk id="68755" creationId="{00000000-0000-0000-0000-000000000000}"/>
          </ac:spMkLst>
        </pc:spChg>
        <pc:graphicFrameChg chg="mod modGraphic">
          <ac:chgData name="Chuck jee Chau (CSD)" userId="7aa7a09e-983f-4214-9e5a-071cbb678e81" providerId="ADAL" clId="{F166581D-C26B-574F-8A50-7038294140D4}" dt="2019-11-13T05:30:47.272" v="98" actId="122"/>
          <ac:graphicFrameMkLst>
            <pc:docMk/>
            <pc:sldMk cId="0" sldId="300"/>
            <ac:graphicFrameMk id="68613" creationId="{00000000-0000-0000-0000-000000000000}"/>
          </ac:graphicFrameMkLst>
        </pc:graphicFrameChg>
        <pc:graphicFrameChg chg="mod">
          <ac:chgData name="Chuck jee Chau (CSD)" userId="7aa7a09e-983f-4214-9e5a-071cbb678e81" providerId="ADAL" clId="{F166581D-C26B-574F-8A50-7038294140D4}" dt="2019-11-13T05:05:25.683" v="1"/>
          <ac:graphicFrameMkLst>
            <pc:docMk/>
            <pc:sldMk cId="0" sldId="300"/>
            <ac:graphicFrameMk id="68642" creationId="{00000000-0000-0000-0000-000000000000}"/>
          </ac:graphicFrameMkLst>
        </pc:graphicFrameChg>
        <pc:graphicFrameChg chg="mod">
          <ac:chgData name="Chuck jee Chau (CSD)" userId="7aa7a09e-983f-4214-9e5a-071cbb678e81" providerId="ADAL" clId="{F166581D-C26B-574F-8A50-7038294140D4}" dt="2019-11-13T05:05:25.683" v="1"/>
          <ac:graphicFrameMkLst>
            <pc:docMk/>
            <pc:sldMk cId="0" sldId="300"/>
            <ac:graphicFrameMk id="68709" creationId="{00000000-0000-0000-0000-000000000000}"/>
          </ac:graphicFrameMkLst>
        </pc:graphicFrameChg>
        <pc:graphicFrameChg chg="mod modGraphic">
          <ac:chgData name="Chuck jee Chau (CSD)" userId="7aa7a09e-983f-4214-9e5a-071cbb678e81" providerId="ADAL" clId="{F166581D-C26B-574F-8A50-7038294140D4}" dt="2019-11-13T05:30:41.793" v="96" actId="122"/>
          <ac:graphicFrameMkLst>
            <pc:docMk/>
            <pc:sldMk cId="0" sldId="300"/>
            <ac:graphicFrameMk id="68756" creationId="{00000000-0000-0000-0000-000000000000}"/>
          </ac:graphicFrameMkLst>
        </pc:graphicFrameChg>
      </pc:sldChg>
      <pc:sldChg chg="modSp modTransition">
        <pc:chgData name="Chuck jee Chau (CSD)" userId="7aa7a09e-983f-4214-9e5a-071cbb678e81" providerId="ADAL" clId="{F166581D-C26B-574F-8A50-7038294140D4}" dt="2019-11-13T05:41:41.592" v="211"/>
        <pc:sldMkLst>
          <pc:docMk/>
          <pc:sldMk cId="0" sldId="301"/>
        </pc:sldMkLst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1"/>
            <ac:spMk id="6963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1"/>
            <ac:spMk id="6963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12:45.820" v="42" actId="14100"/>
          <ac:spMkLst>
            <pc:docMk/>
            <pc:sldMk cId="0" sldId="301"/>
            <ac:spMk id="6978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1"/>
            <ac:spMk id="6978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1"/>
            <ac:spMk id="6978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1"/>
            <ac:spMk id="6979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4:42.622" v="0"/>
          <ac:spMkLst>
            <pc:docMk/>
            <pc:sldMk cId="0" sldId="301"/>
            <ac:spMk id="6979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1"/>
            <ac:spMk id="6979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1"/>
            <ac:spMk id="6979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1"/>
            <ac:spMk id="69794" creationId="{00000000-0000-0000-0000-000000000000}"/>
          </ac:spMkLst>
        </pc:spChg>
        <pc:graphicFrameChg chg="mod modGraphic">
          <ac:chgData name="Chuck jee Chau (CSD)" userId="7aa7a09e-983f-4214-9e5a-071cbb678e81" providerId="ADAL" clId="{F166581D-C26B-574F-8A50-7038294140D4}" dt="2019-11-13T05:29:48.647" v="77" actId="122"/>
          <ac:graphicFrameMkLst>
            <pc:docMk/>
            <pc:sldMk cId="0" sldId="301"/>
            <ac:graphicFrameMk id="69637" creationId="{00000000-0000-0000-0000-000000000000}"/>
          </ac:graphicFrameMkLst>
        </pc:graphicFrameChg>
        <pc:graphicFrameChg chg="mod">
          <ac:chgData name="Chuck jee Chau (CSD)" userId="7aa7a09e-983f-4214-9e5a-071cbb678e81" providerId="ADAL" clId="{F166581D-C26B-574F-8A50-7038294140D4}" dt="2019-11-13T05:05:25.683" v="1"/>
          <ac:graphicFrameMkLst>
            <pc:docMk/>
            <pc:sldMk cId="0" sldId="301"/>
            <ac:graphicFrameMk id="69666" creationId="{00000000-0000-0000-0000-000000000000}"/>
          </ac:graphicFrameMkLst>
        </pc:graphicFrameChg>
        <pc:graphicFrameChg chg="mod">
          <ac:chgData name="Chuck jee Chau (CSD)" userId="7aa7a09e-983f-4214-9e5a-071cbb678e81" providerId="ADAL" clId="{F166581D-C26B-574F-8A50-7038294140D4}" dt="2019-11-13T05:05:25.683" v="1"/>
          <ac:graphicFrameMkLst>
            <pc:docMk/>
            <pc:sldMk cId="0" sldId="301"/>
            <ac:graphicFrameMk id="69706" creationId="{00000000-0000-0000-0000-000000000000}"/>
          </ac:graphicFrameMkLst>
        </pc:graphicFrameChg>
        <pc:graphicFrameChg chg="mod">
          <ac:chgData name="Chuck jee Chau (CSD)" userId="7aa7a09e-983f-4214-9e5a-071cbb678e81" providerId="ADAL" clId="{F166581D-C26B-574F-8A50-7038294140D4}" dt="2019-11-13T05:05:25.683" v="1"/>
          <ac:graphicFrameMkLst>
            <pc:docMk/>
            <pc:sldMk cId="0" sldId="301"/>
            <ac:graphicFrameMk id="69738" creationId="{00000000-0000-0000-0000-000000000000}"/>
          </ac:graphicFrameMkLst>
        </pc:graphicFrameChg>
      </pc:sldChg>
      <pc:sldChg chg="modSp">
        <pc:chgData name="Chuck jee Chau (CSD)" userId="7aa7a09e-983f-4214-9e5a-071cbb678e81" providerId="ADAL" clId="{F166581D-C26B-574F-8A50-7038294140D4}" dt="2019-11-13T05:41:41.592" v="211"/>
        <pc:sldMkLst>
          <pc:docMk/>
          <pc:sldMk cId="0" sldId="302"/>
        </pc:sldMkLst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2"/>
            <ac:spMk id="7065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2"/>
            <ac:spMk id="7066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2"/>
            <ac:spMk id="7079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4:42.622" v="0"/>
          <ac:spMkLst>
            <pc:docMk/>
            <pc:sldMk cId="0" sldId="302"/>
            <ac:spMk id="7079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2"/>
            <ac:spMk id="7079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2"/>
            <ac:spMk id="7080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2"/>
            <ac:spMk id="7080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32:50.164" v="132" actId="1076"/>
          <ac:spMkLst>
            <pc:docMk/>
            <pc:sldMk cId="0" sldId="302"/>
            <ac:spMk id="7080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2"/>
            <ac:spMk id="7080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2"/>
            <ac:spMk id="7080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2"/>
            <ac:spMk id="70805" creationId="{00000000-0000-0000-0000-000000000000}"/>
          </ac:spMkLst>
        </pc:spChg>
        <pc:graphicFrameChg chg="mod modGraphic">
          <ac:chgData name="Chuck jee Chau (CSD)" userId="7aa7a09e-983f-4214-9e5a-071cbb678e81" providerId="ADAL" clId="{F166581D-C26B-574F-8A50-7038294140D4}" dt="2019-11-13T05:31:08.829" v="100" actId="1036"/>
          <ac:graphicFrameMkLst>
            <pc:docMk/>
            <pc:sldMk cId="0" sldId="302"/>
            <ac:graphicFrameMk id="70661" creationId="{00000000-0000-0000-0000-000000000000}"/>
          </ac:graphicFrameMkLst>
        </pc:graphicFrameChg>
        <pc:graphicFrameChg chg="mod">
          <ac:chgData name="Chuck jee Chau (CSD)" userId="7aa7a09e-983f-4214-9e5a-071cbb678e81" providerId="ADAL" clId="{F166581D-C26B-574F-8A50-7038294140D4}" dt="2019-11-13T05:31:08.829" v="100" actId="1036"/>
          <ac:graphicFrameMkLst>
            <pc:docMk/>
            <pc:sldMk cId="0" sldId="302"/>
            <ac:graphicFrameMk id="70690" creationId="{00000000-0000-0000-0000-000000000000}"/>
          </ac:graphicFrameMkLst>
        </pc:graphicFrameChg>
        <pc:graphicFrameChg chg="mod modGraphic">
          <ac:chgData name="Chuck jee Chau (CSD)" userId="7aa7a09e-983f-4214-9e5a-071cbb678e81" providerId="ADAL" clId="{F166581D-C26B-574F-8A50-7038294140D4}" dt="2019-11-13T05:31:08.829" v="100" actId="1036"/>
          <ac:graphicFrameMkLst>
            <pc:docMk/>
            <pc:sldMk cId="0" sldId="302"/>
            <ac:graphicFrameMk id="70730" creationId="{00000000-0000-0000-0000-000000000000}"/>
          </ac:graphicFrameMkLst>
        </pc:graphicFrameChg>
        <pc:graphicFrameChg chg="mod">
          <ac:chgData name="Chuck jee Chau (CSD)" userId="7aa7a09e-983f-4214-9e5a-071cbb678e81" providerId="ADAL" clId="{F166581D-C26B-574F-8A50-7038294140D4}" dt="2019-11-13T05:31:08.829" v="100" actId="1036"/>
          <ac:graphicFrameMkLst>
            <pc:docMk/>
            <pc:sldMk cId="0" sldId="302"/>
            <ac:graphicFrameMk id="70757" creationId="{00000000-0000-0000-0000-000000000000}"/>
          </ac:graphicFrameMkLst>
        </pc:graphicFrameChg>
      </pc:sldChg>
      <pc:sldChg chg="modSp">
        <pc:chgData name="Chuck jee Chau (CSD)" userId="7aa7a09e-983f-4214-9e5a-071cbb678e81" providerId="ADAL" clId="{F166581D-C26B-574F-8A50-7038294140D4}" dt="2019-11-13T05:41:41.592" v="211"/>
        <pc:sldMkLst>
          <pc:docMk/>
          <pc:sldMk cId="0" sldId="303"/>
        </pc:sldMkLst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3"/>
            <ac:spMk id="7168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3"/>
            <ac:spMk id="7168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3"/>
            <ac:spMk id="7182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4:42.622" v="0"/>
          <ac:spMkLst>
            <pc:docMk/>
            <pc:sldMk cId="0" sldId="303"/>
            <ac:spMk id="7182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3"/>
            <ac:spMk id="7182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3"/>
            <ac:spMk id="7182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33:19.696" v="136" actId="14100"/>
          <ac:spMkLst>
            <pc:docMk/>
            <pc:sldMk cId="0" sldId="303"/>
            <ac:spMk id="7182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3"/>
            <ac:spMk id="7182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3"/>
            <ac:spMk id="7182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3"/>
            <ac:spMk id="71828" creationId="{00000000-0000-0000-0000-000000000000}"/>
          </ac:spMkLst>
        </pc:spChg>
        <pc:graphicFrameChg chg="mod modGraphic">
          <ac:chgData name="Chuck jee Chau (CSD)" userId="7aa7a09e-983f-4214-9e5a-071cbb678e81" providerId="ADAL" clId="{F166581D-C26B-574F-8A50-7038294140D4}" dt="2019-11-13T05:30:25.161" v="91" actId="122"/>
          <ac:graphicFrameMkLst>
            <pc:docMk/>
            <pc:sldMk cId="0" sldId="303"/>
            <ac:graphicFrameMk id="71685" creationId="{00000000-0000-0000-0000-000000000000}"/>
          </ac:graphicFrameMkLst>
        </pc:graphicFrameChg>
        <pc:graphicFrameChg chg="mod">
          <ac:chgData name="Chuck jee Chau (CSD)" userId="7aa7a09e-983f-4214-9e5a-071cbb678e81" providerId="ADAL" clId="{F166581D-C26B-574F-8A50-7038294140D4}" dt="2019-11-13T05:05:25.683" v="1"/>
          <ac:graphicFrameMkLst>
            <pc:docMk/>
            <pc:sldMk cId="0" sldId="303"/>
            <ac:graphicFrameMk id="71714" creationId="{00000000-0000-0000-0000-000000000000}"/>
          </ac:graphicFrameMkLst>
        </pc:graphicFrameChg>
        <pc:graphicFrameChg chg="mod modGraphic">
          <ac:chgData name="Chuck jee Chau (CSD)" userId="7aa7a09e-983f-4214-9e5a-071cbb678e81" providerId="ADAL" clId="{F166581D-C26B-574F-8A50-7038294140D4}" dt="2019-11-13T05:30:19.754" v="89" actId="122"/>
          <ac:graphicFrameMkLst>
            <pc:docMk/>
            <pc:sldMk cId="0" sldId="303"/>
            <ac:graphicFrameMk id="71754" creationId="{00000000-0000-0000-0000-000000000000}"/>
          </ac:graphicFrameMkLst>
        </pc:graphicFrameChg>
        <pc:graphicFrameChg chg="mod">
          <ac:chgData name="Chuck jee Chau (CSD)" userId="7aa7a09e-983f-4214-9e5a-071cbb678e81" providerId="ADAL" clId="{F166581D-C26B-574F-8A50-7038294140D4}" dt="2019-11-13T05:05:25.683" v="1"/>
          <ac:graphicFrameMkLst>
            <pc:docMk/>
            <pc:sldMk cId="0" sldId="303"/>
            <ac:graphicFrameMk id="71781" creationId="{00000000-0000-0000-0000-000000000000}"/>
          </ac:graphicFrameMkLst>
        </pc:graphicFrameChg>
      </pc:sldChg>
      <pc:sldChg chg="modSp">
        <pc:chgData name="Chuck jee Chau (CSD)" userId="7aa7a09e-983f-4214-9e5a-071cbb678e81" providerId="ADAL" clId="{F166581D-C26B-574F-8A50-7038294140D4}" dt="2019-11-13T05:41:41.592" v="211"/>
        <pc:sldMkLst>
          <pc:docMk/>
          <pc:sldMk cId="0" sldId="304"/>
        </pc:sldMkLst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4"/>
            <ac:spMk id="7475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4"/>
            <ac:spMk id="7475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4:42.622" v="0"/>
          <ac:spMkLst>
            <pc:docMk/>
            <pc:sldMk cId="0" sldId="304"/>
            <ac:spMk id="7475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4"/>
            <ac:spMk id="7475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4"/>
            <ac:spMk id="7475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4"/>
            <ac:spMk id="7476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4"/>
            <ac:spMk id="7476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4"/>
            <ac:spMk id="7476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4"/>
            <ac:spMk id="74763" creationId="{00000000-0000-0000-0000-000000000000}"/>
          </ac:spMkLst>
        </pc:spChg>
      </pc:sldChg>
      <pc:sldChg chg="modSp modTransition">
        <pc:chgData name="Chuck jee Chau (CSD)" userId="7aa7a09e-983f-4214-9e5a-071cbb678e81" providerId="ADAL" clId="{F166581D-C26B-574F-8A50-7038294140D4}" dt="2019-11-13T05:41:41.592" v="211"/>
        <pc:sldMkLst>
          <pc:docMk/>
          <pc:sldMk cId="0" sldId="305"/>
        </pc:sldMkLst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5"/>
            <ac:spMk id="7680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37:26.429" v="161" actId="207"/>
          <ac:spMkLst>
            <pc:docMk/>
            <pc:sldMk cId="0" sldId="305"/>
            <ac:spMk id="7684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5"/>
            <ac:spMk id="7684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5"/>
            <ac:spMk id="7684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5"/>
            <ac:spMk id="7684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5"/>
            <ac:spMk id="7684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4:42.622" v="0"/>
          <ac:spMkLst>
            <pc:docMk/>
            <pc:sldMk cId="0" sldId="305"/>
            <ac:spMk id="7684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4:42.622" v="0"/>
          <ac:spMkLst>
            <pc:docMk/>
            <pc:sldMk cId="0" sldId="305"/>
            <ac:spMk id="7684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5"/>
            <ac:spMk id="7685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35:48.525" v="155" actId="207"/>
          <ac:spMkLst>
            <pc:docMk/>
            <pc:sldMk cId="0" sldId="305"/>
            <ac:spMk id="7685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35:48.525" v="155" actId="207"/>
          <ac:spMkLst>
            <pc:docMk/>
            <pc:sldMk cId="0" sldId="305"/>
            <ac:spMk id="7685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35:48.525" v="155" actId="207"/>
          <ac:spMkLst>
            <pc:docMk/>
            <pc:sldMk cId="0" sldId="305"/>
            <ac:spMk id="7685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35:48.525" v="155" actId="207"/>
          <ac:spMkLst>
            <pc:docMk/>
            <pc:sldMk cId="0" sldId="305"/>
            <ac:spMk id="7685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4:42.622" v="0"/>
          <ac:spMkLst>
            <pc:docMk/>
            <pc:sldMk cId="0" sldId="305"/>
            <ac:spMk id="7685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4:42.622" v="0"/>
          <ac:spMkLst>
            <pc:docMk/>
            <pc:sldMk cId="0" sldId="305"/>
            <ac:spMk id="7685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5"/>
            <ac:spMk id="7686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35:56.555" v="156" actId="207"/>
          <ac:spMkLst>
            <pc:docMk/>
            <pc:sldMk cId="0" sldId="305"/>
            <ac:spMk id="7686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35:56.555" v="156" actId="207"/>
          <ac:spMkLst>
            <pc:docMk/>
            <pc:sldMk cId="0" sldId="305"/>
            <ac:spMk id="7686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35:56.555" v="156" actId="207"/>
          <ac:spMkLst>
            <pc:docMk/>
            <pc:sldMk cId="0" sldId="305"/>
            <ac:spMk id="7686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35:56.555" v="156" actId="207"/>
          <ac:spMkLst>
            <pc:docMk/>
            <pc:sldMk cId="0" sldId="305"/>
            <ac:spMk id="7686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4:42.622" v="0"/>
          <ac:spMkLst>
            <pc:docMk/>
            <pc:sldMk cId="0" sldId="305"/>
            <ac:spMk id="7686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4:42.622" v="0"/>
          <ac:spMkLst>
            <pc:docMk/>
            <pc:sldMk cId="0" sldId="305"/>
            <ac:spMk id="7686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5"/>
            <ac:spMk id="7687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36:02.490" v="157" actId="207"/>
          <ac:spMkLst>
            <pc:docMk/>
            <pc:sldMk cId="0" sldId="305"/>
            <ac:spMk id="7687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36:02.490" v="157" actId="207"/>
          <ac:spMkLst>
            <pc:docMk/>
            <pc:sldMk cId="0" sldId="305"/>
            <ac:spMk id="7687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36:02.490" v="157" actId="207"/>
          <ac:spMkLst>
            <pc:docMk/>
            <pc:sldMk cId="0" sldId="305"/>
            <ac:spMk id="7687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36:02.490" v="157" actId="207"/>
          <ac:spMkLst>
            <pc:docMk/>
            <pc:sldMk cId="0" sldId="305"/>
            <ac:spMk id="7687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4:42.622" v="0"/>
          <ac:spMkLst>
            <pc:docMk/>
            <pc:sldMk cId="0" sldId="305"/>
            <ac:spMk id="7687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4:42.622" v="0"/>
          <ac:spMkLst>
            <pc:docMk/>
            <pc:sldMk cId="0" sldId="305"/>
            <ac:spMk id="76878" creationId="{00000000-0000-0000-0000-000000000000}"/>
          </ac:spMkLst>
        </pc:spChg>
        <pc:grpChg chg="mod">
          <ac:chgData name="Chuck jee Chau (CSD)" userId="7aa7a09e-983f-4214-9e5a-071cbb678e81" providerId="ADAL" clId="{F166581D-C26B-574F-8A50-7038294140D4}" dt="2019-11-13T05:05:25.683" v="1"/>
          <ac:grpSpMkLst>
            <pc:docMk/>
            <pc:sldMk cId="0" sldId="305"/>
            <ac:grpSpMk id="76842" creationId="{00000000-0000-0000-0000-000000000000}"/>
          </ac:grpSpMkLst>
        </pc:grpChg>
        <pc:grpChg chg="mod">
          <ac:chgData name="Chuck jee Chau (CSD)" userId="7aa7a09e-983f-4214-9e5a-071cbb678e81" providerId="ADAL" clId="{F166581D-C26B-574F-8A50-7038294140D4}" dt="2019-11-13T05:37:32.220" v="164" actId="1036"/>
          <ac:grpSpMkLst>
            <pc:docMk/>
            <pc:sldMk cId="0" sldId="305"/>
            <ac:grpSpMk id="76861" creationId="{00000000-0000-0000-0000-000000000000}"/>
          </ac:grpSpMkLst>
        </pc:grpChg>
        <pc:grpChg chg="mod">
          <ac:chgData name="Chuck jee Chau (CSD)" userId="7aa7a09e-983f-4214-9e5a-071cbb678e81" providerId="ADAL" clId="{F166581D-C26B-574F-8A50-7038294140D4}" dt="2019-11-13T05:35:30.942" v="154" actId="207"/>
          <ac:grpSpMkLst>
            <pc:docMk/>
            <pc:sldMk cId="0" sldId="305"/>
            <ac:grpSpMk id="76881" creationId="{00000000-0000-0000-0000-000000000000}"/>
          </ac:grpSpMkLst>
        </pc:grpChg>
        <pc:grpChg chg="mod">
          <ac:chgData name="Chuck jee Chau (CSD)" userId="7aa7a09e-983f-4214-9e5a-071cbb678e81" providerId="ADAL" clId="{F166581D-C26B-574F-8A50-7038294140D4}" dt="2019-11-13T05:35:30.942" v="154" actId="207"/>
          <ac:grpSpMkLst>
            <pc:docMk/>
            <pc:sldMk cId="0" sldId="305"/>
            <ac:grpSpMk id="76882" creationId="{00000000-0000-0000-0000-000000000000}"/>
          </ac:grpSpMkLst>
        </pc:grpChg>
        <pc:cxnChg chg="mod">
          <ac:chgData name="Chuck jee Chau (CSD)" userId="7aa7a09e-983f-4214-9e5a-071cbb678e81" providerId="ADAL" clId="{F166581D-C26B-574F-8A50-7038294140D4}" dt="2019-11-13T05:05:25.683" v="1"/>
          <ac:cxnSpMkLst>
            <pc:docMk/>
            <pc:sldMk cId="0" sldId="305"/>
            <ac:cxnSpMk id="76850" creationId="{00000000-0000-0000-0000-000000000000}"/>
          </ac:cxnSpMkLst>
        </pc:cxnChg>
        <pc:cxnChg chg="mod">
          <ac:chgData name="Chuck jee Chau (CSD)" userId="7aa7a09e-983f-4214-9e5a-071cbb678e81" providerId="ADAL" clId="{F166581D-C26B-574F-8A50-7038294140D4}" dt="2019-11-13T05:05:25.683" v="1"/>
          <ac:cxnSpMkLst>
            <pc:docMk/>
            <pc:sldMk cId="0" sldId="305"/>
            <ac:cxnSpMk id="76851" creationId="{00000000-0000-0000-0000-000000000000}"/>
          </ac:cxnSpMkLst>
        </pc:cxnChg>
        <pc:cxnChg chg="mod">
          <ac:chgData name="Chuck jee Chau (CSD)" userId="7aa7a09e-983f-4214-9e5a-071cbb678e81" providerId="ADAL" clId="{F166581D-C26B-574F-8A50-7038294140D4}" dt="2019-11-13T05:05:25.683" v="1"/>
          <ac:cxnSpMkLst>
            <pc:docMk/>
            <pc:sldMk cId="0" sldId="305"/>
            <ac:cxnSpMk id="76859" creationId="{00000000-0000-0000-0000-000000000000}"/>
          </ac:cxnSpMkLst>
        </pc:cxnChg>
        <pc:cxnChg chg="mod">
          <ac:chgData name="Chuck jee Chau (CSD)" userId="7aa7a09e-983f-4214-9e5a-071cbb678e81" providerId="ADAL" clId="{F166581D-C26B-574F-8A50-7038294140D4}" dt="2019-11-13T05:05:25.683" v="1"/>
          <ac:cxnSpMkLst>
            <pc:docMk/>
            <pc:sldMk cId="0" sldId="305"/>
            <ac:cxnSpMk id="76860" creationId="{00000000-0000-0000-0000-000000000000}"/>
          </ac:cxnSpMkLst>
        </pc:cxnChg>
        <pc:cxnChg chg="mod">
          <ac:chgData name="Chuck jee Chau (CSD)" userId="7aa7a09e-983f-4214-9e5a-071cbb678e81" providerId="ADAL" clId="{F166581D-C26B-574F-8A50-7038294140D4}" dt="2019-11-13T05:05:25.683" v="1"/>
          <ac:cxnSpMkLst>
            <pc:docMk/>
            <pc:sldMk cId="0" sldId="305"/>
            <ac:cxnSpMk id="76869" creationId="{00000000-0000-0000-0000-000000000000}"/>
          </ac:cxnSpMkLst>
        </pc:cxnChg>
        <pc:cxnChg chg="mod">
          <ac:chgData name="Chuck jee Chau (CSD)" userId="7aa7a09e-983f-4214-9e5a-071cbb678e81" providerId="ADAL" clId="{F166581D-C26B-574F-8A50-7038294140D4}" dt="2019-11-13T05:05:25.683" v="1"/>
          <ac:cxnSpMkLst>
            <pc:docMk/>
            <pc:sldMk cId="0" sldId="305"/>
            <ac:cxnSpMk id="76870" creationId="{00000000-0000-0000-0000-000000000000}"/>
          </ac:cxnSpMkLst>
        </pc:cxnChg>
        <pc:cxnChg chg="mod">
          <ac:chgData name="Chuck jee Chau (CSD)" userId="7aa7a09e-983f-4214-9e5a-071cbb678e81" providerId="ADAL" clId="{F166581D-C26B-574F-8A50-7038294140D4}" dt="2019-11-13T05:05:25.683" v="1"/>
          <ac:cxnSpMkLst>
            <pc:docMk/>
            <pc:sldMk cId="0" sldId="305"/>
            <ac:cxnSpMk id="76879" creationId="{00000000-0000-0000-0000-000000000000}"/>
          </ac:cxnSpMkLst>
        </pc:cxnChg>
        <pc:cxnChg chg="mod">
          <ac:chgData name="Chuck jee Chau (CSD)" userId="7aa7a09e-983f-4214-9e5a-071cbb678e81" providerId="ADAL" clId="{F166581D-C26B-574F-8A50-7038294140D4}" dt="2019-11-13T05:05:25.683" v="1"/>
          <ac:cxnSpMkLst>
            <pc:docMk/>
            <pc:sldMk cId="0" sldId="305"/>
            <ac:cxnSpMk id="76880" creationId="{00000000-0000-0000-0000-000000000000}"/>
          </ac:cxnSpMkLst>
        </pc:cxnChg>
      </pc:sldChg>
      <pc:sldChg chg="modSp modTransition">
        <pc:chgData name="Chuck jee Chau (CSD)" userId="7aa7a09e-983f-4214-9e5a-071cbb678e81" providerId="ADAL" clId="{F166581D-C26B-574F-8A50-7038294140D4}" dt="2019-11-13T05:41:41.592" v="211"/>
        <pc:sldMkLst>
          <pc:docMk/>
          <pc:sldMk cId="0" sldId="306"/>
        </pc:sldMkLst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6"/>
            <ac:spMk id="1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6"/>
            <ac:spMk id="7782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6"/>
            <ac:spMk id="7782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6"/>
            <ac:spMk id="7782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6"/>
            <ac:spMk id="7782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6"/>
            <ac:spMk id="7783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6"/>
            <ac:spMk id="77831" creationId="{00000000-0000-0000-0000-000000000000}"/>
          </ac:spMkLst>
        </pc:spChg>
      </pc:sldChg>
      <pc:sldChg chg="addSp delSp modSp modTransition">
        <pc:chgData name="Chuck jee Chau (CSD)" userId="7aa7a09e-983f-4214-9e5a-071cbb678e81" providerId="ADAL" clId="{F166581D-C26B-574F-8A50-7038294140D4}" dt="2019-11-13T05:41:41.592" v="211"/>
        <pc:sldMkLst>
          <pc:docMk/>
          <pc:sldMk cId="0" sldId="307"/>
        </pc:sldMkLst>
        <pc:spChg chg="add 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7"/>
            <ac:spMk id="8" creationId="{37335016-0187-8641-8164-1FAF20B0864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7"/>
            <ac:spMk id="7885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7"/>
            <ac:spMk id="7885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7"/>
            <ac:spMk id="7885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7"/>
            <ac:spMk id="78853" creationId="{00000000-0000-0000-0000-000000000000}"/>
          </ac:spMkLst>
        </pc:spChg>
        <pc:spChg chg="del mod">
          <ac:chgData name="Chuck jee Chau (CSD)" userId="7aa7a09e-983f-4214-9e5a-071cbb678e81" providerId="ADAL" clId="{F166581D-C26B-574F-8A50-7038294140D4}" dt="2019-11-13T05:38:54.307" v="181" actId="478"/>
          <ac:spMkLst>
            <pc:docMk/>
            <pc:sldMk cId="0" sldId="307"/>
            <ac:spMk id="78854" creationId="{00000000-0000-0000-0000-000000000000}"/>
          </ac:spMkLst>
        </pc:spChg>
      </pc:sldChg>
      <pc:sldChg chg="modSp">
        <pc:chgData name="Chuck jee Chau (CSD)" userId="7aa7a09e-983f-4214-9e5a-071cbb678e81" providerId="ADAL" clId="{F166581D-C26B-574F-8A50-7038294140D4}" dt="2019-11-13T05:52:28.370" v="502" actId="113"/>
        <pc:sldMkLst>
          <pc:docMk/>
          <pc:sldMk cId="0" sldId="308"/>
        </pc:sldMkLst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8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2:28.370" v="502" actId="113"/>
          <ac:spMkLst>
            <pc:docMk/>
            <pc:sldMk cId="0" sldId="308"/>
            <ac:spMk id="8089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8"/>
            <ac:spMk id="80900" creationId="{00000000-0000-0000-0000-000000000000}"/>
          </ac:spMkLst>
        </pc:spChg>
      </pc:sldChg>
      <pc:sldChg chg="addSp delSp modSp modTransition">
        <pc:chgData name="Chuck jee Chau (CSD)" userId="7aa7a09e-983f-4214-9e5a-071cbb678e81" providerId="ADAL" clId="{F166581D-C26B-574F-8A50-7038294140D4}" dt="2019-11-13T05:57:11.348" v="607" actId="20577"/>
        <pc:sldMkLst>
          <pc:docMk/>
          <pc:sldMk cId="0" sldId="309"/>
        </pc:sldMkLst>
        <pc:spChg chg="add mod">
          <ac:chgData name="Chuck jee Chau (CSD)" userId="7aa7a09e-983f-4214-9e5a-071cbb678e81" providerId="ADAL" clId="{F166581D-C26B-574F-8A50-7038294140D4}" dt="2019-11-13T05:57:11.348" v="607" actId="20577"/>
          <ac:spMkLst>
            <pc:docMk/>
            <pc:sldMk cId="0" sldId="309"/>
            <ac:spMk id="3" creationId="{9249C13B-C7E1-B245-A5D9-1C2FE9A2989E}"/>
          </ac:spMkLst>
        </pc:spChg>
        <pc:spChg chg="mod">
          <ac:chgData name="Chuck jee Chau (CSD)" userId="7aa7a09e-983f-4214-9e5a-071cbb678e81" providerId="ADAL" clId="{F166581D-C26B-574F-8A50-7038294140D4}" dt="2019-11-13T05:53:10.198" v="539" actId="6549"/>
          <ac:spMkLst>
            <pc:docMk/>
            <pc:sldMk cId="0" sldId="309"/>
            <ac:spMk id="81922" creationId="{00000000-0000-0000-0000-000000000000}"/>
          </ac:spMkLst>
        </pc:spChg>
        <pc:spChg chg="del mod">
          <ac:chgData name="Chuck jee Chau (CSD)" userId="7aa7a09e-983f-4214-9e5a-071cbb678e81" providerId="ADAL" clId="{F166581D-C26B-574F-8A50-7038294140D4}" dt="2019-11-13T05:52:52.387" v="503" actId="478"/>
          <ac:spMkLst>
            <pc:docMk/>
            <pc:sldMk cId="0" sldId="309"/>
            <ac:spMk id="8192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9"/>
            <ac:spMk id="8192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9"/>
            <ac:spMk id="8192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4:42.622" v="0"/>
          <ac:spMkLst>
            <pc:docMk/>
            <pc:sldMk cId="0" sldId="309"/>
            <ac:spMk id="8192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9"/>
            <ac:spMk id="8192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09"/>
            <ac:spMk id="8192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9"/>
            <ac:spMk id="8192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9"/>
            <ac:spMk id="8193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9"/>
            <ac:spMk id="8193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9"/>
            <ac:spMk id="8193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9"/>
            <ac:spMk id="8193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9"/>
            <ac:spMk id="8193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9"/>
            <ac:spMk id="8193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9"/>
            <ac:spMk id="8193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09"/>
            <ac:spMk id="81937" creationId="{00000000-0000-0000-0000-000000000000}"/>
          </ac:spMkLst>
        </pc:spChg>
      </pc:sldChg>
      <pc:sldChg chg="modSp modTransition">
        <pc:chgData name="Chuck jee Chau (CSD)" userId="7aa7a09e-983f-4214-9e5a-071cbb678e81" providerId="ADAL" clId="{F166581D-C26B-574F-8A50-7038294140D4}" dt="2019-11-13T05:57:07.492" v="604" actId="20577"/>
        <pc:sldMkLst>
          <pc:docMk/>
          <pc:sldMk cId="0" sldId="310"/>
        </pc:sldMkLst>
        <pc:spChg chg="mod">
          <ac:chgData name="Chuck jee Chau (CSD)" userId="7aa7a09e-983f-4214-9e5a-071cbb678e81" providerId="ADAL" clId="{F166581D-C26B-574F-8A50-7038294140D4}" dt="2019-11-13T05:55:13.291" v="556" actId="20577"/>
          <ac:spMkLst>
            <pc:docMk/>
            <pc:sldMk cId="0" sldId="310"/>
            <ac:spMk id="8294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7:07.492" v="604" actId="20577"/>
          <ac:spMkLst>
            <pc:docMk/>
            <pc:sldMk cId="0" sldId="310"/>
            <ac:spMk id="8294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4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4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5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5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5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5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5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5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5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5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5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5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6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6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6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6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6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6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6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6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6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3:42.325" v="543" actId="1035"/>
          <ac:spMkLst>
            <pc:docMk/>
            <pc:sldMk cId="0" sldId="310"/>
            <ac:spMk id="8296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10"/>
            <ac:spMk id="82970" creationId="{00000000-0000-0000-0000-000000000000}"/>
          </ac:spMkLst>
        </pc:spChg>
      </pc:sldChg>
      <pc:sldChg chg="modSp modTransition">
        <pc:chgData name="Chuck jee Chau (CSD)" userId="7aa7a09e-983f-4214-9e5a-071cbb678e81" providerId="ADAL" clId="{F166581D-C26B-574F-8A50-7038294140D4}" dt="2019-11-13T05:56:45.463" v="589" actId="404"/>
        <pc:sldMkLst>
          <pc:docMk/>
          <pc:sldMk cId="0" sldId="311"/>
        </pc:sldMkLst>
        <pc:spChg chg="mod">
          <ac:chgData name="Chuck jee Chau (CSD)" userId="7aa7a09e-983f-4214-9e5a-071cbb678e81" providerId="ADAL" clId="{F166581D-C26B-574F-8A50-7038294140D4}" dt="2019-11-13T05:55:35.441" v="566" actId="1036"/>
          <ac:spMkLst>
            <pc:docMk/>
            <pc:sldMk cId="0" sldId="311"/>
            <ac:spMk id="8397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45.463" v="589" actId="404"/>
          <ac:spMkLst>
            <pc:docMk/>
            <pc:sldMk cId="0" sldId="311"/>
            <ac:spMk id="8397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11"/>
            <ac:spMk id="83972" creationId="{00000000-0000-0000-0000-000000000000}"/>
          </ac:spMkLst>
        </pc:spChg>
      </pc:sldChg>
      <pc:sldChg chg="modSp">
        <pc:chgData name="Chuck jee Chau (CSD)" userId="7aa7a09e-983f-4214-9e5a-071cbb678e81" providerId="ADAL" clId="{F166581D-C26B-574F-8A50-7038294140D4}" dt="2019-11-13T05:56:41.752" v="588" actId="404"/>
        <pc:sldMkLst>
          <pc:docMk/>
          <pc:sldMk cId="0" sldId="312"/>
        </pc:sldMkLst>
        <pc:spChg chg="mod">
          <ac:chgData name="Chuck jee Chau (CSD)" userId="7aa7a09e-983f-4214-9e5a-071cbb678e81" providerId="ADAL" clId="{F166581D-C26B-574F-8A50-7038294140D4}" dt="2019-11-13T05:55:55.253" v="575" actId="113"/>
          <ac:spMkLst>
            <pc:docMk/>
            <pc:sldMk cId="0" sldId="312"/>
            <ac:spMk id="8499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41.752" v="588" actId="404"/>
          <ac:spMkLst>
            <pc:docMk/>
            <pc:sldMk cId="0" sldId="312"/>
            <ac:spMk id="8499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12"/>
            <ac:spMk id="84996" creationId="{00000000-0000-0000-0000-000000000000}"/>
          </ac:spMkLst>
        </pc:spChg>
      </pc:sldChg>
      <pc:sldChg chg="modSp">
        <pc:chgData name="Chuck jee Chau (CSD)" userId="7aa7a09e-983f-4214-9e5a-071cbb678e81" providerId="ADAL" clId="{F166581D-C26B-574F-8A50-7038294140D4}" dt="2019-11-13T05:56:38.502" v="587" actId="404"/>
        <pc:sldMkLst>
          <pc:docMk/>
          <pc:sldMk cId="0" sldId="313"/>
        </pc:sldMkLst>
        <pc:spChg chg="mod">
          <ac:chgData name="Chuck jee Chau (CSD)" userId="7aa7a09e-983f-4214-9e5a-071cbb678e81" providerId="ADAL" clId="{F166581D-C26B-574F-8A50-7038294140D4}" dt="2019-11-13T05:56:38.502" v="587" actId="404"/>
          <ac:spMkLst>
            <pc:docMk/>
            <pc:sldMk cId="0" sldId="313"/>
            <ac:spMk id="8806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06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07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07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07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07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07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07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13"/>
            <ac:spMk id="8811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24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24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24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25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25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31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31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31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31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31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31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31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31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31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6:30.286" v="586" actId="1035"/>
          <ac:spMkLst>
            <pc:docMk/>
            <pc:sldMk cId="0" sldId="313"/>
            <ac:spMk id="88320" creationId="{00000000-0000-0000-0000-000000000000}"/>
          </ac:spMkLst>
        </pc:spChg>
        <pc:graphicFrameChg chg="mod">
          <ac:chgData name="Chuck jee Chau (CSD)" userId="7aa7a09e-983f-4214-9e5a-071cbb678e81" providerId="ADAL" clId="{F166581D-C26B-574F-8A50-7038294140D4}" dt="2019-11-13T05:56:30.286" v="586" actId="1035"/>
          <ac:graphicFrameMkLst>
            <pc:docMk/>
            <pc:sldMk cId="0" sldId="313"/>
            <ac:graphicFrameMk id="88310" creationId="{00000000-0000-0000-0000-000000000000}"/>
          </ac:graphicFrameMkLst>
        </pc:graphicFrameChg>
      </pc:sldChg>
      <pc:sldChg chg="delSp modSp">
        <pc:chgData name="Chuck jee Chau (CSD)" userId="7aa7a09e-983f-4214-9e5a-071cbb678e81" providerId="ADAL" clId="{F166581D-C26B-574F-8A50-7038294140D4}" dt="2019-11-13T05:41:41.592" v="211"/>
        <pc:sldMkLst>
          <pc:docMk/>
          <pc:sldMk cId="0" sldId="314"/>
        </pc:sldMkLst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14"/>
            <ac:spMk id="4301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14"/>
            <ac:spMk id="4301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14"/>
            <ac:spMk id="4301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14"/>
            <ac:spMk id="4301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14"/>
            <ac:spMk id="4301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14"/>
            <ac:spMk id="4301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14"/>
            <ac:spMk id="4301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14"/>
            <ac:spMk id="4302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14"/>
            <ac:spMk id="43021" creationId="{00000000-0000-0000-0000-000000000000}"/>
          </ac:spMkLst>
        </pc:spChg>
        <pc:spChg chg="del mod">
          <ac:chgData name="Chuck jee Chau (CSD)" userId="7aa7a09e-983f-4214-9e5a-071cbb678e81" providerId="ADAL" clId="{F166581D-C26B-574F-8A50-7038294140D4}" dt="2019-11-13T05:40:39.436" v="205" actId="478"/>
          <ac:spMkLst>
            <pc:docMk/>
            <pc:sldMk cId="0" sldId="314"/>
            <ac:spMk id="43022" creationId="{00000000-0000-0000-0000-000000000000}"/>
          </ac:spMkLst>
        </pc:spChg>
      </pc:sldChg>
      <pc:sldChg chg="addSp modSp modTransition">
        <pc:chgData name="Chuck jee Chau (CSD)" userId="7aa7a09e-983f-4214-9e5a-071cbb678e81" providerId="ADAL" clId="{F166581D-C26B-574F-8A50-7038294140D4}" dt="2019-11-13T05:50:36.024" v="453"/>
        <pc:sldMkLst>
          <pc:docMk/>
          <pc:sldMk cId="0" sldId="315"/>
        </pc:sldMkLst>
        <pc:spChg chg="add">
          <ac:chgData name="Chuck jee Chau (CSD)" userId="7aa7a09e-983f-4214-9e5a-071cbb678e81" providerId="ADAL" clId="{F166581D-C26B-574F-8A50-7038294140D4}" dt="2019-11-13T05:50:36.024" v="453"/>
          <ac:spMkLst>
            <pc:docMk/>
            <pc:sldMk cId="0" sldId="315"/>
            <ac:spMk id="8" creationId="{E4495854-6C5A-754E-8C66-55D9F807F47E}"/>
          </ac:spMkLst>
        </pc:spChg>
        <pc:spChg chg="mod">
          <ac:chgData name="Chuck jee Chau (CSD)" userId="7aa7a09e-983f-4214-9e5a-071cbb678e81" providerId="ADAL" clId="{F166581D-C26B-574F-8A50-7038294140D4}" dt="2019-11-13T05:50:34.951" v="452" actId="404"/>
          <ac:spMkLst>
            <pc:docMk/>
            <pc:sldMk cId="0" sldId="315"/>
            <ac:spMk id="5734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2:04.496" v="215" actId="12"/>
          <ac:spMkLst>
            <pc:docMk/>
            <pc:sldMk cId="0" sldId="315"/>
            <ac:spMk id="5734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15"/>
            <ac:spMk id="5734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15"/>
            <ac:spMk id="5734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k cId="0" sldId="315"/>
            <ac:spMk id="57350" creationId="{00000000-0000-0000-0000-000000000000}"/>
          </ac:spMkLst>
        </pc:spChg>
      </pc:sldChg>
      <pc:sldChg chg="addSp modSp modTransition">
        <pc:chgData name="Chuck jee Chau (CSD)" userId="7aa7a09e-983f-4214-9e5a-071cbb678e81" providerId="ADAL" clId="{F166581D-C26B-574F-8A50-7038294140D4}" dt="2019-11-13T05:50:27.277" v="440"/>
        <pc:sldMkLst>
          <pc:docMk/>
          <pc:sldMk cId="0" sldId="316"/>
        </pc:sldMkLst>
        <pc:spChg chg="add">
          <ac:chgData name="Chuck jee Chau (CSD)" userId="7aa7a09e-983f-4214-9e5a-071cbb678e81" providerId="ADAL" clId="{F166581D-C26B-574F-8A50-7038294140D4}" dt="2019-11-13T05:50:27.277" v="440"/>
          <ac:spMkLst>
            <pc:docMk/>
            <pc:sldMk cId="0" sldId="316"/>
            <ac:spMk id="13" creationId="{7118D418-C99B-1648-918F-82A309C75CB3}"/>
          </ac:spMkLst>
        </pc:spChg>
        <pc:spChg chg="mod">
          <ac:chgData name="Chuck jee Chau (CSD)" userId="7aa7a09e-983f-4214-9e5a-071cbb678e81" providerId="ADAL" clId="{F166581D-C26B-574F-8A50-7038294140D4}" dt="2019-11-13T05:50:26.235" v="439" actId="404"/>
          <ac:spMkLst>
            <pc:docMk/>
            <pc:sldMk cId="0" sldId="316"/>
            <ac:spMk id="5837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4:19.701" v="255" actId="20577"/>
          <ac:spMkLst>
            <pc:docMk/>
            <pc:sldMk cId="0" sldId="316"/>
            <ac:spMk id="5837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3:52.334" v="239" actId="1076"/>
          <ac:spMkLst>
            <pc:docMk/>
            <pc:sldMk cId="0" sldId="316"/>
            <ac:spMk id="5837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4:04.200" v="251" actId="1036"/>
          <ac:spMkLst>
            <pc:docMk/>
            <pc:sldMk cId="0" sldId="316"/>
            <ac:spMk id="5839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4:04.200" v="251" actId="1036"/>
          <ac:spMkLst>
            <pc:docMk/>
            <pc:sldMk cId="0" sldId="316"/>
            <ac:spMk id="58401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4:04.200" v="251" actId="1036"/>
          <ac:spMkLst>
            <pc:docMk/>
            <pc:sldMk cId="0" sldId="316"/>
            <ac:spMk id="5840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4:04.200" v="251" actId="1036"/>
          <ac:spMkLst>
            <pc:docMk/>
            <pc:sldMk cId="0" sldId="316"/>
            <ac:spMk id="5840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4:04.200" v="251" actId="1036"/>
          <ac:spMkLst>
            <pc:docMk/>
            <pc:sldMk cId="0" sldId="316"/>
            <ac:spMk id="58404" creationId="{00000000-0000-0000-0000-000000000000}"/>
          </ac:spMkLst>
        </pc:spChg>
        <pc:graphicFrameChg chg="mod">
          <ac:chgData name="Chuck jee Chau (CSD)" userId="7aa7a09e-983f-4214-9e5a-071cbb678e81" providerId="ADAL" clId="{F166581D-C26B-574F-8A50-7038294140D4}" dt="2019-11-13T05:44:04.200" v="251" actId="1036"/>
          <ac:graphicFrameMkLst>
            <pc:docMk/>
            <pc:sldMk cId="0" sldId="316"/>
            <ac:graphicFrameMk id="58391" creationId="{00000000-0000-0000-0000-000000000000}"/>
          </ac:graphicFrameMkLst>
        </pc:graphicFrameChg>
        <pc:graphicFrameChg chg="mod">
          <ac:chgData name="Chuck jee Chau (CSD)" userId="7aa7a09e-983f-4214-9e5a-071cbb678e81" providerId="ADAL" clId="{F166581D-C26B-574F-8A50-7038294140D4}" dt="2019-11-13T05:44:04.200" v="251" actId="1036"/>
          <ac:graphicFrameMkLst>
            <pc:docMk/>
            <pc:sldMk cId="0" sldId="316"/>
            <ac:graphicFrameMk id="58393" creationId="{00000000-0000-0000-0000-000000000000}"/>
          </ac:graphicFrameMkLst>
        </pc:graphicFrameChg>
      </pc:sldChg>
      <pc:sldChg chg="addSp modSp modTransition">
        <pc:chgData name="Chuck jee Chau (CSD)" userId="7aa7a09e-983f-4214-9e5a-071cbb678e81" providerId="ADAL" clId="{F166581D-C26B-574F-8A50-7038294140D4}" dt="2019-11-13T05:50:20.924" v="437"/>
        <pc:sldMkLst>
          <pc:docMk/>
          <pc:sldMk cId="0" sldId="317"/>
        </pc:sldMkLst>
        <pc:spChg chg="add">
          <ac:chgData name="Chuck jee Chau (CSD)" userId="7aa7a09e-983f-4214-9e5a-071cbb678e81" providerId="ADAL" clId="{F166581D-C26B-574F-8A50-7038294140D4}" dt="2019-11-13T05:50:20.924" v="437"/>
          <ac:spMkLst>
            <pc:docMk/>
            <pc:sldMk cId="0" sldId="317"/>
            <ac:spMk id="7" creationId="{C2385A1F-F994-4641-AB91-1DDCAB2D30AD}"/>
          </ac:spMkLst>
        </pc:spChg>
        <pc:spChg chg="mod">
          <ac:chgData name="Chuck jee Chau (CSD)" userId="7aa7a09e-983f-4214-9e5a-071cbb678e81" providerId="ADAL" clId="{F166581D-C26B-574F-8A50-7038294140D4}" dt="2019-11-13T05:44:52.937" v="260" actId="1076"/>
          <ac:spMkLst>
            <pc:docMk/>
            <pc:sldMk cId="0" sldId="317"/>
            <ac:spMk id="6144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0:19.907" v="436" actId="404"/>
          <ac:spMkLst>
            <pc:docMk/>
            <pc:sldMk cId="0" sldId="317"/>
            <ac:spMk id="6144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5:53.099" v="272" actId="403"/>
          <ac:spMkLst>
            <pc:docMk/>
            <pc:sldMk cId="0" sldId="317"/>
            <ac:spMk id="61450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4:52.937" v="260" actId="1076"/>
          <ac:spMkLst>
            <pc:docMk/>
            <pc:sldMk cId="0" sldId="317"/>
            <ac:spMk id="61451" creationId="{00000000-0000-0000-0000-000000000000}"/>
          </ac:spMkLst>
        </pc:spChg>
      </pc:sldChg>
      <pc:sldChg chg="addSp modSp modTransition">
        <pc:chgData name="Chuck jee Chau (CSD)" userId="7aa7a09e-983f-4214-9e5a-071cbb678e81" providerId="ADAL" clId="{F166581D-C26B-574F-8A50-7038294140D4}" dt="2019-11-13T05:50:15.128" v="432"/>
        <pc:sldMkLst>
          <pc:docMk/>
          <pc:sldMk cId="0" sldId="318"/>
        </pc:sldMkLst>
        <pc:spChg chg="add">
          <ac:chgData name="Chuck jee Chau (CSD)" userId="7aa7a09e-983f-4214-9e5a-071cbb678e81" providerId="ADAL" clId="{F166581D-C26B-574F-8A50-7038294140D4}" dt="2019-11-13T05:50:15.128" v="432"/>
          <ac:spMkLst>
            <pc:docMk/>
            <pc:sldMk cId="0" sldId="318"/>
            <ac:spMk id="6" creationId="{79C1DD23-4186-4C45-8E35-8A40FA723E62}"/>
          </ac:spMkLst>
        </pc:spChg>
        <pc:spChg chg="mod">
          <ac:chgData name="Chuck jee Chau (CSD)" userId="7aa7a09e-983f-4214-9e5a-071cbb678e81" providerId="ADAL" clId="{F166581D-C26B-574F-8A50-7038294140D4}" dt="2019-11-13T05:50:13.491" v="431" actId="404"/>
          <ac:spMkLst>
            <pc:docMk/>
            <pc:sldMk cId="0" sldId="318"/>
            <ac:spMk id="65538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5:32.760" v="269" actId="404"/>
          <ac:spMkLst>
            <pc:docMk/>
            <pc:sldMk cId="0" sldId="318"/>
            <ac:spMk id="65539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5:41.078" v="271" actId="1076"/>
          <ac:spMkLst>
            <pc:docMk/>
            <pc:sldMk cId="0" sldId="318"/>
            <ac:spMk id="65540" creationId="{00000000-0000-0000-0000-000000000000}"/>
          </ac:spMkLst>
        </pc:spChg>
      </pc:sldChg>
      <pc:sldChg chg="modSp">
        <pc:chgData name="Chuck jee Chau (CSD)" userId="7aa7a09e-983f-4214-9e5a-071cbb678e81" providerId="ADAL" clId="{F166581D-C26B-574F-8A50-7038294140D4}" dt="2019-11-13T05:46:08.896" v="274" actId="207"/>
        <pc:sldMkLst>
          <pc:docMk/>
          <pc:sldMk cId="0" sldId="319"/>
        </pc:sldMkLst>
        <pc:spChg chg="mod">
          <ac:chgData name="Chuck jee Chau (CSD)" userId="7aa7a09e-983f-4214-9e5a-071cbb678e81" providerId="ADAL" clId="{F166581D-C26B-574F-8A50-7038294140D4}" dt="2019-11-13T05:46:04.082" v="273" actId="207"/>
          <ac:spMkLst>
            <pc:docMk/>
            <pc:sldMk cId="0" sldId="319"/>
            <ac:spMk id="6656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6:08.896" v="274" actId="207"/>
          <ac:spMkLst>
            <pc:docMk/>
            <pc:sldMk cId="0" sldId="319"/>
            <ac:spMk id="66566" creationId="{00000000-0000-0000-0000-000000000000}"/>
          </ac:spMkLst>
        </pc:spChg>
      </pc:sldChg>
      <pc:sldChg chg="modSp modTransition">
        <pc:chgData name="Chuck jee Chau (CSD)" userId="7aa7a09e-983f-4214-9e5a-071cbb678e81" providerId="ADAL" clId="{F166581D-C26B-574F-8A50-7038294140D4}" dt="2019-11-13T05:41:55.804" v="213" actId="12"/>
        <pc:sldMkLst>
          <pc:docMk/>
          <pc:sldMk cId="0" sldId="320"/>
        </pc:sldMkLst>
        <pc:spChg chg="mod">
          <ac:chgData name="Chuck jee Chau (CSD)" userId="7aa7a09e-983f-4214-9e5a-071cbb678e81" providerId="ADAL" clId="{F166581D-C26B-574F-8A50-7038294140D4}" dt="2019-11-13T05:41:55.804" v="213" actId="12"/>
          <ac:spMkLst>
            <pc:docMk/>
            <pc:sldMk cId="0" sldId="320"/>
            <ac:spMk id="37891" creationId="{00000000-0000-0000-0000-000000000000}"/>
          </ac:spMkLst>
        </pc:spChg>
      </pc:sldChg>
      <pc:sldChg chg="modSp">
        <pc:chgData name="Chuck jee Chau (CSD)" userId="7aa7a09e-983f-4214-9e5a-071cbb678e81" providerId="ADAL" clId="{F166581D-C26B-574F-8A50-7038294140D4}" dt="2019-11-13T05:42:13.642" v="216" actId="2711"/>
        <pc:sldMkLst>
          <pc:docMk/>
          <pc:sldMk cId="0" sldId="321"/>
        </pc:sldMkLst>
        <pc:spChg chg="mod">
          <ac:chgData name="Chuck jee Chau (CSD)" userId="7aa7a09e-983f-4214-9e5a-071cbb678e81" providerId="ADAL" clId="{F166581D-C26B-574F-8A50-7038294140D4}" dt="2019-11-13T05:41:41.592" v="211"/>
          <ac:spMkLst>
            <pc:docMk/>
            <pc:sldMk cId="0" sldId="321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42:13.642" v="216" actId="2711"/>
          <ac:spMkLst>
            <pc:docMk/>
            <pc:sldMk cId="0" sldId="321"/>
            <ac:spMk id="3" creationId="{00000000-0000-0000-0000-000000000000}"/>
          </ac:spMkLst>
        </pc:spChg>
      </pc:sldChg>
      <pc:sldMasterChg chg="modSp">
        <pc:chgData name="Chuck jee Chau (CSD)" userId="7aa7a09e-983f-4214-9e5a-071cbb678e81" providerId="ADAL" clId="{F166581D-C26B-574F-8A50-7038294140D4}" dt="2019-11-13T05:05:25.683" v="1"/>
        <pc:sldMasterMkLst>
          <pc:docMk/>
          <pc:sldMasterMk cId="0" sldId="2147483649"/>
        </pc:sldMasterMkLst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asterMk cId="0" sldId="2147483649"/>
            <ac:spMk id="410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asterMk cId="0" sldId="2147483649"/>
            <ac:spMk id="410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asterMk cId="0" sldId="2147483649"/>
            <ac:spMk id="410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asterMk cId="0" sldId="2147483649"/>
            <ac:spMk id="410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05:25.683" v="1"/>
          <ac:spMkLst>
            <pc:docMk/>
            <pc:sldMasterMk cId="0" sldId="2147483649"/>
            <ac:spMk id="4108" creationId="{00000000-0000-0000-0000-000000000000}"/>
          </ac:spMkLst>
        </pc:spChg>
      </pc:sldMasterChg>
      <pc:sldMasterChg chg="del delSldLayout">
        <pc:chgData name="Chuck jee Chau (CSD)" userId="7aa7a09e-983f-4214-9e5a-071cbb678e81" providerId="ADAL" clId="{F166581D-C26B-574F-8A50-7038294140D4}" dt="2019-11-13T05:07:04.882" v="9" actId="2696"/>
        <pc:sldMasterMkLst>
          <pc:docMk/>
          <pc:sldMasterMk cId="3049632863" sldId="2147483697"/>
        </pc:sldMasterMkLst>
        <pc:sldLayoutChg chg="del">
          <pc:chgData name="Chuck jee Chau (CSD)" userId="7aa7a09e-983f-4214-9e5a-071cbb678e81" providerId="ADAL" clId="{F166581D-C26B-574F-8A50-7038294140D4}" dt="2019-11-13T05:07:04.876" v="6" actId="2696"/>
          <pc:sldLayoutMkLst>
            <pc:docMk/>
            <pc:sldMasterMk cId="3049632863" sldId="2147483697"/>
            <pc:sldLayoutMk cId="2833278878" sldId="2147483698"/>
          </pc:sldLayoutMkLst>
        </pc:sldLayoutChg>
        <pc:sldLayoutChg chg="del">
          <pc:chgData name="Chuck jee Chau (CSD)" userId="7aa7a09e-983f-4214-9e5a-071cbb678e81" providerId="ADAL" clId="{F166581D-C26B-574F-8A50-7038294140D4}" dt="2019-11-13T05:07:04.878" v="7" actId="2696"/>
          <pc:sldLayoutMkLst>
            <pc:docMk/>
            <pc:sldMasterMk cId="3049632863" sldId="2147483697"/>
            <pc:sldLayoutMk cId="3401608319" sldId="2147483699"/>
          </pc:sldLayoutMkLst>
        </pc:sldLayoutChg>
        <pc:sldLayoutChg chg="del">
          <pc:chgData name="Chuck jee Chau (CSD)" userId="7aa7a09e-983f-4214-9e5a-071cbb678e81" providerId="ADAL" clId="{F166581D-C26B-574F-8A50-7038294140D4}" dt="2019-11-13T05:07:04.879" v="8" actId="2696"/>
          <pc:sldLayoutMkLst>
            <pc:docMk/>
            <pc:sldMasterMk cId="3049632863" sldId="2147483697"/>
            <pc:sldLayoutMk cId="2372925120" sldId="2147483700"/>
          </pc:sldLayoutMkLst>
        </pc:sldLayoutChg>
      </pc:sldMasterChg>
      <pc:sldMasterChg chg="modSp">
        <pc:chgData name="Chuck jee Chau (CSD)" userId="7aa7a09e-983f-4214-9e5a-071cbb678e81" providerId="ADAL" clId="{F166581D-C26B-574F-8A50-7038294140D4}" dt="2019-11-13T05:58:03.783" v="608" actId="113"/>
        <pc:sldMasterMkLst>
          <pc:docMk/>
          <pc:sldMasterMk cId="522227900" sldId="2147483701"/>
        </pc:sldMasterMkLst>
        <pc:spChg chg="mod">
          <ac:chgData name="Chuck jee Chau (CSD)" userId="7aa7a09e-983f-4214-9e5a-071cbb678e81" providerId="ADAL" clId="{F166581D-C26B-574F-8A50-7038294140D4}" dt="2019-11-13T05:58:03.783" v="608" actId="113"/>
          <ac:spMkLst>
            <pc:docMk/>
            <pc:sldMasterMk cId="522227900" sldId="2147483701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8:03.783" v="608" actId="113"/>
          <ac:spMkLst>
            <pc:docMk/>
            <pc:sldMasterMk cId="522227900" sldId="2147483701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8:03.783" v="608" actId="113"/>
          <ac:spMkLst>
            <pc:docMk/>
            <pc:sldMasterMk cId="522227900" sldId="2147483701"/>
            <ac:spMk id="4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8:03.783" v="608" actId="113"/>
          <ac:spMkLst>
            <pc:docMk/>
            <pc:sldMasterMk cId="522227900" sldId="2147483701"/>
            <ac:spMk id="5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8:03.783" v="608" actId="113"/>
          <ac:spMkLst>
            <pc:docMk/>
            <pc:sldMasterMk cId="522227900" sldId="2147483701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8:03.783" v="608" actId="113"/>
          <ac:spMkLst>
            <pc:docMk/>
            <pc:sldMasterMk cId="522227900" sldId="2147483701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F166581D-C26B-574F-8A50-7038294140D4}" dt="2019-11-13T05:58:03.783" v="608" actId="113"/>
          <ac:spMkLst>
            <pc:docMk/>
            <pc:sldMasterMk cId="522227900" sldId="2147483701"/>
            <ac:spMk id="8" creationId="{00000000-0000-0000-0000-000000000000}"/>
          </ac:spMkLst>
        </pc:spChg>
      </pc:sldMasterChg>
    </pc:docChg>
  </pc:docChgLst>
  <pc:docChgLst>
    <pc:chgData name="William Hui (IEG)" userId="S::kyhui@cuhk.edu.hk::07728535-8fdc-4325-b24f-20cc4d58a3a3" providerId="AD" clId="Web-{B3A6352A-0240-42BA-5F73-23B21A5DFFCC}"/>
    <pc:docChg chg="modSld sldOrd">
      <pc:chgData name="William Hui (IEG)" userId="S::kyhui@cuhk.edu.hk::07728535-8fdc-4325-b24f-20cc4d58a3a3" providerId="AD" clId="Web-{B3A6352A-0240-42BA-5F73-23B21A5DFFCC}" dt="2019-09-21T14:49:07.890" v="12"/>
      <pc:docMkLst>
        <pc:docMk/>
      </pc:docMkLst>
      <pc:sldChg chg="modSp">
        <pc:chgData name="William Hui (IEG)" userId="S::kyhui@cuhk.edu.hk::07728535-8fdc-4325-b24f-20cc4d58a3a3" providerId="AD" clId="Web-{B3A6352A-0240-42BA-5F73-23B21A5DFFCC}" dt="2019-09-21T14:48:45.623" v="8" actId="20577"/>
        <pc:sldMkLst>
          <pc:docMk/>
          <pc:sldMk cId="0" sldId="315"/>
        </pc:sldMkLst>
        <pc:spChg chg="mod">
          <ac:chgData name="William Hui (IEG)" userId="S::kyhui@cuhk.edu.hk::07728535-8fdc-4325-b24f-20cc4d58a3a3" providerId="AD" clId="Web-{B3A6352A-0240-42BA-5F73-23B21A5DFFCC}" dt="2019-09-21T14:48:45.623" v="8" actId="20577"/>
          <ac:spMkLst>
            <pc:docMk/>
            <pc:sldMk cId="0" sldId="315"/>
            <ac:spMk id="57346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B3A6352A-0240-42BA-5F73-23B21A5DFFCC}" dt="2019-09-21T14:48:53.264" v="9" actId="20577"/>
        <pc:sldMkLst>
          <pc:docMk/>
          <pc:sldMk cId="0" sldId="316"/>
        </pc:sldMkLst>
        <pc:spChg chg="mod">
          <ac:chgData name="William Hui (IEG)" userId="S::kyhui@cuhk.edu.hk::07728535-8fdc-4325-b24f-20cc4d58a3a3" providerId="AD" clId="Web-{B3A6352A-0240-42BA-5F73-23B21A5DFFCC}" dt="2019-09-21T14:48:53.264" v="9" actId="20577"/>
          <ac:spMkLst>
            <pc:docMk/>
            <pc:sldMk cId="0" sldId="316"/>
            <ac:spMk id="58370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B3A6352A-0240-42BA-5F73-23B21A5DFFCC}" dt="2019-09-21T14:48:57.046" v="10" actId="20577"/>
        <pc:sldMkLst>
          <pc:docMk/>
          <pc:sldMk cId="0" sldId="317"/>
        </pc:sldMkLst>
        <pc:spChg chg="mod">
          <ac:chgData name="William Hui (IEG)" userId="S::kyhui@cuhk.edu.hk::07728535-8fdc-4325-b24f-20cc4d58a3a3" providerId="AD" clId="Web-{B3A6352A-0240-42BA-5F73-23B21A5DFFCC}" dt="2019-09-21T14:48:57.046" v="10" actId="20577"/>
          <ac:spMkLst>
            <pc:docMk/>
            <pc:sldMk cId="0" sldId="317"/>
            <ac:spMk id="61449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B3A6352A-0240-42BA-5F73-23B21A5DFFCC}" dt="2019-09-21T14:49:00.374" v="11" actId="20577"/>
        <pc:sldMkLst>
          <pc:docMk/>
          <pc:sldMk cId="0" sldId="318"/>
        </pc:sldMkLst>
        <pc:spChg chg="mod">
          <ac:chgData name="William Hui (IEG)" userId="S::kyhui@cuhk.edu.hk::07728535-8fdc-4325-b24f-20cc4d58a3a3" providerId="AD" clId="Web-{B3A6352A-0240-42BA-5F73-23B21A5DFFCC}" dt="2019-09-21T14:49:00.374" v="11" actId="20577"/>
          <ac:spMkLst>
            <pc:docMk/>
            <pc:sldMk cId="0" sldId="318"/>
            <ac:spMk id="65538" creationId="{00000000-0000-0000-0000-000000000000}"/>
          </ac:spMkLst>
        </pc:spChg>
      </pc:sldChg>
      <pc:sldChg chg="modSp ord">
        <pc:chgData name="William Hui (IEG)" userId="S::kyhui@cuhk.edu.hk::07728535-8fdc-4325-b24f-20cc4d58a3a3" providerId="AD" clId="Web-{B3A6352A-0240-42BA-5F73-23B21A5DFFCC}" dt="2019-09-21T14:48:40.748" v="5" actId="20577"/>
        <pc:sldMkLst>
          <pc:docMk/>
          <pc:sldMk cId="0" sldId="320"/>
        </pc:sldMkLst>
        <pc:spChg chg="mod">
          <ac:chgData name="William Hui (IEG)" userId="S::kyhui@cuhk.edu.hk::07728535-8fdc-4325-b24f-20cc4d58a3a3" providerId="AD" clId="Web-{B3A6352A-0240-42BA-5F73-23B21A5DFFCC}" dt="2019-09-21T14:48:40.748" v="5" actId="20577"/>
          <ac:spMkLst>
            <pc:docMk/>
            <pc:sldMk cId="0" sldId="320"/>
            <ac:spMk id="37891" creationId="{00000000-0000-0000-0000-000000000000}"/>
          </ac:spMkLst>
        </pc:spChg>
      </pc:sldChg>
      <pc:sldChg chg="ord">
        <pc:chgData name="William Hui (IEG)" userId="S::kyhui@cuhk.edu.hk::07728535-8fdc-4325-b24f-20cc4d58a3a3" providerId="AD" clId="Web-{B3A6352A-0240-42BA-5F73-23B21A5DFFCC}" dt="2019-09-21T14:49:07.890" v="12"/>
        <pc:sldMkLst>
          <pc:docMk/>
          <pc:sldMk cId="0" sldId="321"/>
        </pc:sldMkLst>
      </pc:sldChg>
    </pc:docChg>
  </pc:docChgLst>
  <pc:docChgLst>
    <pc:chgData name="Yim Pan Chui, Dr. (CSD)" userId="06f431c5-cc1a-4439-a61b-5f3af947c103" providerId="ADAL" clId="{41A4F1FB-FA43-4CE8-AC48-BF90562EC4F1}"/>
    <pc:docChg chg="undo redo custSel addSld delSld modSld sldOrd">
      <pc:chgData name="Yim Pan Chui, Dr. (CSD)" userId="06f431c5-cc1a-4439-a61b-5f3af947c103" providerId="ADAL" clId="{41A4F1FB-FA43-4CE8-AC48-BF90562EC4F1}" dt="2024-04-12T08:45:09.244" v="418" actId="1582"/>
      <pc:docMkLst>
        <pc:docMk/>
      </pc:docMkLst>
      <pc:sldChg chg="del">
        <pc:chgData name="Yim Pan Chui, Dr. (CSD)" userId="06f431c5-cc1a-4439-a61b-5f3af947c103" providerId="ADAL" clId="{41A4F1FB-FA43-4CE8-AC48-BF90562EC4F1}" dt="2024-04-12T00:57:21.312" v="30" actId="47"/>
        <pc:sldMkLst>
          <pc:docMk/>
          <pc:sldMk cId="0" sldId="260"/>
        </pc:sldMkLst>
      </pc:sldChg>
      <pc:sldChg chg="modSp mod">
        <pc:chgData name="Yim Pan Chui, Dr. (CSD)" userId="06f431c5-cc1a-4439-a61b-5f3af947c103" providerId="ADAL" clId="{41A4F1FB-FA43-4CE8-AC48-BF90562EC4F1}" dt="2024-04-12T01:14:21.689" v="101" actId="13926"/>
        <pc:sldMkLst>
          <pc:docMk/>
          <pc:sldMk cId="0" sldId="280"/>
        </pc:sldMkLst>
        <pc:spChg chg="mod">
          <ac:chgData name="Yim Pan Chui, Dr. (CSD)" userId="06f431c5-cc1a-4439-a61b-5f3af947c103" providerId="ADAL" clId="{41A4F1FB-FA43-4CE8-AC48-BF90562EC4F1}" dt="2024-04-12T01:14:21.689" v="101" actId="13926"/>
          <ac:spMkLst>
            <pc:docMk/>
            <pc:sldMk cId="0" sldId="280"/>
            <ac:spMk id="31747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14:11.781" v="99" actId="13926"/>
          <ac:spMkLst>
            <pc:docMk/>
            <pc:sldMk cId="0" sldId="280"/>
            <ac:spMk id="31749" creationId="{00000000-0000-0000-0000-000000000000}"/>
          </ac:spMkLst>
        </pc:spChg>
      </pc:sldChg>
      <pc:sldChg chg="modSp">
        <pc:chgData name="Yim Pan Chui, Dr. (CSD)" userId="06f431c5-cc1a-4439-a61b-5f3af947c103" providerId="ADAL" clId="{41A4F1FB-FA43-4CE8-AC48-BF90562EC4F1}" dt="2024-04-12T01:01:03.343" v="41" actId="13926"/>
        <pc:sldMkLst>
          <pc:docMk/>
          <pc:sldMk cId="0" sldId="281"/>
        </pc:sldMkLst>
        <pc:spChg chg="mod">
          <ac:chgData name="Yim Pan Chui, Dr. (CSD)" userId="06f431c5-cc1a-4439-a61b-5f3af947c103" providerId="ADAL" clId="{41A4F1FB-FA43-4CE8-AC48-BF90562EC4F1}" dt="2024-04-12T01:01:03.343" v="41" actId="13926"/>
          <ac:spMkLst>
            <pc:docMk/>
            <pc:sldMk cId="0" sldId="281"/>
            <ac:spMk id="32771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0:56:06.143" v="29" actId="14100"/>
          <ac:spMkLst>
            <pc:docMk/>
            <pc:sldMk cId="0" sldId="281"/>
            <ac:spMk id="32775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0:56:06.143" v="29" actId="14100"/>
          <ac:spMkLst>
            <pc:docMk/>
            <pc:sldMk cId="0" sldId="281"/>
            <ac:spMk id="32777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0:56:06.143" v="29" actId="14100"/>
          <ac:spMkLst>
            <pc:docMk/>
            <pc:sldMk cId="0" sldId="281"/>
            <ac:spMk id="32778" creationId="{00000000-0000-0000-0000-000000000000}"/>
          </ac:spMkLst>
        </pc:spChg>
      </pc:sldChg>
      <pc:sldChg chg="modSp mod">
        <pc:chgData name="Yim Pan Chui, Dr. (CSD)" userId="06f431c5-cc1a-4439-a61b-5f3af947c103" providerId="ADAL" clId="{41A4F1FB-FA43-4CE8-AC48-BF90562EC4F1}" dt="2024-04-12T01:13:43.549" v="94" actId="13926"/>
        <pc:sldMkLst>
          <pc:docMk/>
          <pc:sldMk cId="0" sldId="282"/>
        </pc:sldMkLst>
        <pc:spChg chg="mod">
          <ac:chgData name="Yim Pan Chui, Dr. (CSD)" userId="06f431c5-cc1a-4439-a61b-5f3af947c103" providerId="ADAL" clId="{41A4F1FB-FA43-4CE8-AC48-BF90562EC4F1}" dt="2024-04-12T01:13:43.549" v="94" actId="13926"/>
          <ac:spMkLst>
            <pc:docMk/>
            <pc:sldMk cId="0" sldId="282"/>
            <ac:spMk id="33795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13:33.768" v="92" actId="13926"/>
          <ac:spMkLst>
            <pc:docMk/>
            <pc:sldMk cId="0" sldId="282"/>
            <ac:spMk id="33796" creationId="{00000000-0000-0000-0000-000000000000}"/>
          </ac:spMkLst>
        </pc:spChg>
      </pc:sldChg>
      <pc:sldChg chg="addSp modSp">
        <pc:chgData name="Yim Pan Chui, Dr. (CSD)" userId="06f431c5-cc1a-4439-a61b-5f3af947c103" providerId="ADAL" clId="{41A4F1FB-FA43-4CE8-AC48-BF90562EC4F1}" dt="2024-04-12T05:21:40.032" v="352" actId="207"/>
        <pc:sldMkLst>
          <pc:docMk/>
          <pc:sldMk cId="0" sldId="283"/>
        </pc:sldMkLst>
        <pc:spChg chg="add mod">
          <ac:chgData name="Yim Pan Chui, Dr. (CSD)" userId="06f431c5-cc1a-4439-a61b-5f3af947c103" providerId="ADAL" clId="{41A4F1FB-FA43-4CE8-AC48-BF90562EC4F1}" dt="2024-04-12T05:21:40.032" v="352" actId="207"/>
          <ac:spMkLst>
            <pc:docMk/>
            <pc:sldMk cId="0" sldId="283"/>
            <ac:spMk id="2" creationId="{3C7F5A40-1ED8-2184-B642-F2EB20A89A34}"/>
          </ac:spMkLst>
        </pc:spChg>
        <pc:spChg chg="add mod">
          <ac:chgData name="Yim Pan Chui, Dr. (CSD)" userId="06f431c5-cc1a-4439-a61b-5f3af947c103" providerId="ADAL" clId="{41A4F1FB-FA43-4CE8-AC48-BF90562EC4F1}" dt="2024-04-12T01:19:00.729" v="120" actId="1076"/>
          <ac:spMkLst>
            <pc:docMk/>
            <pc:sldMk cId="0" sldId="283"/>
            <ac:spMk id="3" creationId="{49ED820B-95EC-3BDE-60E0-361625F54D2B}"/>
          </ac:spMkLst>
        </pc:spChg>
        <pc:spChg chg="add mod">
          <ac:chgData name="Yim Pan Chui, Dr. (CSD)" userId="06f431c5-cc1a-4439-a61b-5f3af947c103" providerId="ADAL" clId="{41A4F1FB-FA43-4CE8-AC48-BF90562EC4F1}" dt="2024-04-12T01:19:00.729" v="120" actId="1076"/>
          <ac:spMkLst>
            <pc:docMk/>
            <pc:sldMk cId="0" sldId="283"/>
            <ac:spMk id="4" creationId="{B74B6D76-95F2-C260-596D-3AF9620EC347}"/>
          </ac:spMkLst>
        </pc:spChg>
        <pc:spChg chg="add mod">
          <ac:chgData name="Yim Pan Chui, Dr. (CSD)" userId="06f431c5-cc1a-4439-a61b-5f3af947c103" providerId="ADAL" clId="{41A4F1FB-FA43-4CE8-AC48-BF90562EC4F1}" dt="2024-04-12T05:21:32.721" v="351" actId="207"/>
          <ac:spMkLst>
            <pc:docMk/>
            <pc:sldMk cId="0" sldId="283"/>
            <ac:spMk id="5" creationId="{5D8FDDB5-2B20-BDEA-A85B-9F72C830DEEE}"/>
          </ac:spMkLst>
        </pc:spChg>
        <pc:spChg chg="mod">
          <ac:chgData name="Yim Pan Chui, Dr. (CSD)" userId="06f431c5-cc1a-4439-a61b-5f3af947c103" providerId="ADAL" clId="{41A4F1FB-FA43-4CE8-AC48-BF90562EC4F1}" dt="2024-04-12T01:17:33.427" v="115" actId="13926"/>
          <ac:spMkLst>
            <pc:docMk/>
            <pc:sldMk cId="0" sldId="283"/>
            <ac:spMk id="34819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15:57.649" v="104" actId="167"/>
          <ac:spMkLst>
            <pc:docMk/>
            <pc:sldMk cId="0" sldId="283"/>
            <ac:spMk id="34823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15:57.649" v="104" actId="167"/>
          <ac:spMkLst>
            <pc:docMk/>
            <pc:sldMk cId="0" sldId="283"/>
            <ac:spMk id="34824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15:57.649" v="104" actId="167"/>
          <ac:spMkLst>
            <pc:docMk/>
            <pc:sldMk cId="0" sldId="283"/>
            <ac:spMk id="34825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15:57.649" v="104" actId="167"/>
          <ac:spMkLst>
            <pc:docMk/>
            <pc:sldMk cId="0" sldId="283"/>
            <ac:spMk id="34827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15:57.649" v="104" actId="167"/>
          <ac:spMkLst>
            <pc:docMk/>
            <pc:sldMk cId="0" sldId="283"/>
            <ac:spMk id="34828" creationId="{00000000-0000-0000-0000-000000000000}"/>
          </ac:spMkLst>
        </pc:spChg>
      </pc:sldChg>
      <pc:sldChg chg="modSp mod ord">
        <pc:chgData name="Yim Pan Chui, Dr. (CSD)" userId="06f431c5-cc1a-4439-a61b-5f3af947c103" providerId="ADAL" clId="{41A4F1FB-FA43-4CE8-AC48-BF90562EC4F1}" dt="2024-04-12T05:21:09.706" v="349" actId="207"/>
        <pc:sldMkLst>
          <pc:docMk/>
          <pc:sldMk cId="0" sldId="300"/>
        </pc:sldMkLst>
        <pc:spChg chg="mod">
          <ac:chgData name="Yim Pan Chui, Dr. (CSD)" userId="06f431c5-cc1a-4439-a61b-5f3af947c103" providerId="ADAL" clId="{41A4F1FB-FA43-4CE8-AC48-BF90562EC4F1}" dt="2024-04-12T01:07:38.654" v="70" actId="13926"/>
          <ac:spMkLst>
            <pc:docMk/>
            <pc:sldMk cId="0" sldId="300"/>
            <ac:spMk id="68611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5:20:53.193" v="347" actId="207"/>
          <ac:spMkLst>
            <pc:docMk/>
            <pc:sldMk cId="0" sldId="300"/>
            <ac:spMk id="68749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5:21:09.706" v="349" actId="207"/>
          <ac:spMkLst>
            <pc:docMk/>
            <pc:sldMk cId="0" sldId="300"/>
            <ac:spMk id="68754" creationId="{00000000-0000-0000-0000-000000000000}"/>
          </ac:spMkLst>
        </pc:spChg>
      </pc:sldChg>
      <pc:sldChg chg="modSp mod">
        <pc:chgData name="Yim Pan Chui, Dr. (CSD)" userId="06f431c5-cc1a-4439-a61b-5f3af947c103" providerId="ADAL" clId="{41A4F1FB-FA43-4CE8-AC48-BF90562EC4F1}" dt="2024-04-12T02:54:26.633" v="345" actId="207"/>
        <pc:sldMkLst>
          <pc:docMk/>
          <pc:sldMk cId="0" sldId="301"/>
        </pc:sldMkLst>
        <pc:spChg chg="mod">
          <ac:chgData name="Yim Pan Chui, Dr. (CSD)" userId="06f431c5-cc1a-4439-a61b-5f3af947c103" providerId="ADAL" clId="{41A4F1FB-FA43-4CE8-AC48-BF90562EC4F1}" dt="2024-04-12T01:07:48.338" v="71" actId="13926"/>
          <ac:spMkLst>
            <pc:docMk/>
            <pc:sldMk cId="0" sldId="301"/>
            <ac:spMk id="69788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54:26.633" v="345" actId="207"/>
          <ac:spMkLst>
            <pc:docMk/>
            <pc:sldMk cId="0" sldId="301"/>
            <ac:spMk id="69790" creationId="{00000000-0000-0000-0000-000000000000}"/>
          </ac:spMkLst>
        </pc:spChg>
      </pc:sldChg>
      <pc:sldChg chg="modSp mod">
        <pc:chgData name="Yim Pan Chui, Dr. (CSD)" userId="06f431c5-cc1a-4439-a61b-5f3af947c103" providerId="ADAL" clId="{41A4F1FB-FA43-4CE8-AC48-BF90562EC4F1}" dt="2024-04-12T02:54:19.490" v="344" actId="207"/>
        <pc:sldMkLst>
          <pc:docMk/>
          <pc:sldMk cId="0" sldId="302"/>
        </pc:sldMkLst>
        <pc:spChg chg="mod">
          <ac:chgData name="Yim Pan Chui, Dr. (CSD)" userId="06f431c5-cc1a-4439-a61b-5f3af947c103" providerId="ADAL" clId="{41A4F1FB-FA43-4CE8-AC48-BF90562EC4F1}" dt="2024-04-12T02:54:19.490" v="344" actId="207"/>
          <ac:spMkLst>
            <pc:docMk/>
            <pc:sldMk cId="0" sldId="302"/>
            <ac:spMk id="70797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05:20.572" v="57" actId="13926"/>
          <ac:spMkLst>
            <pc:docMk/>
            <pc:sldMk cId="0" sldId="302"/>
            <ac:spMk id="70805" creationId="{00000000-0000-0000-0000-000000000000}"/>
          </ac:spMkLst>
        </pc:spChg>
      </pc:sldChg>
      <pc:sldChg chg="modSp mod">
        <pc:chgData name="Yim Pan Chui, Dr. (CSD)" userId="06f431c5-cc1a-4439-a61b-5f3af947c103" providerId="ADAL" clId="{41A4F1FB-FA43-4CE8-AC48-BF90562EC4F1}" dt="2024-04-12T05:20:45.405" v="346" actId="207"/>
        <pc:sldMkLst>
          <pc:docMk/>
          <pc:sldMk cId="0" sldId="303"/>
        </pc:sldMkLst>
        <pc:spChg chg="mod">
          <ac:chgData name="Yim Pan Chui, Dr. (CSD)" userId="06f431c5-cc1a-4439-a61b-5f3af947c103" providerId="ADAL" clId="{41A4F1FB-FA43-4CE8-AC48-BF90562EC4F1}" dt="2024-04-12T05:20:45.405" v="346" actId="207"/>
          <ac:spMkLst>
            <pc:docMk/>
            <pc:sldMk cId="0" sldId="303"/>
            <ac:spMk id="71821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06:24.611" v="65" actId="13926"/>
          <ac:spMkLst>
            <pc:docMk/>
            <pc:sldMk cId="0" sldId="303"/>
            <ac:spMk id="71828" creationId="{00000000-0000-0000-0000-000000000000}"/>
          </ac:spMkLst>
        </pc:spChg>
      </pc:sldChg>
      <pc:sldChg chg="addSp modSp mod modAnim">
        <pc:chgData name="Yim Pan Chui, Dr. (CSD)" userId="06f431c5-cc1a-4439-a61b-5f3af947c103" providerId="ADAL" clId="{41A4F1FB-FA43-4CE8-AC48-BF90562EC4F1}" dt="2024-04-12T05:21:15.327" v="350" actId="207"/>
        <pc:sldMkLst>
          <pc:docMk/>
          <pc:sldMk cId="0" sldId="304"/>
        </pc:sldMkLst>
        <pc:spChg chg="add mod">
          <ac:chgData name="Yim Pan Chui, Dr. (CSD)" userId="06f431c5-cc1a-4439-a61b-5f3af947c103" providerId="ADAL" clId="{41A4F1FB-FA43-4CE8-AC48-BF90562EC4F1}" dt="2024-04-12T01:11:49.760" v="88" actId="1035"/>
          <ac:spMkLst>
            <pc:docMk/>
            <pc:sldMk cId="0" sldId="304"/>
            <ac:spMk id="2" creationId="{8FC7ABB2-7F4C-020C-CB2C-7FBC34DD0D19}"/>
          </ac:spMkLst>
        </pc:spChg>
        <pc:spChg chg="mod">
          <ac:chgData name="Yim Pan Chui, Dr. (CSD)" userId="06f431c5-cc1a-4439-a61b-5f3af947c103" providerId="ADAL" clId="{41A4F1FB-FA43-4CE8-AC48-BF90562EC4F1}" dt="2024-04-12T05:20:56.966" v="348" actId="207"/>
          <ac:spMkLst>
            <pc:docMk/>
            <pc:sldMk cId="0" sldId="304"/>
            <ac:spMk id="74756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5:21:15.327" v="350" actId="207"/>
          <ac:spMkLst>
            <pc:docMk/>
            <pc:sldMk cId="0" sldId="304"/>
            <ac:spMk id="74759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12:40.998" v="90" actId="13926"/>
          <ac:spMkLst>
            <pc:docMk/>
            <pc:sldMk cId="0" sldId="304"/>
            <ac:spMk id="74760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11:06.305" v="78" actId="13926"/>
          <ac:spMkLst>
            <pc:docMk/>
            <pc:sldMk cId="0" sldId="304"/>
            <ac:spMk id="74763" creationId="{00000000-0000-0000-0000-000000000000}"/>
          </ac:spMkLst>
        </pc:spChg>
      </pc:sldChg>
      <pc:sldChg chg="addSp delSp modSp mod modAnim">
        <pc:chgData name="Yim Pan Chui, Dr. (CSD)" userId="06f431c5-cc1a-4439-a61b-5f3af947c103" providerId="ADAL" clId="{41A4F1FB-FA43-4CE8-AC48-BF90562EC4F1}" dt="2024-04-12T01:40:55.697" v="166" actId="207"/>
        <pc:sldMkLst>
          <pc:docMk/>
          <pc:sldMk cId="0" sldId="305"/>
        </pc:sldMkLst>
        <pc:spChg chg="add mod">
          <ac:chgData name="Yim Pan Chui, Dr. (CSD)" userId="06f431c5-cc1a-4439-a61b-5f3af947c103" providerId="ADAL" clId="{41A4F1FB-FA43-4CE8-AC48-BF90562EC4F1}" dt="2024-04-12T01:24:19.987" v="137" actId="207"/>
          <ac:spMkLst>
            <pc:docMk/>
            <pc:sldMk cId="0" sldId="305"/>
            <ac:spMk id="2" creationId="{846252A6-CF95-6418-671B-D6226F71C2EC}"/>
          </ac:spMkLst>
        </pc:spChg>
        <pc:spChg chg="add mod">
          <ac:chgData name="Yim Pan Chui, Dr. (CSD)" userId="06f431c5-cc1a-4439-a61b-5f3af947c103" providerId="ADAL" clId="{41A4F1FB-FA43-4CE8-AC48-BF90562EC4F1}" dt="2024-04-12T01:24:36.796" v="140" actId="1076"/>
          <ac:spMkLst>
            <pc:docMk/>
            <pc:sldMk cId="0" sldId="305"/>
            <ac:spMk id="3" creationId="{D82A4CF9-1415-93C9-F7CF-506E8B6638E6}"/>
          </ac:spMkLst>
        </pc:spChg>
        <pc:spChg chg="add mod">
          <ac:chgData name="Yim Pan Chui, Dr. (CSD)" userId="06f431c5-cc1a-4439-a61b-5f3af947c103" providerId="ADAL" clId="{41A4F1FB-FA43-4CE8-AC48-BF90562EC4F1}" dt="2024-04-12T01:25:03.874" v="148" actId="1076"/>
          <ac:spMkLst>
            <pc:docMk/>
            <pc:sldMk cId="0" sldId="305"/>
            <ac:spMk id="4" creationId="{5E9DD548-1599-F3BE-F579-885332A806BC}"/>
          </ac:spMkLst>
        </pc:spChg>
        <pc:spChg chg="add mod">
          <ac:chgData name="Yim Pan Chui, Dr. (CSD)" userId="06f431c5-cc1a-4439-a61b-5f3af947c103" providerId="ADAL" clId="{41A4F1FB-FA43-4CE8-AC48-BF90562EC4F1}" dt="2024-04-12T01:25:03.874" v="148" actId="1076"/>
          <ac:spMkLst>
            <pc:docMk/>
            <pc:sldMk cId="0" sldId="305"/>
            <ac:spMk id="5" creationId="{8D7077DF-E508-7E5C-C4BF-B98E8B375DF5}"/>
          </ac:spMkLst>
        </pc:spChg>
        <pc:spChg chg="add mod">
          <ac:chgData name="Yim Pan Chui, Dr. (CSD)" userId="06f431c5-cc1a-4439-a61b-5f3af947c103" providerId="ADAL" clId="{41A4F1FB-FA43-4CE8-AC48-BF90562EC4F1}" dt="2024-04-12T01:25:21.653" v="151" actId="1076"/>
          <ac:spMkLst>
            <pc:docMk/>
            <pc:sldMk cId="0" sldId="305"/>
            <ac:spMk id="6" creationId="{E4ABCA25-C691-331E-22ED-7BD29A2491C6}"/>
          </ac:spMkLst>
        </pc:spChg>
        <pc:spChg chg="add mod">
          <ac:chgData name="Yim Pan Chui, Dr. (CSD)" userId="06f431c5-cc1a-4439-a61b-5f3af947c103" providerId="ADAL" clId="{41A4F1FB-FA43-4CE8-AC48-BF90562EC4F1}" dt="2024-04-12T01:25:21.653" v="151" actId="1076"/>
          <ac:spMkLst>
            <pc:docMk/>
            <pc:sldMk cId="0" sldId="305"/>
            <ac:spMk id="7" creationId="{A6F4A792-BF1D-56C9-2C11-A5825BE7B829}"/>
          </ac:spMkLst>
        </pc:spChg>
        <pc:spChg chg="mod">
          <ac:chgData name="Yim Pan Chui, Dr. (CSD)" userId="06f431c5-cc1a-4439-a61b-5f3af947c103" providerId="ADAL" clId="{41A4F1FB-FA43-4CE8-AC48-BF90562EC4F1}" dt="2024-04-12T01:23:43.914" v="134" actId="13926"/>
          <ac:spMkLst>
            <pc:docMk/>
            <pc:sldMk cId="0" sldId="305"/>
            <ac:spMk id="76802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40:30.355" v="161" actId="207"/>
          <ac:spMkLst>
            <pc:docMk/>
            <pc:sldMk cId="0" sldId="305"/>
            <ac:spMk id="76852" creationId="{00000000-0000-0000-0000-000000000000}"/>
          </ac:spMkLst>
        </pc:spChg>
        <pc:spChg chg="del">
          <ac:chgData name="Yim Pan Chui, Dr. (CSD)" userId="06f431c5-cc1a-4439-a61b-5f3af947c103" providerId="ADAL" clId="{41A4F1FB-FA43-4CE8-AC48-BF90562EC4F1}" dt="2024-04-12T01:24:07.253" v="135" actId="478"/>
          <ac:spMkLst>
            <pc:docMk/>
            <pc:sldMk cId="0" sldId="305"/>
            <ac:spMk id="76853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40:23.705" v="160" actId="207"/>
          <ac:spMkLst>
            <pc:docMk/>
            <pc:sldMk cId="0" sldId="305"/>
            <ac:spMk id="76854" creationId="{00000000-0000-0000-0000-000000000000}"/>
          </ac:spMkLst>
        </pc:spChg>
        <pc:spChg chg="del mod">
          <ac:chgData name="Yim Pan Chui, Dr. (CSD)" userId="06f431c5-cc1a-4439-a61b-5f3af947c103" providerId="ADAL" clId="{41A4F1FB-FA43-4CE8-AC48-BF90562EC4F1}" dt="2024-04-12T01:24:29.037" v="138" actId="478"/>
          <ac:spMkLst>
            <pc:docMk/>
            <pc:sldMk cId="0" sldId="305"/>
            <ac:spMk id="76855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40:21.313" v="159" actId="207"/>
          <ac:spMkLst>
            <pc:docMk/>
            <pc:sldMk cId="0" sldId="305"/>
            <ac:spMk id="76856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40:41.942" v="163" actId="207"/>
          <ac:spMkLst>
            <pc:docMk/>
            <pc:sldMk cId="0" sldId="305"/>
            <ac:spMk id="76857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40:44.149" v="164" actId="207"/>
          <ac:spMkLst>
            <pc:docMk/>
            <pc:sldMk cId="0" sldId="305"/>
            <ac:spMk id="76858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24:48.021" v="144" actId="478"/>
          <ac:spMkLst>
            <pc:docMk/>
            <pc:sldMk cId="0" sldId="305"/>
            <ac:spMk id="76862" creationId="{00000000-0000-0000-0000-000000000000}"/>
          </ac:spMkLst>
        </pc:spChg>
        <pc:spChg chg="del mod">
          <ac:chgData name="Yim Pan Chui, Dr. (CSD)" userId="06f431c5-cc1a-4439-a61b-5f3af947c103" providerId="ADAL" clId="{41A4F1FB-FA43-4CE8-AC48-BF90562EC4F1}" dt="2024-04-12T01:24:48.021" v="144" actId="478"/>
          <ac:spMkLst>
            <pc:docMk/>
            <pc:sldMk cId="0" sldId="305"/>
            <ac:spMk id="76863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40:52.788" v="165" actId="207"/>
          <ac:spMkLst>
            <pc:docMk/>
            <pc:sldMk cId="0" sldId="305"/>
            <ac:spMk id="76864" creationId="{00000000-0000-0000-0000-000000000000}"/>
          </ac:spMkLst>
        </pc:spChg>
        <pc:spChg chg="del">
          <ac:chgData name="Yim Pan Chui, Dr. (CSD)" userId="06f431c5-cc1a-4439-a61b-5f3af947c103" providerId="ADAL" clId="{41A4F1FB-FA43-4CE8-AC48-BF90562EC4F1}" dt="2024-04-12T01:24:46.516" v="143" actId="478"/>
          <ac:spMkLst>
            <pc:docMk/>
            <pc:sldMk cId="0" sldId="305"/>
            <ac:spMk id="76865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40:55.697" v="166" actId="207"/>
          <ac:spMkLst>
            <pc:docMk/>
            <pc:sldMk cId="0" sldId="305"/>
            <ac:spMk id="76866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24:48.021" v="144" actId="478"/>
          <ac:spMkLst>
            <pc:docMk/>
            <pc:sldMk cId="0" sldId="305"/>
            <ac:spMk id="76867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24:48.021" v="144" actId="478"/>
          <ac:spMkLst>
            <pc:docMk/>
            <pc:sldMk cId="0" sldId="305"/>
            <ac:spMk id="76868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25:39.339" v="152" actId="1076"/>
          <ac:spMkLst>
            <pc:docMk/>
            <pc:sldMk cId="0" sldId="305"/>
            <ac:spMk id="76872" creationId="{00000000-0000-0000-0000-000000000000}"/>
          </ac:spMkLst>
        </pc:spChg>
        <pc:spChg chg="del">
          <ac:chgData name="Yim Pan Chui, Dr. (CSD)" userId="06f431c5-cc1a-4439-a61b-5f3af947c103" providerId="ADAL" clId="{41A4F1FB-FA43-4CE8-AC48-BF90562EC4F1}" dt="2024-04-12T01:24:50.210" v="145" actId="478"/>
          <ac:spMkLst>
            <pc:docMk/>
            <pc:sldMk cId="0" sldId="305"/>
            <ac:spMk id="76873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26:02.998" v="155" actId="207"/>
          <ac:spMkLst>
            <pc:docMk/>
            <pc:sldMk cId="0" sldId="305"/>
            <ac:spMk id="76874" creationId="{00000000-0000-0000-0000-000000000000}"/>
          </ac:spMkLst>
        </pc:spChg>
        <pc:spChg chg="del mod">
          <ac:chgData name="Yim Pan Chui, Dr. (CSD)" userId="06f431c5-cc1a-4439-a61b-5f3af947c103" providerId="ADAL" clId="{41A4F1FB-FA43-4CE8-AC48-BF90562EC4F1}" dt="2024-04-12T01:24:51.467" v="146" actId="478"/>
          <ac:spMkLst>
            <pc:docMk/>
            <pc:sldMk cId="0" sldId="305"/>
            <ac:spMk id="76875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26:06.400" v="156" actId="207"/>
          <ac:spMkLst>
            <pc:docMk/>
            <pc:sldMk cId="0" sldId="305"/>
            <ac:spMk id="76876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25:39.339" v="152" actId="1076"/>
          <ac:spMkLst>
            <pc:docMk/>
            <pc:sldMk cId="0" sldId="305"/>
            <ac:spMk id="76877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25:39.339" v="152" actId="1076"/>
          <ac:spMkLst>
            <pc:docMk/>
            <pc:sldMk cId="0" sldId="305"/>
            <ac:spMk id="76878" creationId="{00000000-0000-0000-0000-000000000000}"/>
          </ac:spMkLst>
        </pc:spChg>
        <pc:grpChg chg="add del mod">
          <ac:chgData name="Yim Pan Chui, Dr. (CSD)" userId="06f431c5-cc1a-4439-a61b-5f3af947c103" providerId="ADAL" clId="{41A4F1FB-FA43-4CE8-AC48-BF90562EC4F1}" dt="2024-04-12T01:40:35.300" v="162" actId="207"/>
          <ac:grpSpMkLst>
            <pc:docMk/>
            <pc:sldMk cId="0" sldId="305"/>
            <ac:grpSpMk id="76861" creationId="{00000000-0000-0000-0000-000000000000}"/>
          </ac:grpSpMkLst>
        </pc:grpChg>
        <pc:grpChg chg="mod">
          <ac:chgData name="Yim Pan Chui, Dr. (CSD)" userId="06f431c5-cc1a-4439-a61b-5f3af947c103" providerId="ADAL" clId="{41A4F1FB-FA43-4CE8-AC48-BF90562EC4F1}" dt="2024-04-12T01:25:55.638" v="154" actId="207"/>
          <ac:grpSpMkLst>
            <pc:docMk/>
            <pc:sldMk cId="0" sldId="305"/>
            <ac:grpSpMk id="76881" creationId="{00000000-0000-0000-0000-000000000000}"/>
          </ac:grpSpMkLst>
        </pc:grpChg>
        <pc:grpChg chg="mod">
          <ac:chgData name="Yim Pan Chui, Dr. (CSD)" userId="06f431c5-cc1a-4439-a61b-5f3af947c103" providerId="ADAL" clId="{41A4F1FB-FA43-4CE8-AC48-BF90562EC4F1}" dt="2024-04-12T01:24:29.037" v="138" actId="478"/>
          <ac:grpSpMkLst>
            <pc:docMk/>
            <pc:sldMk cId="0" sldId="305"/>
            <ac:grpSpMk id="76882" creationId="{00000000-0000-0000-0000-000000000000}"/>
          </ac:grpSpMkLst>
        </pc:grpChg>
        <pc:cxnChg chg="mod">
          <ac:chgData name="Yim Pan Chui, Dr. (CSD)" userId="06f431c5-cc1a-4439-a61b-5f3af947c103" providerId="ADAL" clId="{41A4F1FB-FA43-4CE8-AC48-BF90562EC4F1}" dt="2024-04-12T01:24:29.037" v="138" actId="478"/>
          <ac:cxnSpMkLst>
            <pc:docMk/>
            <pc:sldMk cId="0" sldId="305"/>
            <ac:cxnSpMk id="76859" creationId="{00000000-0000-0000-0000-000000000000}"/>
          </ac:cxnSpMkLst>
        </pc:cxnChg>
        <pc:cxnChg chg="mod">
          <ac:chgData name="Yim Pan Chui, Dr. (CSD)" userId="06f431c5-cc1a-4439-a61b-5f3af947c103" providerId="ADAL" clId="{41A4F1FB-FA43-4CE8-AC48-BF90562EC4F1}" dt="2024-04-12T01:24:29.037" v="138" actId="478"/>
          <ac:cxnSpMkLst>
            <pc:docMk/>
            <pc:sldMk cId="0" sldId="305"/>
            <ac:cxnSpMk id="76860" creationId="{00000000-0000-0000-0000-000000000000}"/>
          </ac:cxnSpMkLst>
        </pc:cxnChg>
        <pc:cxnChg chg="mod">
          <ac:chgData name="Yim Pan Chui, Dr. (CSD)" userId="06f431c5-cc1a-4439-a61b-5f3af947c103" providerId="ADAL" clId="{41A4F1FB-FA43-4CE8-AC48-BF90562EC4F1}" dt="2024-04-12T01:24:48.021" v="144" actId="478"/>
          <ac:cxnSpMkLst>
            <pc:docMk/>
            <pc:sldMk cId="0" sldId="305"/>
            <ac:cxnSpMk id="76869" creationId="{00000000-0000-0000-0000-000000000000}"/>
          </ac:cxnSpMkLst>
        </pc:cxnChg>
        <pc:cxnChg chg="mod">
          <ac:chgData name="Yim Pan Chui, Dr. (CSD)" userId="06f431c5-cc1a-4439-a61b-5f3af947c103" providerId="ADAL" clId="{41A4F1FB-FA43-4CE8-AC48-BF90562EC4F1}" dt="2024-04-12T01:24:48.021" v="144" actId="478"/>
          <ac:cxnSpMkLst>
            <pc:docMk/>
            <pc:sldMk cId="0" sldId="305"/>
            <ac:cxnSpMk id="76870" creationId="{00000000-0000-0000-0000-000000000000}"/>
          </ac:cxnSpMkLst>
        </pc:cxnChg>
        <pc:cxnChg chg="mod">
          <ac:chgData name="Yim Pan Chui, Dr. (CSD)" userId="06f431c5-cc1a-4439-a61b-5f3af947c103" providerId="ADAL" clId="{41A4F1FB-FA43-4CE8-AC48-BF90562EC4F1}" dt="2024-04-12T01:25:39.339" v="152" actId="1076"/>
          <ac:cxnSpMkLst>
            <pc:docMk/>
            <pc:sldMk cId="0" sldId="305"/>
            <ac:cxnSpMk id="76879" creationId="{00000000-0000-0000-0000-000000000000}"/>
          </ac:cxnSpMkLst>
        </pc:cxnChg>
        <pc:cxnChg chg="mod">
          <ac:chgData name="Yim Pan Chui, Dr. (CSD)" userId="06f431c5-cc1a-4439-a61b-5f3af947c103" providerId="ADAL" clId="{41A4F1FB-FA43-4CE8-AC48-BF90562EC4F1}" dt="2024-04-12T01:25:39.339" v="152" actId="1076"/>
          <ac:cxnSpMkLst>
            <pc:docMk/>
            <pc:sldMk cId="0" sldId="305"/>
            <ac:cxnSpMk id="76880" creationId="{00000000-0000-0000-0000-000000000000}"/>
          </ac:cxnSpMkLst>
        </pc:cxnChg>
      </pc:sldChg>
      <pc:sldChg chg="delSp modSp add mod">
        <pc:chgData name="Yim Pan Chui, Dr. (CSD)" userId="06f431c5-cc1a-4439-a61b-5f3af947c103" providerId="ADAL" clId="{41A4F1FB-FA43-4CE8-AC48-BF90562EC4F1}" dt="2024-04-12T00:48:33.988" v="5" actId="478"/>
        <pc:sldMkLst>
          <pc:docMk/>
          <pc:sldMk cId="452717289" sldId="325"/>
        </pc:sldMkLst>
        <pc:spChg chg="del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8" creationId="{8D97AAE1-34EE-40D6-92D2-D150D53381F4}"/>
          </ac:spMkLst>
        </pc:spChg>
        <pc:spChg chg="mod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10" creationId="{79831C67-1971-4656-9200-EA0A839C691A}"/>
          </ac:spMkLst>
        </pc:spChg>
        <pc:spChg chg="mod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11" creationId="{32E04DB1-3E18-4FCB-A5ED-F8F07D6BEA04}"/>
          </ac:spMkLst>
        </pc:spChg>
        <pc:spChg chg="mod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12" creationId="{6DE2FF78-5AE4-4226-AD84-7D442BC6DFFA}"/>
          </ac:spMkLst>
        </pc:spChg>
        <pc:spChg chg="mod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13" creationId="{1F82DE60-3617-42F6-8A7F-5D9D3C9408E1}"/>
          </ac:spMkLst>
        </pc:spChg>
        <pc:spChg chg="mod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14" creationId="{811BD799-E7D1-4E2C-9EFF-9B1237FF8FD8}"/>
          </ac:spMkLst>
        </pc:spChg>
        <pc:spChg chg="mod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15" creationId="{7054E976-2091-4197-8AF5-57CA04F06FB3}"/>
          </ac:spMkLst>
        </pc:spChg>
        <pc:spChg chg="mod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16" creationId="{C9476191-B97B-4CAC-A3DE-001FA3729840}"/>
          </ac:spMkLst>
        </pc:spChg>
        <pc:spChg chg="mod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17" creationId="{75A20A57-EDE5-4620-9E32-4B2105B1F29E}"/>
          </ac:spMkLst>
        </pc:spChg>
        <pc:spChg chg="mod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18" creationId="{AF7E6879-7DDE-4F24-BF0F-8E645FC246B3}"/>
          </ac:spMkLst>
        </pc:spChg>
        <pc:spChg chg="mod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19" creationId="{55FDB342-7357-42CC-B69A-AC2D53079CE6}"/>
          </ac:spMkLst>
        </pc:spChg>
        <pc:spChg chg="mod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20" creationId="{A6E1F3BE-E88C-4B9C-9DD6-086AD9931C92}"/>
          </ac:spMkLst>
        </pc:spChg>
        <pc:spChg chg="mod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21" creationId="{94392C44-3C77-4031-AF63-8F65E917910E}"/>
          </ac:spMkLst>
        </pc:spChg>
        <pc:spChg chg="mod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22" creationId="{EB47896B-9843-4F9F-97DD-B629A319EA3C}"/>
          </ac:spMkLst>
        </pc:spChg>
        <pc:spChg chg="mod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23" creationId="{1B6CD1AB-109D-4555-97D4-E3FD32DA86B0}"/>
          </ac:spMkLst>
        </pc:spChg>
        <pc:spChg chg="mod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24" creationId="{CD648715-C662-4267-B5E8-B5168C37C439}"/>
          </ac:spMkLst>
        </pc:spChg>
        <pc:spChg chg="mod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25" creationId="{F573F751-C70C-4F39-8FD7-7B9514665B03}"/>
          </ac:spMkLst>
        </pc:spChg>
        <pc:spChg chg="mod">
          <ac:chgData name="Yim Pan Chui, Dr. (CSD)" userId="06f431c5-cc1a-4439-a61b-5f3af947c103" providerId="ADAL" clId="{41A4F1FB-FA43-4CE8-AC48-BF90562EC4F1}" dt="2024-04-12T00:48:31.249" v="3" actId="478"/>
          <ac:spMkLst>
            <pc:docMk/>
            <pc:sldMk cId="452717289" sldId="325"/>
            <ac:spMk id="26" creationId="{A445C9FF-97BB-4F13-81F3-E858B71DDA14}"/>
          </ac:spMkLst>
        </pc:spChg>
        <pc:grpChg chg="del mod">
          <ac:chgData name="Yim Pan Chui, Dr. (CSD)" userId="06f431c5-cc1a-4439-a61b-5f3af947c103" providerId="ADAL" clId="{41A4F1FB-FA43-4CE8-AC48-BF90562EC4F1}" dt="2024-04-12T00:48:31.249" v="3" actId="478"/>
          <ac:grpSpMkLst>
            <pc:docMk/>
            <pc:sldMk cId="452717289" sldId="325"/>
            <ac:grpSpMk id="7" creationId="{78B8FD28-E5F2-4327-9C01-4E525C36B221}"/>
          </ac:grpSpMkLst>
        </pc:grpChg>
        <pc:grpChg chg="del mod">
          <ac:chgData name="Yim Pan Chui, Dr. (CSD)" userId="06f431c5-cc1a-4439-a61b-5f3af947c103" providerId="ADAL" clId="{41A4F1FB-FA43-4CE8-AC48-BF90562EC4F1}" dt="2024-04-12T00:48:33.988" v="5" actId="478"/>
          <ac:grpSpMkLst>
            <pc:docMk/>
            <pc:sldMk cId="452717289" sldId="325"/>
            <ac:grpSpMk id="9" creationId="{F66651FD-62A4-4482-9A56-2DCEACF69EC7}"/>
          </ac:grpSpMkLst>
        </pc:grpChg>
        <pc:picChg chg="del">
          <ac:chgData name="Yim Pan Chui, Dr. (CSD)" userId="06f431c5-cc1a-4439-a61b-5f3af947c103" providerId="ADAL" clId="{41A4F1FB-FA43-4CE8-AC48-BF90562EC4F1}" dt="2024-04-12T00:48:32.716" v="4" actId="478"/>
          <ac:picMkLst>
            <pc:docMk/>
            <pc:sldMk cId="452717289" sldId="325"/>
            <ac:picMk id="5" creationId="{6B2B3DD2-B275-4955-9146-6346D02309D7}"/>
          </ac:picMkLst>
        </pc:picChg>
      </pc:sldChg>
      <pc:sldChg chg="modSp mod">
        <pc:chgData name="Yim Pan Chui, Dr. (CSD)" userId="06f431c5-cc1a-4439-a61b-5f3af947c103" providerId="ADAL" clId="{41A4F1FB-FA43-4CE8-AC48-BF90562EC4F1}" dt="2024-04-12T08:38:20.016" v="397" actId="13926"/>
        <pc:sldMkLst>
          <pc:docMk/>
          <pc:sldMk cId="1961413942" sldId="341"/>
        </pc:sldMkLst>
        <pc:spChg chg="mod">
          <ac:chgData name="Yim Pan Chui, Dr. (CSD)" userId="06f431c5-cc1a-4439-a61b-5f3af947c103" providerId="ADAL" clId="{41A4F1FB-FA43-4CE8-AC48-BF90562EC4F1}" dt="2024-04-12T08:38:20.016" v="397" actId="13926"/>
          <ac:spMkLst>
            <pc:docMk/>
            <pc:sldMk cId="1961413942" sldId="341"/>
            <ac:spMk id="57348" creationId="{00000000-0000-0000-0000-000000000000}"/>
          </ac:spMkLst>
        </pc:spChg>
      </pc:sldChg>
      <pc:sldChg chg="addSp modSp mod">
        <pc:chgData name="Yim Pan Chui, Dr. (CSD)" userId="06f431c5-cc1a-4439-a61b-5f3af947c103" providerId="ADAL" clId="{41A4F1FB-FA43-4CE8-AC48-BF90562EC4F1}" dt="2024-04-12T08:45:09.244" v="418" actId="1582"/>
        <pc:sldMkLst>
          <pc:docMk/>
          <pc:sldMk cId="244694101" sldId="342"/>
        </pc:sldMkLst>
        <pc:spChg chg="add mod">
          <ac:chgData name="Yim Pan Chui, Dr. (CSD)" userId="06f431c5-cc1a-4439-a61b-5f3af947c103" providerId="ADAL" clId="{41A4F1FB-FA43-4CE8-AC48-BF90562EC4F1}" dt="2024-04-12T08:45:09.244" v="418" actId="1582"/>
          <ac:spMkLst>
            <pc:docMk/>
            <pc:sldMk cId="244694101" sldId="342"/>
            <ac:spMk id="2" creationId="{50179B76-F6DC-2347-0021-358D2AD23E1E}"/>
          </ac:spMkLst>
        </pc:spChg>
        <pc:spChg chg="add mod">
          <ac:chgData name="Yim Pan Chui, Dr. (CSD)" userId="06f431c5-cc1a-4439-a61b-5f3af947c103" providerId="ADAL" clId="{41A4F1FB-FA43-4CE8-AC48-BF90562EC4F1}" dt="2024-04-12T08:45:03.511" v="417" actId="1582"/>
          <ac:spMkLst>
            <pc:docMk/>
            <pc:sldMk cId="244694101" sldId="342"/>
            <ac:spMk id="3" creationId="{81E8431E-32BB-592B-F9A8-E3A4ACF954E7}"/>
          </ac:spMkLst>
        </pc:spChg>
        <pc:spChg chg="mod">
          <ac:chgData name="Yim Pan Chui, Dr. (CSD)" userId="06f431c5-cc1a-4439-a61b-5f3af947c103" providerId="ADAL" clId="{41A4F1FB-FA43-4CE8-AC48-BF90562EC4F1}" dt="2024-04-12T08:37:52.630" v="394" actId="13926"/>
          <ac:spMkLst>
            <pc:docMk/>
            <pc:sldMk cId="244694101" sldId="342"/>
            <ac:spMk id="58372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8:44:13.464" v="415" actId="166"/>
          <ac:spMkLst>
            <pc:docMk/>
            <pc:sldMk cId="244694101" sldId="342"/>
            <ac:spMk id="58392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8:44:13.464" v="415" actId="166"/>
          <ac:spMkLst>
            <pc:docMk/>
            <pc:sldMk cId="244694101" sldId="342"/>
            <ac:spMk id="58401" creationId="{00000000-0000-0000-0000-000000000000}"/>
          </ac:spMkLst>
        </pc:spChg>
        <pc:graphicFrameChg chg="modGraphic">
          <ac:chgData name="Yim Pan Chui, Dr. (CSD)" userId="06f431c5-cc1a-4439-a61b-5f3af947c103" providerId="ADAL" clId="{41A4F1FB-FA43-4CE8-AC48-BF90562EC4F1}" dt="2024-04-12T08:43:17.931" v="399" actId="207"/>
          <ac:graphicFrameMkLst>
            <pc:docMk/>
            <pc:sldMk cId="244694101" sldId="342"/>
            <ac:graphicFrameMk id="58391" creationId="{00000000-0000-0000-0000-000000000000}"/>
          </ac:graphicFrameMkLst>
        </pc:graphicFrameChg>
        <pc:graphicFrameChg chg="modGraphic">
          <ac:chgData name="Yim Pan Chui, Dr. (CSD)" userId="06f431c5-cc1a-4439-a61b-5f3af947c103" providerId="ADAL" clId="{41A4F1FB-FA43-4CE8-AC48-BF90562EC4F1}" dt="2024-04-12T08:43:21.881" v="400" actId="207"/>
          <ac:graphicFrameMkLst>
            <pc:docMk/>
            <pc:sldMk cId="244694101" sldId="342"/>
            <ac:graphicFrameMk id="58393" creationId="{00000000-0000-0000-0000-000000000000}"/>
          </ac:graphicFrameMkLst>
        </pc:graphicFrameChg>
      </pc:sldChg>
      <pc:sldChg chg="modSp mod">
        <pc:chgData name="Yim Pan Chui, Dr. (CSD)" userId="06f431c5-cc1a-4439-a61b-5f3af947c103" providerId="ADAL" clId="{41A4F1FB-FA43-4CE8-AC48-BF90562EC4F1}" dt="2024-04-12T08:34:16.350" v="389" actId="13926"/>
        <pc:sldMkLst>
          <pc:docMk/>
          <pc:sldMk cId="1190199661" sldId="343"/>
        </pc:sldMkLst>
        <pc:spChg chg="mod">
          <ac:chgData name="Yim Pan Chui, Dr. (CSD)" userId="06f431c5-cc1a-4439-a61b-5f3af947c103" providerId="ADAL" clId="{41A4F1FB-FA43-4CE8-AC48-BF90562EC4F1}" dt="2024-04-12T08:34:16.350" v="389" actId="13926"/>
          <ac:spMkLst>
            <pc:docMk/>
            <pc:sldMk cId="1190199661" sldId="343"/>
            <ac:spMk id="61445" creationId="{00000000-0000-0000-0000-000000000000}"/>
          </ac:spMkLst>
        </pc:spChg>
      </pc:sldChg>
      <pc:sldChg chg="modSp mod">
        <pc:chgData name="Yim Pan Chui, Dr. (CSD)" userId="06f431c5-cc1a-4439-a61b-5f3af947c103" providerId="ADAL" clId="{41A4F1FB-FA43-4CE8-AC48-BF90562EC4F1}" dt="2024-04-12T08:33:55.042" v="385" actId="13926"/>
        <pc:sldMkLst>
          <pc:docMk/>
          <pc:sldMk cId="3915131532" sldId="344"/>
        </pc:sldMkLst>
        <pc:spChg chg="mod">
          <ac:chgData name="Yim Pan Chui, Dr. (CSD)" userId="06f431c5-cc1a-4439-a61b-5f3af947c103" providerId="ADAL" clId="{41A4F1FB-FA43-4CE8-AC48-BF90562EC4F1}" dt="2024-04-12T08:33:55.042" v="385" actId="13926"/>
          <ac:spMkLst>
            <pc:docMk/>
            <pc:sldMk cId="3915131532" sldId="344"/>
            <ac:spMk id="65540" creationId="{00000000-0000-0000-0000-000000000000}"/>
          </ac:spMkLst>
        </pc:spChg>
      </pc:sldChg>
      <pc:sldChg chg="modSp">
        <pc:chgData name="Yim Pan Chui, Dr. (CSD)" userId="06f431c5-cc1a-4439-a61b-5f3af947c103" providerId="ADAL" clId="{41A4F1FB-FA43-4CE8-AC48-BF90562EC4F1}" dt="2024-04-12T08:34:37.171" v="391" actId="13926"/>
        <pc:sldMkLst>
          <pc:docMk/>
          <pc:sldMk cId="340833188" sldId="345"/>
        </pc:sldMkLst>
        <pc:spChg chg="mod">
          <ac:chgData name="Yim Pan Chui, Dr. (CSD)" userId="06f431c5-cc1a-4439-a61b-5f3af947c103" providerId="ADAL" clId="{41A4F1FB-FA43-4CE8-AC48-BF90562EC4F1}" dt="2024-04-12T08:34:37.171" v="391" actId="13926"/>
          <ac:spMkLst>
            <pc:docMk/>
            <pc:sldMk cId="340833188" sldId="345"/>
            <ac:spMk id="66565" creationId="{00000000-0000-0000-0000-000000000000}"/>
          </ac:spMkLst>
        </pc:spChg>
      </pc:sldChg>
      <pc:sldChg chg="addSp modSp mod modAnim">
        <pc:chgData name="Yim Pan Chui, Dr. (CSD)" userId="06f431c5-cc1a-4439-a61b-5f3af947c103" providerId="ADAL" clId="{41A4F1FB-FA43-4CE8-AC48-BF90562EC4F1}" dt="2024-04-12T08:24:31.177" v="369" actId="207"/>
        <pc:sldMkLst>
          <pc:docMk/>
          <pc:sldMk cId="222464213" sldId="346"/>
        </pc:sldMkLst>
        <pc:spChg chg="mod">
          <ac:chgData name="Yim Pan Chui, Dr. (CSD)" userId="06f431c5-cc1a-4439-a61b-5f3af947c103" providerId="ADAL" clId="{41A4F1FB-FA43-4CE8-AC48-BF90562EC4F1}" dt="2024-04-12T08:16:32.583" v="353" actId="207"/>
          <ac:spMkLst>
            <pc:docMk/>
            <pc:sldMk cId="222464213" sldId="346"/>
            <ac:spMk id="4" creationId="{552014C8-0A9E-E4EE-AABA-012CCCB89423}"/>
          </ac:spMkLst>
        </pc:spChg>
        <pc:spChg chg="mod">
          <ac:chgData name="Yim Pan Chui, Dr. (CSD)" userId="06f431c5-cc1a-4439-a61b-5f3af947c103" providerId="ADAL" clId="{41A4F1FB-FA43-4CE8-AC48-BF90562EC4F1}" dt="2024-04-12T02:02:45.534" v="179"/>
          <ac:spMkLst>
            <pc:docMk/>
            <pc:sldMk cId="222464213" sldId="346"/>
            <ac:spMk id="5" creationId="{084EA0E7-CC63-BD2F-C4B9-7CA8A318FC0E}"/>
          </ac:spMkLst>
        </pc:spChg>
        <pc:spChg chg="mod">
          <ac:chgData name="Yim Pan Chui, Dr. (CSD)" userId="06f431c5-cc1a-4439-a61b-5f3af947c103" providerId="ADAL" clId="{41A4F1FB-FA43-4CE8-AC48-BF90562EC4F1}" dt="2024-04-12T02:02:45.534" v="179"/>
          <ac:spMkLst>
            <pc:docMk/>
            <pc:sldMk cId="222464213" sldId="346"/>
            <ac:spMk id="6" creationId="{00853B4C-727B-529D-FDBE-718496158A7C}"/>
          </ac:spMkLst>
        </pc:spChg>
        <pc:spChg chg="mod">
          <ac:chgData name="Yim Pan Chui, Dr. (CSD)" userId="06f431c5-cc1a-4439-a61b-5f3af947c103" providerId="ADAL" clId="{41A4F1FB-FA43-4CE8-AC48-BF90562EC4F1}" dt="2024-04-12T08:16:57.843" v="359" actId="207"/>
          <ac:spMkLst>
            <pc:docMk/>
            <pc:sldMk cId="222464213" sldId="346"/>
            <ac:spMk id="7" creationId="{E6F44483-C0E1-323F-F750-743A34EFD535}"/>
          </ac:spMkLst>
        </pc:spChg>
        <pc:spChg chg="mod">
          <ac:chgData name="Yim Pan Chui, Dr. (CSD)" userId="06f431c5-cc1a-4439-a61b-5f3af947c103" providerId="ADAL" clId="{41A4F1FB-FA43-4CE8-AC48-BF90562EC4F1}" dt="2024-04-12T02:02:45.534" v="179"/>
          <ac:spMkLst>
            <pc:docMk/>
            <pc:sldMk cId="222464213" sldId="346"/>
            <ac:spMk id="8" creationId="{07ADB8FD-5CBC-7827-43CD-B07D22568116}"/>
          </ac:spMkLst>
        </pc:spChg>
        <pc:spChg chg="add mod">
          <ac:chgData name="Yim Pan Chui, Dr. (CSD)" userId="06f431c5-cc1a-4439-a61b-5f3af947c103" providerId="ADAL" clId="{41A4F1FB-FA43-4CE8-AC48-BF90562EC4F1}" dt="2024-04-12T08:17:00.705" v="360" actId="207"/>
          <ac:spMkLst>
            <pc:docMk/>
            <pc:sldMk cId="222464213" sldId="346"/>
            <ac:spMk id="9" creationId="{D7DECA44-FCF1-7DBF-299E-BFF7B43E362D}"/>
          </ac:spMkLst>
        </pc:spChg>
        <pc:spChg chg="add mod">
          <ac:chgData name="Yim Pan Chui, Dr. (CSD)" userId="06f431c5-cc1a-4439-a61b-5f3af947c103" providerId="ADAL" clId="{41A4F1FB-FA43-4CE8-AC48-BF90562EC4F1}" dt="2024-04-12T02:02:45.534" v="179"/>
          <ac:spMkLst>
            <pc:docMk/>
            <pc:sldMk cId="222464213" sldId="346"/>
            <ac:spMk id="10" creationId="{0E1D27C9-49BD-4BDD-DD0C-E3D65ED8DA6D}"/>
          </ac:spMkLst>
        </pc:spChg>
        <pc:spChg chg="add mod">
          <ac:chgData name="Yim Pan Chui, Dr. (CSD)" userId="06f431c5-cc1a-4439-a61b-5f3af947c103" providerId="ADAL" clId="{41A4F1FB-FA43-4CE8-AC48-BF90562EC4F1}" dt="2024-04-12T08:16:51.808" v="357" actId="207"/>
          <ac:spMkLst>
            <pc:docMk/>
            <pc:sldMk cId="222464213" sldId="346"/>
            <ac:spMk id="11" creationId="{3A9904E1-4CE7-F046-E470-60182B9A9126}"/>
          </ac:spMkLst>
        </pc:spChg>
        <pc:spChg chg="add mod">
          <ac:chgData name="Yim Pan Chui, Dr. (CSD)" userId="06f431c5-cc1a-4439-a61b-5f3af947c103" providerId="ADAL" clId="{41A4F1FB-FA43-4CE8-AC48-BF90562EC4F1}" dt="2024-04-12T02:02:45.534" v="179"/>
          <ac:spMkLst>
            <pc:docMk/>
            <pc:sldMk cId="222464213" sldId="346"/>
            <ac:spMk id="12" creationId="{C2443D2E-1D00-9DDD-F5CA-CDCB272FB7F7}"/>
          </ac:spMkLst>
        </pc:spChg>
        <pc:spChg chg="mod">
          <ac:chgData name="Yim Pan Chui, Dr. (CSD)" userId="06f431c5-cc1a-4439-a61b-5f3af947c103" providerId="ADAL" clId="{41A4F1FB-FA43-4CE8-AC48-BF90562EC4F1}" dt="2024-04-12T08:16:39.874" v="354" actId="207"/>
          <ac:spMkLst>
            <pc:docMk/>
            <pc:sldMk cId="222464213" sldId="346"/>
            <ac:spMk id="14" creationId="{36F2639B-7EF2-F106-4457-318CF040411C}"/>
          </ac:spMkLst>
        </pc:spChg>
        <pc:spChg chg="mod">
          <ac:chgData name="Yim Pan Chui, Dr. (CSD)" userId="06f431c5-cc1a-4439-a61b-5f3af947c103" providerId="ADAL" clId="{41A4F1FB-FA43-4CE8-AC48-BF90562EC4F1}" dt="2024-04-12T02:02:45.534" v="179"/>
          <ac:spMkLst>
            <pc:docMk/>
            <pc:sldMk cId="222464213" sldId="346"/>
            <ac:spMk id="15" creationId="{F2DF1E33-9DA2-A07A-54A6-5AC1D8802030}"/>
          </ac:spMkLst>
        </pc:spChg>
        <pc:spChg chg="mod">
          <ac:chgData name="Yim Pan Chui, Dr. (CSD)" userId="06f431c5-cc1a-4439-a61b-5f3af947c103" providerId="ADAL" clId="{41A4F1FB-FA43-4CE8-AC48-BF90562EC4F1}" dt="2024-04-12T02:02:45.534" v="179"/>
          <ac:spMkLst>
            <pc:docMk/>
            <pc:sldMk cId="222464213" sldId="346"/>
            <ac:spMk id="16" creationId="{B33EBCA8-EEDA-8C74-644A-3036A9A84970}"/>
          </ac:spMkLst>
        </pc:spChg>
        <pc:spChg chg="mod">
          <ac:chgData name="Yim Pan Chui, Dr. (CSD)" userId="06f431c5-cc1a-4439-a61b-5f3af947c103" providerId="ADAL" clId="{41A4F1FB-FA43-4CE8-AC48-BF90562EC4F1}" dt="2024-04-12T08:16:43.470" v="355" actId="207"/>
          <ac:spMkLst>
            <pc:docMk/>
            <pc:sldMk cId="222464213" sldId="346"/>
            <ac:spMk id="18" creationId="{1B2E236F-E973-4E0D-C023-04FA9AB3EAFE}"/>
          </ac:spMkLst>
        </pc:spChg>
        <pc:spChg chg="mod">
          <ac:chgData name="Yim Pan Chui, Dr. (CSD)" userId="06f431c5-cc1a-4439-a61b-5f3af947c103" providerId="ADAL" clId="{41A4F1FB-FA43-4CE8-AC48-BF90562EC4F1}" dt="2024-04-12T02:02:45.534" v="179"/>
          <ac:spMkLst>
            <pc:docMk/>
            <pc:sldMk cId="222464213" sldId="346"/>
            <ac:spMk id="19" creationId="{43D67665-A451-5664-9C7D-6DAB6F30CA66}"/>
          </ac:spMkLst>
        </pc:spChg>
        <pc:spChg chg="mod">
          <ac:chgData name="Yim Pan Chui, Dr. (CSD)" userId="06f431c5-cc1a-4439-a61b-5f3af947c103" providerId="ADAL" clId="{41A4F1FB-FA43-4CE8-AC48-BF90562EC4F1}" dt="2024-04-12T02:02:45.534" v="179"/>
          <ac:spMkLst>
            <pc:docMk/>
            <pc:sldMk cId="222464213" sldId="346"/>
            <ac:spMk id="20" creationId="{9D779055-2EED-372A-7991-732F6027FF2F}"/>
          </ac:spMkLst>
        </pc:spChg>
        <pc:spChg chg="mod">
          <ac:chgData name="Yim Pan Chui, Dr. (CSD)" userId="06f431c5-cc1a-4439-a61b-5f3af947c103" providerId="ADAL" clId="{41A4F1FB-FA43-4CE8-AC48-BF90562EC4F1}" dt="2024-04-12T08:16:48.032" v="356" actId="207"/>
          <ac:spMkLst>
            <pc:docMk/>
            <pc:sldMk cId="222464213" sldId="346"/>
            <ac:spMk id="22" creationId="{707D4407-063E-A7A5-D8CF-834A21CD131C}"/>
          </ac:spMkLst>
        </pc:spChg>
        <pc:spChg chg="mod">
          <ac:chgData name="Yim Pan Chui, Dr. (CSD)" userId="06f431c5-cc1a-4439-a61b-5f3af947c103" providerId="ADAL" clId="{41A4F1FB-FA43-4CE8-AC48-BF90562EC4F1}" dt="2024-04-12T02:02:45.534" v="179"/>
          <ac:spMkLst>
            <pc:docMk/>
            <pc:sldMk cId="222464213" sldId="346"/>
            <ac:spMk id="23" creationId="{68328C7C-D9BE-9BEB-B78F-6CA3138DD417}"/>
          </ac:spMkLst>
        </pc:spChg>
        <pc:spChg chg="mod">
          <ac:chgData name="Yim Pan Chui, Dr. (CSD)" userId="06f431c5-cc1a-4439-a61b-5f3af947c103" providerId="ADAL" clId="{41A4F1FB-FA43-4CE8-AC48-BF90562EC4F1}" dt="2024-04-12T02:02:45.534" v="179"/>
          <ac:spMkLst>
            <pc:docMk/>
            <pc:sldMk cId="222464213" sldId="346"/>
            <ac:spMk id="24" creationId="{3581959E-4F6E-D961-4FA4-9E75C7FBE51A}"/>
          </ac:spMkLst>
        </pc:spChg>
        <pc:spChg chg="mod">
          <ac:chgData name="Yim Pan Chui, Dr. (CSD)" userId="06f431c5-cc1a-4439-a61b-5f3af947c103" providerId="ADAL" clId="{41A4F1FB-FA43-4CE8-AC48-BF90562EC4F1}" dt="2024-04-12T08:24:31.177" v="369" actId="207"/>
          <ac:spMkLst>
            <pc:docMk/>
            <pc:sldMk cId="222464213" sldId="346"/>
            <ac:spMk id="41987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12:39.769" v="210" actId="20577"/>
          <ac:spMkLst>
            <pc:docMk/>
            <pc:sldMk cId="222464213" sldId="346"/>
            <ac:spMk id="41988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58:08.643" v="177" actId="167"/>
          <ac:spMkLst>
            <pc:docMk/>
            <pc:sldMk cId="222464213" sldId="346"/>
            <ac:spMk id="41990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1:58:08.643" v="177" actId="167"/>
          <ac:spMkLst>
            <pc:docMk/>
            <pc:sldMk cId="222464213" sldId="346"/>
            <ac:spMk id="41997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19:34.655" v="276" actId="20577"/>
          <ac:spMkLst>
            <pc:docMk/>
            <pc:sldMk cId="222464213" sldId="346"/>
            <ac:spMk id="42001" creationId="{00000000-0000-0000-0000-000000000000}"/>
          </ac:spMkLst>
        </pc:spChg>
        <pc:grpChg chg="add mod">
          <ac:chgData name="Yim Pan Chui, Dr. (CSD)" userId="06f431c5-cc1a-4439-a61b-5f3af947c103" providerId="ADAL" clId="{41A4F1FB-FA43-4CE8-AC48-BF90562EC4F1}" dt="2024-04-12T02:02:45.534" v="179"/>
          <ac:grpSpMkLst>
            <pc:docMk/>
            <pc:sldMk cId="222464213" sldId="346"/>
            <ac:grpSpMk id="2" creationId="{F2809DEE-7447-88F2-1548-DEB40F2CA646}"/>
          </ac:grpSpMkLst>
        </pc:grpChg>
        <pc:grpChg chg="add mod">
          <ac:chgData name="Yim Pan Chui, Dr. (CSD)" userId="06f431c5-cc1a-4439-a61b-5f3af947c103" providerId="ADAL" clId="{41A4F1FB-FA43-4CE8-AC48-BF90562EC4F1}" dt="2024-04-12T02:02:45.534" v="179"/>
          <ac:grpSpMkLst>
            <pc:docMk/>
            <pc:sldMk cId="222464213" sldId="346"/>
            <ac:grpSpMk id="13" creationId="{E6F3F4CF-04AC-8B5D-D939-A7E1B6F1B744}"/>
          </ac:grpSpMkLst>
        </pc:grpChg>
        <pc:grpChg chg="add mod">
          <ac:chgData name="Yim Pan Chui, Dr. (CSD)" userId="06f431c5-cc1a-4439-a61b-5f3af947c103" providerId="ADAL" clId="{41A4F1FB-FA43-4CE8-AC48-BF90562EC4F1}" dt="2024-04-12T02:02:45.534" v="179"/>
          <ac:grpSpMkLst>
            <pc:docMk/>
            <pc:sldMk cId="222464213" sldId="346"/>
            <ac:grpSpMk id="17" creationId="{D046D088-5F08-D596-B345-F91A3E03161C}"/>
          </ac:grpSpMkLst>
        </pc:grpChg>
        <pc:grpChg chg="add mod">
          <ac:chgData name="Yim Pan Chui, Dr. (CSD)" userId="06f431c5-cc1a-4439-a61b-5f3af947c103" providerId="ADAL" clId="{41A4F1FB-FA43-4CE8-AC48-BF90562EC4F1}" dt="2024-04-12T02:02:45.534" v="179"/>
          <ac:grpSpMkLst>
            <pc:docMk/>
            <pc:sldMk cId="222464213" sldId="346"/>
            <ac:grpSpMk id="21" creationId="{EEF27523-1ED7-2409-0459-CAA2F995B1E9}"/>
          </ac:grpSpMkLst>
        </pc:grpChg>
      </pc:sldChg>
      <pc:sldChg chg="modSp mod">
        <pc:chgData name="Yim Pan Chui, Dr. (CSD)" userId="06f431c5-cc1a-4439-a61b-5f3af947c103" providerId="ADAL" clId="{41A4F1FB-FA43-4CE8-AC48-BF90562EC4F1}" dt="2024-04-12T02:34:08.242" v="290" actId="13926"/>
        <pc:sldMkLst>
          <pc:docMk/>
          <pc:sldMk cId="583288711" sldId="349"/>
        </pc:sldMkLst>
        <pc:spChg chg="mod">
          <ac:chgData name="Yim Pan Chui, Dr. (CSD)" userId="06f431c5-cc1a-4439-a61b-5f3af947c103" providerId="ADAL" clId="{41A4F1FB-FA43-4CE8-AC48-BF90562EC4F1}" dt="2024-04-12T02:33:42.189" v="288" actId="13926"/>
          <ac:spMkLst>
            <pc:docMk/>
            <pc:sldMk cId="583288711" sldId="349"/>
            <ac:spMk id="54276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33:56.681" v="289" actId="13926"/>
          <ac:spMkLst>
            <pc:docMk/>
            <pc:sldMk cId="583288711" sldId="349"/>
            <ac:spMk id="54283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34:08.242" v="290" actId="13926"/>
          <ac:spMkLst>
            <pc:docMk/>
            <pc:sldMk cId="583288711" sldId="349"/>
            <ac:spMk id="54284" creationId="{00000000-0000-0000-0000-000000000000}"/>
          </ac:spMkLst>
        </pc:spChg>
      </pc:sldChg>
      <pc:sldChg chg="modSp">
        <pc:chgData name="Yim Pan Chui, Dr. (CSD)" userId="06f431c5-cc1a-4439-a61b-5f3af947c103" providerId="ADAL" clId="{41A4F1FB-FA43-4CE8-AC48-BF90562EC4F1}" dt="2024-04-12T02:39:06.321" v="298" actId="13926"/>
        <pc:sldMkLst>
          <pc:docMk/>
          <pc:sldMk cId="1416752827" sldId="350"/>
        </pc:sldMkLst>
        <pc:spChg chg="mod">
          <ac:chgData name="Yim Pan Chui, Dr. (CSD)" userId="06f431c5-cc1a-4439-a61b-5f3af947c103" providerId="ADAL" clId="{41A4F1FB-FA43-4CE8-AC48-BF90562EC4F1}" dt="2024-04-12T02:39:06.321" v="298" actId="13926"/>
          <ac:spMkLst>
            <pc:docMk/>
            <pc:sldMk cId="1416752827" sldId="350"/>
            <ac:spMk id="80899" creationId="{00000000-0000-0000-0000-000000000000}"/>
          </ac:spMkLst>
        </pc:spChg>
      </pc:sldChg>
      <pc:sldChg chg="modSp mod">
        <pc:chgData name="Yim Pan Chui, Dr. (CSD)" userId="06f431c5-cc1a-4439-a61b-5f3af947c103" providerId="ADAL" clId="{41A4F1FB-FA43-4CE8-AC48-BF90562EC4F1}" dt="2024-04-12T02:46:06.303" v="311" actId="207"/>
        <pc:sldMkLst>
          <pc:docMk/>
          <pc:sldMk cId="1956133837" sldId="351"/>
        </pc:sldMkLst>
        <pc:spChg chg="mod">
          <ac:chgData name="Yim Pan Chui, Dr. (CSD)" userId="06f431c5-cc1a-4439-a61b-5f3af947c103" providerId="ADAL" clId="{41A4F1FB-FA43-4CE8-AC48-BF90562EC4F1}" dt="2024-04-12T02:40:24.343" v="301" actId="13926"/>
          <ac:spMkLst>
            <pc:docMk/>
            <pc:sldMk cId="1956133837" sldId="351"/>
            <ac:spMk id="81922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1:04.579" v="303" actId="207"/>
          <ac:spMkLst>
            <pc:docMk/>
            <pc:sldMk cId="1956133837" sldId="351"/>
            <ac:spMk id="81924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6:06.303" v="311" actId="207"/>
          <ac:spMkLst>
            <pc:docMk/>
            <pc:sldMk cId="1956133837" sldId="351"/>
            <ac:spMk id="81925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1:04.579" v="303" actId="207"/>
          <ac:spMkLst>
            <pc:docMk/>
            <pc:sldMk cId="1956133837" sldId="351"/>
            <ac:spMk id="81927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1:04.579" v="303" actId="207"/>
          <ac:spMkLst>
            <pc:docMk/>
            <pc:sldMk cId="1956133837" sldId="351"/>
            <ac:spMk id="81928" creationId="{00000000-0000-0000-0000-000000000000}"/>
          </ac:spMkLst>
        </pc:spChg>
      </pc:sldChg>
      <pc:sldChg chg="modSp mod">
        <pc:chgData name="Yim Pan Chui, Dr. (CSD)" userId="06f431c5-cc1a-4439-a61b-5f3af947c103" providerId="ADAL" clId="{41A4F1FB-FA43-4CE8-AC48-BF90562EC4F1}" dt="2024-04-12T02:49:34.556" v="326" actId="13926"/>
        <pc:sldMkLst>
          <pc:docMk/>
          <pc:sldMk cId="1787918714" sldId="352"/>
        </pc:sldMkLst>
        <pc:spChg chg="mod">
          <ac:chgData name="Yim Pan Chui, Dr. (CSD)" userId="06f431c5-cc1a-4439-a61b-5f3af947c103" providerId="ADAL" clId="{41A4F1FB-FA43-4CE8-AC48-BF90562EC4F1}" dt="2024-04-12T02:49:34.556" v="326" actId="13926"/>
          <ac:spMkLst>
            <pc:docMk/>
            <pc:sldMk cId="1787918714" sldId="352"/>
            <ac:spMk id="82946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5:42.985" v="307" actId="207"/>
          <ac:spMkLst>
            <pc:docMk/>
            <pc:sldMk cId="1787918714" sldId="352"/>
            <ac:spMk id="82948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6:02.539" v="310" actId="207"/>
          <ac:spMkLst>
            <pc:docMk/>
            <pc:sldMk cId="1787918714" sldId="352"/>
            <ac:spMk id="82949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5:42.985" v="307" actId="207"/>
          <ac:spMkLst>
            <pc:docMk/>
            <pc:sldMk cId="1787918714" sldId="352"/>
            <ac:spMk id="82951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5:42.985" v="307" actId="207"/>
          <ac:spMkLst>
            <pc:docMk/>
            <pc:sldMk cId="1787918714" sldId="352"/>
            <ac:spMk id="82952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5:48.404" v="308" actId="207"/>
          <ac:spMkLst>
            <pc:docMk/>
            <pc:sldMk cId="1787918714" sldId="352"/>
            <ac:spMk id="82958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5:48.404" v="308" actId="207"/>
          <ac:spMkLst>
            <pc:docMk/>
            <pc:sldMk cId="1787918714" sldId="352"/>
            <ac:spMk id="82959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5:48.404" v="308" actId="207"/>
          <ac:spMkLst>
            <pc:docMk/>
            <pc:sldMk cId="1787918714" sldId="352"/>
            <ac:spMk id="82960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5:48.404" v="308" actId="207"/>
          <ac:spMkLst>
            <pc:docMk/>
            <pc:sldMk cId="1787918714" sldId="352"/>
            <ac:spMk id="82961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5:48.404" v="308" actId="207"/>
          <ac:spMkLst>
            <pc:docMk/>
            <pc:sldMk cId="1787918714" sldId="352"/>
            <ac:spMk id="82962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5:48.404" v="308" actId="207"/>
          <ac:spMkLst>
            <pc:docMk/>
            <pc:sldMk cId="1787918714" sldId="352"/>
            <ac:spMk id="82963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5:48.404" v="308" actId="207"/>
          <ac:spMkLst>
            <pc:docMk/>
            <pc:sldMk cId="1787918714" sldId="352"/>
            <ac:spMk id="82964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5:48.404" v="308" actId="207"/>
          <ac:spMkLst>
            <pc:docMk/>
            <pc:sldMk cId="1787918714" sldId="352"/>
            <ac:spMk id="82965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5:48.404" v="308" actId="207"/>
          <ac:spMkLst>
            <pc:docMk/>
            <pc:sldMk cId="1787918714" sldId="352"/>
            <ac:spMk id="82966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5:48.404" v="308" actId="207"/>
          <ac:spMkLst>
            <pc:docMk/>
            <pc:sldMk cId="1787918714" sldId="352"/>
            <ac:spMk id="82967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5:48.404" v="308" actId="207"/>
          <ac:spMkLst>
            <pc:docMk/>
            <pc:sldMk cId="1787918714" sldId="352"/>
            <ac:spMk id="82968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45:48.404" v="308" actId="207"/>
          <ac:spMkLst>
            <pc:docMk/>
            <pc:sldMk cId="1787918714" sldId="352"/>
            <ac:spMk id="82969" creationId="{00000000-0000-0000-0000-000000000000}"/>
          </ac:spMkLst>
        </pc:spChg>
      </pc:sldChg>
      <pc:sldChg chg="modSp mod">
        <pc:chgData name="Yim Pan Chui, Dr. (CSD)" userId="06f431c5-cc1a-4439-a61b-5f3af947c103" providerId="ADAL" clId="{41A4F1FB-FA43-4CE8-AC48-BF90562EC4F1}" dt="2024-04-12T02:49:29.776" v="325" actId="13926"/>
        <pc:sldMkLst>
          <pc:docMk/>
          <pc:sldMk cId="2698571573" sldId="353"/>
        </pc:sldMkLst>
        <pc:spChg chg="mod">
          <ac:chgData name="Yim Pan Chui, Dr. (CSD)" userId="06f431c5-cc1a-4439-a61b-5f3af947c103" providerId="ADAL" clId="{41A4F1FB-FA43-4CE8-AC48-BF90562EC4F1}" dt="2024-04-12T02:49:29.776" v="325" actId="13926"/>
          <ac:spMkLst>
            <pc:docMk/>
            <pc:sldMk cId="2698571573" sldId="353"/>
            <ac:spMk id="83970" creationId="{00000000-0000-0000-0000-000000000000}"/>
          </ac:spMkLst>
        </pc:spChg>
      </pc:sldChg>
      <pc:sldChg chg="modSp mod">
        <pc:chgData name="Yim Pan Chui, Dr. (CSD)" userId="06f431c5-cc1a-4439-a61b-5f3af947c103" providerId="ADAL" clId="{41A4F1FB-FA43-4CE8-AC48-BF90562EC4F1}" dt="2024-04-12T02:51:08.399" v="339" actId="13926"/>
        <pc:sldMkLst>
          <pc:docMk/>
          <pc:sldMk cId="424515288" sldId="354"/>
        </pc:sldMkLst>
        <pc:spChg chg="mod">
          <ac:chgData name="Yim Pan Chui, Dr. (CSD)" userId="06f431c5-cc1a-4439-a61b-5f3af947c103" providerId="ADAL" clId="{41A4F1FB-FA43-4CE8-AC48-BF90562EC4F1}" dt="2024-04-12T02:51:08.399" v="339" actId="13926"/>
          <ac:spMkLst>
            <pc:docMk/>
            <pc:sldMk cId="424515288" sldId="354"/>
            <ac:spMk id="84994" creationId="{00000000-0000-0000-0000-000000000000}"/>
          </ac:spMkLst>
        </pc:spChg>
      </pc:sldChg>
      <pc:sldChg chg="modSp mod">
        <pc:chgData name="Yim Pan Chui, Dr. (CSD)" userId="06f431c5-cc1a-4439-a61b-5f3af947c103" providerId="ADAL" clId="{41A4F1FB-FA43-4CE8-AC48-BF90562EC4F1}" dt="2024-04-12T02:51:45.713" v="343" actId="207"/>
        <pc:sldMkLst>
          <pc:docMk/>
          <pc:sldMk cId="3835068531" sldId="355"/>
        </pc:sldMkLst>
        <pc:spChg chg="mod">
          <ac:chgData name="Yim Pan Chui, Dr. (CSD)" userId="06f431c5-cc1a-4439-a61b-5f3af947c103" providerId="ADAL" clId="{41A4F1FB-FA43-4CE8-AC48-BF90562EC4F1}" dt="2024-04-12T02:51:40.835" v="342" actId="207"/>
          <ac:spMkLst>
            <pc:docMk/>
            <pc:sldMk cId="3835068531" sldId="355"/>
            <ac:spMk id="88069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51:28.809" v="341" actId="207"/>
          <ac:spMkLst>
            <pc:docMk/>
            <pc:sldMk cId="3835068531" sldId="355"/>
            <ac:spMk id="88070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51:40.835" v="342" actId="207"/>
          <ac:spMkLst>
            <pc:docMk/>
            <pc:sldMk cId="3835068531" sldId="355"/>
            <ac:spMk id="88072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51:40.835" v="342" actId="207"/>
          <ac:spMkLst>
            <pc:docMk/>
            <pc:sldMk cId="3835068531" sldId="355"/>
            <ac:spMk id="88073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51:45.713" v="343" actId="207"/>
          <ac:spMkLst>
            <pc:docMk/>
            <pc:sldMk cId="3835068531" sldId="355"/>
            <ac:spMk id="88075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51:40.835" v="342" actId="207"/>
          <ac:spMkLst>
            <pc:docMk/>
            <pc:sldMk cId="3835068531" sldId="355"/>
            <ac:spMk id="88247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2:51:22.262" v="340" actId="207"/>
          <ac:spMkLst>
            <pc:docMk/>
            <pc:sldMk cId="3835068531" sldId="355"/>
            <ac:spMk id="88312" creationId="{00000000-0000-0000-0000-000000000000}"/>
          </ac:spMkLst>
        </pc:spChg>
      </pc:sldChg>
      <pc:sldChg chg="modSp mod">
        <pc:chgData name="Yim Pan Chui, Dr. (CSD)" userId="06f431c5-cc1a-4439-a61b-5f3af947c103" providerId="ADAL" clId="{41A4F1FB-FA43-4CE8-AC48-BF90562EC4F1}" dt="2024-04-12T01:46:46.167" v="168" actId="13926"/>
        <pc:sldMkLst>
          <pc:docMk/>
          <pc:sldMk cId="1105326088" sldId="357"/>
        </pc:sldMkLst>
        <pc:spChg chg="mod">
          <ac:chgData name="Yim Pan Chui, Dr. (CSD)" userId="06f431c5-cc1a-4439-a61b-5f3af947c103" providerId="ADAL" clId="{41A4F1FB-FA43-4CE8-AC48-BF90562EC4F1}" dt="2024-04-12T01:46:46.167" v="168" actId="13926"/>
          <ac:spMkLst>
            <pc:docMk/>
            <pc:sldMk cId="1105326088" sldId="357"/>
            <ac:spMk id="3" creationId="{00000000-0000-0000-0000-000000000000}"/>
          </ac:spMkLst>
        </pc:spChg>
      </pc:sldChg>
      <pc:sldChg chg="addSp delSp modSp add del mod delAnim modAnim modNotesTx">
        <pc:chgData name="Yim Pan Chui, Dr. (CSD)" userId="06f431c5-cc1a-4439-a61b-5f3af947c103" providerId="ADAL" clId="{41A4F1FB-FA43-4CE8-AC48-BF90562EC4F1}" dt="2024-04-12T00:59:25.469" v="36" actId="13926"/>
        <pc:sldMkLst>
          <pc:docMk/>
          <pc:sldMk cId="0" sldId="358"/>
        </pc:sldMkLst>
        <pc:spChg chg="del">
          <ac:chgData name="Yim Pan Chui, Dr. (CSD)" userId="06f431c5-cc1a-4439-a61b-5f3af947c103" providerId="ADAL" clId="{41A4F1FB-FA43-4CE8-AC48-BF90562EC4F1}" dt="2024-04-12T00:55:13.632" v="23" actId="478"/>
          <ac:spMkLst>
            <pc:docMk/>
            <pc:sldMk cId="0" sldId="358"/>
            <ac:spMk id="3" creationId="{4794701A-94EB-4390-8619-F2E32FA8177A}"/>
          </ac:spMkLst>
        </pc:spChg>
        <pc:spChg chg="add mod">
          <ac:chgData name="Yim Pan Chui, Dr. (CSD)" userId="06f431c5-cc1a-4439-a61b-5f3af947c103" providerId="ADAL" clId="{41A4F1FB-FA43-4CE8-AC48-BF90562EC4F1}" dt="2024-04-12T00:54:02.066" v="19"/>
          <ac:spMkLst>
            <pc:docMk/>
            <pc:sldMk cId="0" sldId="358"/>
            <ac:spMk id="5" creationId="{B61A335F-718B-EA7B-5AFE-4E2B2C091474}"/>
          </ac:spMkLst>
        </pc:spChg>
        <pc:spChg chg="add mod">
          <ac:chgData name="Yim Pan Chui, Dr. (CSD)" userId="06f431c5-cc1a-4439-a61b-5f3af947c103" providerId="ADAL" clId="{41A4F1FB-FA43-4CE8-AC48-BF90562EC4F1}" dt="2024-04-12T00:54:20.762" v="22"/>
          <ac:spMkLst>
            <pc:docMk/>
            <pc:sldMk cId="0" sldId="358"/>
            <ac:spMk id="6" creationId="{C86B5BC7-653E-0DD0-7960-DAAB1BCBFF91}"/>
          </ac:spMkLst>
        </pc:spChg>
        <pc:spChg chg="add mod">
          <ac:chgData name="Yim Pan Chui, Dr. (CSD)" userId="06f431c5-cc1a-4439-a61b-5f3af947c103" providerId="ADAL" clId="{41A4F1FB-FA43-4CE8-AC48-BF90562EC4F1}" dt="2024-04-12T00:54:20.762" v="22"/>
          <ac:spMkLst>
            <pc:docMk/>
            <pc:sldMk cId="0" sldId="358"/>
            <ac:spMk id="7" creationId="{A4FABD85-42E6-FF6C-6AA7-896D7A7763CB}"/>
          </ac:spMkLst>
        </pc:spChg>
        <pc:spChg chg="add mod">
          <ac:chgData name="Yim Pan Chui, Dr. (CSD)" userId="06f431c5-cc1a-4439-a61b-5f3af947c103" providerId="ADAL" clId="{41A4F1FB-FA43-4CE8-AC48-BF90562EC4F1}" dt="2024-04-12T00:54:20.762" v="22"/>
          <ac:spMkLst>
            <pc:docMk/>
            <pc:sldMk cId="0" sldId="358"/>
            <ac:spMk id="8" creationId="{68615B7D-B8B5-CA85-BFAA-CB0AA1EA0414}"/>
          </ac:spMkLst>
        </pc:spChg>
        <pc:spChg chg="mod">
          <ac:chgData name="Yim Pan Chui, Dr. (CSD)" userId="06f431c5-cc1a-4439-a61b-5f3af947c103" providerId="ADAL" clId="{41A4F1FB-FA43-4CE8-AC48-BF90562EC4F1}" dt="2024-04-12T00:59:25.469" v="36" actId="13926"/>
          <ac:spMkLst>
            <pc:docMk/>
            <pc:sldMk cId="0" sldId="358"/>
            <ac:spMk id="10244" creationId="{00000000-0000-0000-0000-000000000000}"/>
          </ac:spMkLst>
        </pc:spChg>
        <pc:spChg chg="del">
          <ac:chgData name="Yim Pan Chui, Dr. (CSD)" userId="06f431c5-cc1a-4439-a61b-5f3af947c103" providerId="ADAL" clId="{41A4F1FB-FA43-4CE8-AC48-BF90562EC4F1}" dt="2024-04-12T00:54:19.159" v="21" actId="478"/>
          <ac:spMkLst>
            <pc:docMk/>
            <pc:sldMk cId="0" sldId="358"/>
            <ac:spMk id="10246" creationId="{00000000-0000-0000-0000-000000000000}"/>
          </ac:spMkLst>
        </pc:spChg>
        <pc:spChg chg="del mod">
          <ac:chgData name="Yim Pan Chui, Dr. (CSD)" userId="06f431c5-cc1a-4439-a61b-5f3af947c103" providerId="ADAL" clId="{41A4F1FB-FA43-4CE8-AC48-BF90562EC4F1}" dt="2024-04-12T00:59:08.805" v="31" actId="478"/>
          <ac:spMkLst>
            <pc:docMk/>
            <pc:sldMk cId="0" sldId="358"/>
            <ac:spMk id="10252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0:55:58.751" v="28" actId="14100"/>
          <ac:spMkLst>
            <pc:docMk/>
            <pc:sldMk cId="0" sldId="358"/>
            <ac:spMk id="10253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0:55:58.751" v="28" actId="14100"/>
          <ac:spMkLst>
            <pc:docMk/>
            <pc:sldMk cId="0" sldId="358"/>
            <ac:spMk id="10254" creationId="{00000000-0000-0000-0000-000000000000}"/>
          </ac:spMkLst>
        </pc:spChg>
        <pc:spChg chg="mod">
          <ac:chgData name="Yim Pan Chui, Dr. (CSD)" userId="06f431c5-cc1a-4439-a61b-5f3af947c103" providerId="ADAL" clId="{41A4F1FB-FA43-4CE8-AC48-BF90562EC4F1}" dt="2024-04-12T00:55:58.751" v="28" actId="14100"/>
          <ac:spMkLst>
            <pc:docMk/>
            <pc:sldMk cId="0" sldId="358"/>
            <ac:spMk id="10255" creationId="{00000000-0000-0000-0000-000000000000}"/>
          </ac:spMkLst>
        </pc:spChg>
        <pc:spChg chg="del">
          <ac:chgData name="Yim Pan Chui, Dr. (CSD)" userId="06f431c5-cc1a-4439-a61b-5f3af947c103" providerId="ADAL" clId="{41A4F1FB-FA43-4CE8-AC48-BF90562EC4F1}" dt="2024-04-12T00:54:01.053" v="18" actId="478"/>
          <ac:spMkLst>
            <pc:docMk/>
            <pc:sldMk cId="0" sldId="358"/>
            <ac:spMk id="10256" creationId="{00000000-0000-0000-0000-000000000000}"/>
          </ac:spMkLst>
        </pc:spChg>
        <pc:picChg chg="del">
          <ac:chgData name="Yim Pan Chui, Dr. (CSD)" userId="06f431c5-cc1a-4439-a61b-5f3af947c103" providerId="ADAL" clId="{41A4F1FB-FA43-4CE8-AC48-BF90562EC4F1}" dt="2024-04-12T00:53:43.668" v="16" actId="478"/>
          <ac:picMkLst>
            <pc:docMk/>
            <pc:sldMk cId="0" sldId="358"/>
            <ac:picMk id="4" creationId="{B160A645-31C6-4937-B1D0-9A16A819BB8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98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98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dirty="0"/>
              <a:t>Click to edit Master text styles</a:t>
            </a:r>
          </a:p>
          <a:p>
            <a:pPr lvl="1"/>
            <a:r>
              <a:rPr lang="en-US" altLang="zh-TW" noProof="0" dirty="0"/>
              <a:t>Second level</a:t>
            </a:r>
          </a:p>
          <a:p>
            <a:pPr lvl="2"/>
            <a:r>
              <a:rPr lang="en-US" altLang="zh-TW" noProof="0" dirty="0"/>
              <a:t>Third level</a:t>
            </a:r>
          </a:p>
          <a:p>
            <a:pPr lvl="3"/>
            <a:r>
              <a:rPr lang="en-US" altLang="zh-TW" noProof="0" dirty="0"/>
              <a:t>Fourth level</a:t>
            </a:r>
          </a:p>
          <a:p>
            <a:pPr lvl="4"/>
            <a:r>
              <a:rPr lang="en-US" altLang="zh-TW" noProof="0" dirty="0"/>
              <a:t>Fifth level</a:t>
            </a:r>
          </a:p>
        </p:txBody>
      </p:sp>
      <p:sp>
        <p:nvSpPr>
          <p:cNvPr id="798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98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19886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2675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4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5275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19455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6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65409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73077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8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54991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9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357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14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44783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20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73354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21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90875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22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12191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23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770522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24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005202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25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243673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26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774754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27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368120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28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545560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29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051734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30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831596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31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980085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32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21902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F3B896-C185-4A09-8D1B-54A89B6E0109}" type="slidenum">
              <a:rPr lang="zh-TW" altLang="en-US" smtClean="0"/>
              <a:pPr>
                <a:defRPr/>
              </a:pPr>
              <a:t>35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23797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2353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6216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0202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1B491F-CCDF-4B5F-89EF-6960451D81C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49729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2F0E52-643B-4903-9635-6CD3BCFD3E3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38526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" y="1066800"/>
            <a:ext cx="8991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2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</p:sldLayoutIdLst>
  <p:transition>
    <p:fade/>
  </p:transition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Dynamic Memory Management (Optional)</a:t>
            </a:r>
            <a:br>
              <a:rPr lang="en-US" altLang="zh-TW" b="1" dirty="0"/>
            </a:br>
            <a:endParaRPr lang="en-US" altLang="zh-TW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Tools for creating </a:t>
            </a:r>
            <a:br>
              <a:rPr lang="en-US" altLang="zh-TW" dirty="0"/>
            </a:br>
            <a:r>
              <a:rPr lang="en-US" altLang="zh-TW" dirty="0"/>
              <a:t>dynamic data structures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>
            <a:normAutofit/>
          </a:bodyPr>
          <a:lstStyle/>
          <a:p>
            <a:r>
              <a:rPr lang="en-US" dirty="0"/>
              <a:t>What is </a:t>
            </a:r>
            <a:r>
              <a:rPr lang="en-US" altLang="zh-TW" dirty="0"/>
              <a:t>Dynamic Memory Management</a:t>
            </a:r>
            <a:r>
              <a:rPr lang="en-US" dirty="0"/>
              <a:t>?</a:t>
            </a:r>
          </a:p>
          <a:p>
            <a:endParaRPr lang="en-US" dirty="0"/>
          </a:p>
          <a:p>
            <a:pPr>
              <a:lnSpc>
                <a:spcPct val="90000"/>
              </a:lnSpc>
              <a:defRPr/>
            </a:pPr>
            <a:r>
              <a:rPr lang="en-US" altLang="zh-TW" dirty="0">
                <a:ea typeface="新細明體" charset="-120"/>
              </a:rPr>
              <a:t>Dynamic </a:t>
            </a:r>
            <a:r>
              <a:rPr lang="en-US" altLang="zh-TW" b="1" dirty="0">
                <a:solidFill>
                  <a:srgbClr val="0070C0"/>
                </a:solidFill>
              </a:rPr>
              <a:t>m</a:t>
            </a:r>
            <a:r>
              <a:rPr lang="en-US" altLang="zh-TW" dirty="0"/>
              <a:t>emory </a:t>
            </a:r>
            <a:r>
              <a:rPr lang="en-US" altLang="zh-TW" b="1" dirty="0">
                <a:solidFill>
                  <a:srgbClr val="0070C0"/>
                </a:solidFill>
              </a:rPr>
              <a:t>alloc</a:t>
            </a:r>
            <a:r>
              <a:rPr lang="en-US" altLang="zh-TW" dirty="0"/>
              <a:t>ation </a:t>
            </a:r>
            <a:r>
              <a:rPr lang="en-US" altLang="zh-TW" dirty="0">
                <a:ea typeface="新細明體" charset="-120"/>
              </a:rPr>
              <a:t>&amp; de-allocation</a:t>
            </a:r>
          </a:p>
          <a:p>
            <a:pPr lvl="1"/>
            <a:r>
              <a:rPr lang="en-US" altLang="zh-TW" dirty="0"/>
              <a:t>Using malloc()</a:t>
            </a:r>
          </a:p>
          <a:p>
            <a:pPr lvl="1"/>
            <a:r>
              <a:rPr lang="en-US" altLang="zh-TW" dirty="0"/>
              <a:t>Using free()</a:t>
            </a:r>
          </a:p>
          <a:p>
            <a:pPr lvl="4">
              <a:lnSpc>
                <a:spcPct val="90000"/>
              </a:lnSpc>
              <a:defRPr/>
            </a:pPr>
            <a:endParaRPr lang="en-US" altLang="zh-TW" dirty="0">
              <a:ea typeface="新細明體" charset="-12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TW" dirty="0">
                <a:ea typeface="新細明體" charset="-120"/>
              </a:rPr>
              <a:t>Dynamic memory VS Automatic variable</a:t>
            </a:r>
          </a:p>
          <a:p>
            <a:pPr lvl="4">
              <a:lnSpc>
                <a:spcPct val="90000"/>
              </a:lnSpc>
              <a:defRPr/>
            </a:pPr>
            <a:endParaRPr lang="en-US" altLang="zh-TW" dirty="0">
              <a:ea typeface="新細明體" charset="-12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TW" dirty="0">
                <a:ea typeface="新細明體" charset="-120"/>
              </a:rPr>
              <a:t>Dynamic memory for creating structure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7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Practical Data Structures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>
              <a:tabLst>
                <a:tab pos="2857500" algn="l"/>
              </a:tabLst>
              <a:defRPr/>
            </a:pPr>
            <a:r>
              <a:rPr lang="en-US" altLang="zh-TW" dirty="0">
                <a:ea typeface="新細明體" charset="-120"/>
              </a:rPr>
              <a:t>We need </a:t>
            </a:r>
            <a:r>
              <a:rPr lang="en-US" altLang="zh-TW" i="1" dirty="0">
                <a:ea typeface="新細明體" charset="-120"/>
              </a:rPr>
              <a:t>data structures</a:t>
            </a:r>
            <a:r>
              <a:rPr lang="en-US" altLang="zh-TW" dirty="0">
                <a:ea typeface="新細明體" charset="-120"/>
              </a:rPr>
              <a:t> that can </a:t>
            </a:r>
            <a:br>
              <a:rPr lang="en-US" altLang="zh-TW" dirty="0">
                <a:ea typeface="新細明體" charset="-120"/>
              </a:rPr>
            </a:br>
            <a:r>
              <a:rPr lang="en-US" altLang="zh-TW" sz="4400" i="1" dirty="0">
                <a:solidFill>
                  <a:srgbClr val="FF3300"/>
                </a:solidFill>
                <a:ea typeface="新細明體" charset="-120"/>
              </a:rPr>
              <a:t>grow</a:t>
            </a:r>
            <a:r>
              <a:rPr lang="en-US" altLang="zh-TW" dirty="0">
                <a:ea typeface="新細明體" charset="-120"/>
              </a:rPr>
              <a:t> and </a:t>
            </a:r>
            <a:r>
              <a:rPr lang="en-US" altLang="zh-TW" sz="2000" i="1" dirty="0">
                <a:solidFill>
                  <a:srgbClr val="0000FF"/>
                </a:solidFill>
                <a:ea typeface="新細明體" charset="-120"/>
              </a:rPr>
              <a:t>shrink</a:t>
            </a:r>
            <a:r>
              <a:rPr lang="en-US" altLang="zh-TW" dirty="0">
                <a:ea typeface="新細明體" charset="-120"/>
              </a:rPr>
              <a:t> during execution.</a:t>
            </a:r>
          </a:p>
          <a:p>
            <a:pPr eaLnBrk="1" hangingPunct="1">
              <a:buFont typeface="Wingdings" charset="2"/>
              <a:buChar char="l"/>
              <a:tabLst>
                <a:tab pos="2857500" algn="l"/>
              </a:tabLst>
              <a:defRPr/>
            </a:pPr>
            <a:endParaRPr lang="en-US" altLang="zh-TW" dirty="0">
              <a:ea typeface="新細明體" charset="-120"/>
            </a:endParaRPr>
          </a:p>
          <a:p>
            <a:pPr fontAlgn="t">
              <a:tabLst>
                <a:tab pos="2857500" algn="l"/>
              </a:tabLst>
              <a:defRPr/>
            </a:pPr>
            <a:r>
              <a:rPr lang="en-US" altLang="zh-TW" dirty="0">
                <a:ea typeface="新細明體" charset="-120"/>
              </a:rPr>
              <a:t>Implementing </a:t>
            </a:r>
            <a:r>
              <a:rPr lang="en-US" altLang="zh-TW" b="1" i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d </a:t>
            </a:r>
            <a:r>
              <a:rPr lang="en-US" altLang="zh-TW" sz="5400" b="1" i="1" baseline="300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y </a:t>
            </a:r>
            <a:r>
              <a:rPr lang="en-US" altLang="zh-TW" sz="2000" b="1" i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n</a:t>
            </a:r>
            <a:r>
              <a:rPr lang="en-US" altLang="zh-TW" b="1" i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 a </a:t>
            </a:r>
            <a:r>
              <a:rPr lang="en-US" altLang="zh-TW" b="1" i="1" baseline="300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m</a:t>
            </a:r>
            <a:r>
              <a:rPr lang="en-US" altLang="zh-TW" b="1" i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 </a:t>
            </a:r>
            <a:r>
              <a:rPr lang="en-US" altLang="zh-TW" b="1" i="1" dirty="0" err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i</a:t>
            </a:r>
            <a:r>
              <a:rPr lang="en-US" altLang="zh-TW" b="1" i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 </a:t>
            </a:r>
            <a:r>
              <a:rPr lang="en-US" altLang="zh-TW" sz="4800" b="1" i="1" baseline="-250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c</a:t>
            </a:r>
            <a:r>
              <a:rPr lang="en-US" altLang="zh-TW" dirty="0">
                <a:ea typeface="新細明體" charset="-120"/>
              </a:rPr>
              <a:t> data structures needs two important aspects:</a:t>
            </a:r>
          </a:p>
          <a:p>
            <a:pPr lvl="1">
              <a:tabLst>
                <a:tab pos="2857500" algn="l"/>
              </a:tabLst>
              <a:defRPr/>
            </a:pPr>
            <a:r>
              <a:rPr lang="en-US" altLang="zh-TW" dirty="0">
                <a:ea typeface="新細明體" charset="-120"/>
              </a:rPr>
              <a:t>Dynamic memory allocations</a:t>
            </a:r>
          </a:p>
          <a:p>
            <a:pPr lvl="1">
              <a:tabLst>
                <a:tab pos="2857500" algn="l"/>
              </a:tabLst>
              <a:defRPr/>
            </a:pPr>
            <a:r>
              <a:rPr lang="en-US" altLang="zh-TW" dirty="0">
                <a:ea typeface="新細明體" charset="-120"/>
              </a:rPr>
              <a:t>Self-referential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8AF6B8-E634-4609-BB7C-81F49F513C3D}" type="slidenum">
              <a:rPr lang="zh-TW" altLang="en-US"/>
              <a:pPr>
                <a:defRPr/>
              </a:pPr>
              <a:t>3</a:t>
            </a:fld>
            <a:endParaRPr lang="en-US" altLang="zh-TW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Dynamic Memory Manipulations</a:t>
            </a:r>
            <a:endParaRPr lang="zh-TW" altLang="en-US" dirty="0">
              <a:ea typeface="新細明體" charset="-12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TW" sz="2400" dirty="0">
                <a:ea typeface="新細明體" charset="-120"/>
              </a:rPr>
              <a:t>Dynamic Memory Allocation: </a:t>
            </a: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</a:rPr>
              <a:t>malloc()</a:t>
            </a:r>
          </a:p>
          <a:p>
            <a:pPr>
              <a:lnSpc>
                <a:spcPct val="80000"/>
              </a:lnSpc>
              <a:defRPr/>
            </a:pPr>
            <a:endParaRPr lang="en-US" altLang="zh-TW" sz="2400" dirty="0">
              <a:ea typeface="新細明體" charset="-120"/>
            </a:endParaRPr>
          </a:p>
          <a:p>
            <a:pPr>
              <a:lnSpc>
                <a:spcPct val="80000"/>
              </a:lnSpc>
              <a:defRPr/>
            </a:pPr>
            <a:endParaRPr lang="en-US" altLang="zh-TW" sz="2400" dirty="0">
              <a:ea typeface="新細明體" charset="-120"/>
            </a:endParaRPr>
          </a:p>
          <a:p>
            <a:pPr>
              <a:lnSpc>
                <a:spcPct val="80000"/>
              </a:lnSpc>
              <a:defRPr/>
            </a:pPr>
            <a:endParaRPr lang="en-US" altLang="zh-TW" sz="2400" dirty="0">
              <a:ea typeface="新細明體" charset="-120"/>
            </a:endParaRPr>
          </a:p>
          <a:p>
            <a:pPr>
              <a:lnSpc>
                <a:spcPct val="80000"/>
              </a:lnSpc>
              <a:defRPr/>
            </a:pPr>
            <a:endParaRPr lang="en-US" altLang="zh-TW" sz="2400" dirty="0">
              <a:ea typeface="新細明體" charset="-120"/>
            </a:endParaRPr>
          </a:p>
          <a:p>
            <a:pPr>
              <a:lnSpc>
                <a:spcPct val="80000"/>
              </a:lnSpc>
              <a:defRPr/>
            </a:pPr>
            <a:endParaRPr lang="en-US" altLang="zh-TW" sz="2400" dirty="0">
              <a:ea typeface="新細明體" charset="-120"/>
            </a:endParaRPr>
          </a:p>
          <a:p>
            <a:pPr lvl="1">
              <a:lnSpc>
                <a:spcPct val="80000"/>
              </a:lnSpc>
              <a:defRPr/>
            </a:pPr>
            <a:endParaRPr lang="en-US" altLang="zh-TW" sz="2000" dirty="0">
              <a:solidFill>
                <a:schemeClr val="bg2"/>
              </a:solidFill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80000"/>
              </a:lnSpc>
              <a:defRPr/>
            </a:pPr>
            <a:endParaRPr lang="en-US" altLang="zh-TW" sz="240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zh-TW" sz="2400" b="1" dirty="0" err="1">
                <a:solidFill>
                  <a:schemeClr val="hlink"/>
                </a:solidFill>
                <a:latin typeface="Consolas" panose="020B0609020204030204" pitchFamily="49" charset="0"/>
                <a:ea typeface="新細明體" charset="-120"/>
              </a:rPr>
              <a:t>size_t</a:t>
            </a:r>
            <a:r>
              <a:rPr lang="en-US" altLang="zh-TW" sz="2400" dirty="0">
                <a:ea typeface="新細明體" charset="-120"/>
              </a:rPr>
              <a:t> is type-defined to an unsigned integral type, such as </a:t>
            </a:r>
            <a:r>
              <a:rPr lang="en-US" altLang="zh-TW" sz="2400" u="sng" dirty="0">
                <a:solidFill>
                  <a:schemeClr val="hlink"/>
                </a:solidFill>
                <a:latin typeface="Consolas" panose="020B0609020204030204" pitchFamily="49" charset="0"/>
                <a:ea typeface="新細明體" charset="-120"/>
              </a:rPr>
              <a:t>unsigned </a:t>
            </a:r>
            <a:r>
              <a:rPr lang="en-US" altLang="zh-TW" sz="2400" u="sng" dirty="0" err="1">
                <a:solidFill>
                  <a:schemeClr val="hlink"/>
                </a:solidFill>
                <a:latin typeface="Consolas" panose="020B0609020204030204" pitchFamily="49" charset="0"/>
                <a:ea typeface="新細明體" charset="-120"/>
              </a:rPr>
              <a:t>int</a:t>
            </a:r>
            <a:r>
              <a:rPr lang="en-US" altLang="zh-TW" sz="2400" dirty="0">
                <a:ea typeface="新細明體" charset="-120"/>
              </a:rPr>
              <a:t>, </a:t>
            </a:r>
            <a:r>
              <a:rPr lang="en-US" altLang="zh-TW" sz="2400" u="sng" dirty="0">
                <a:solidFill>
                  <a:schemeClr val="hlink"/>
                </a:solidFill>
                <a:latin typeface="Consolas" panose="020B0609020204030204" pitchFamily="49" charset="0"/>
                <a:ea typeface="新細明體" charset="-120"/>
              </a:rPr>
              <a:t>unsigned long</a:t>
            </a:r>
            <a:r>
              <a:rPr lang="en-US" altLang="zh-TW" sz="2400" dirty="0">
                <a:ea typeface="新細明體" charset="-120"/>
              </a:rPr>
              <a:t>, and </a:t>
            </a:r>
            <a:r>
              <a:rPr lang="en-US" altLang="zh-TW" sz="2400" u="sng" dirty="0">
                <a:solidFill>
                  <a:schemeClr val="hlink"/>
                </a:solidFill>
                <a:latin typeface="Consolas" panose="020B0609020204030204" pitchFamily="49" charset="0"/>
                <a:ea typeface="新細明體" charset="-120"/>
              </a:rPr>
              <a:t>unsigned long </a:t>
            </a:r>
            <a:r>
              <a:rPr lang="en-US" altLang="zh-TW" sz="2400" u="sng" dirty="0" err="1">
                <a:solidFill>
                  <a:schemeClr val="hlink"/>
                </a:solidFill>
                <a:latin typeface="Consolas" panose="020B0609020204030204" pitchFamily="49" charset="0"/>
                <a:ea typeface="新細明體" charset="-120"/>
              </a:rPr>
              <a:t>long</a:t>
            </a:r>
            <a:endParaRPr lang="en-US" altLang="zh-TW" sz="2400" u="sng" dirty="0">
              <a:solidFill>
                <a:schemeClr val="hlink"/>
              </a:solidFill>
              <a:latin typeface="Consolas" panose="020B0609020204030204" pitchFamily="49" charset="0"/>
              <a:ea typeface="新細明體" charset="-120"/>
            </a:endParaRPr>
          </a:p>
          <a:p>
            <a:pPr lvl="1">
              <a:lnSpc>
                <a:spcPct val="80000"/>
              </a:lnSpc>
              <a:defRPr/>
            </a:pPr>
            <a:r>
              <a:rPr lang="en-US" altLang="zh-TW" sz="2000" dirty="0">
                <a:ea typeface="新細明體" charset="-120"/>
              </a:rPr>
              <a:t>The exact type is platform-dependent</a:t>
            </a:r>
            <a:endParaRPr lang="en-US" altLang="zh-TW" sz="2000" dirty="0">
              <a:solidFill>
                <a:schemeClr val="hlink"/>
              </a:solidFill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zh-TW" sz="2400" b="1" dirty="0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size</a:t>
            </a:r>
            <a:r>
              <a:rPr lang="en-US" altLang="zh-TW" sz="2400" dirty="0">
                <a:ea typeface="新細明體" charset="-120"/>
              </a:rPr>
              <a:t> is the number of bytes required in the allocation.</a:t>
            </a:r>
          </a:p>
          <a:p>
            <a:pPr>
              <a:lnSpc>
                <a:spcPct val="80000"/>
              </a:lnSpc>
              <a:defRPr/>
            </a:pPr>
            <a:r>
              <a:rPr lang="en-US" altLang="zh-TW" sz="2400" b="1" dirty="0">
                <a:highlight>
                  <a:srgbClr val="C0C0C0"/>
                </a:highlight>
                <a:latin typeface="Consolas" panose="020B0609020204030204" pitchFamily="49" charset="0"/>
                <a:ea typeface="新細明體" charset="-120"/>
              </a:rPr>
              <a:t>malloc</a:t>
            </a: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</a:rPr>
              <a:t>()</a:t>
            </a:r>
            <a:r>
              <a:rPr lang="en-US" altLang="zh-TW" sz="2400" dirty="0">
                <a:ea typeface="新細明體" charset="-120"/>
              </a:rPr>
              <a:t> </a:t>
            </a:r>
            <a:r>
              <a:rPr lang="en-US" altLang="zh-TW" sz="2400" dirty="0">
                <a:solidFill>
                  <a:srgbClr val="FF3300"/>
                </a:solidFill>
                <a:highlight>
                  <a:srgbClr val="00FF00"/>
                </a:highlight>
                <a:ea typeface="新細明體" charset="-120"/>
              </a:rPr>
              <a:t>returns a pointer</a:t>
            </a:r>
            <a:r>
              <a:rPr lang="en-US" altLang="zh-TW" sz="2400" dirty="0">
                <a:ea typeface="新細明體" charset="-120"/>
              </a:rPr>
              <a:t> to a block of memory of </a:t>
            </a:r>
            <a:r>
              <a:rPr lang="en-US" altLang="zh-TW" sz="2400" dirty="0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size</a:t>
            </a:r>
            <a:r>
              <a:rPr lang="en-US" altLang="zh-TW" sz="2400" dirty="0">
                <a:ea typeface="新細明體" charset="-120"/>
              </a:rPr>
              <a:t> bytes.</a:t>
            </a:r>
          </a:p>
          <a:p>
            <a:pPr>
              <a:lnSpc>
                <a:spcPct val="80000"/>
              </a:lnSpc>
              <a:defRPr/>
            </a:pPr>
            <a:r>
              <a:rPr lang="en-US" altLang="zh-TW" sz="2400" dirty="0">
                <a:ea typeface="新細明體" charset="-120"/>
              </a:rPr>
              <a:t>The function call returns </a:t>
            </a:r>
            <a:r>
              <a:rPr lang="en-US" altLang="zh-TW" sz="2400" dirty="0">
                <a:solidFill>
                  <a:srgbClr val="990000"/>
                </a:solidFill>
                <a:latin typeface="Consolas" panose="020B0609020204030204" pitchFamily="49" charset="0"/>
                <a:ea typeface="新細明體" charset="-120"/>
              </a:rPr>
              <a:t>NULL</a:t>
            </a:r>
            <a:r>
              <a:rPr lang="en-US" altLang="zh-TW" sz="2400" dirty="0">
                <a:ea typeface="新細明體" charset="-120"/>
              </a:rPr>
              <a:t> when the allocation fails.</a:t>
            </a:r>
            <a:endParaRPr lang="zh-TW" altLang="en-US" sz="2400" dirty="0">
              <a:ea typeface="新細明體" charset="-12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C2A570-4655-40A5-9640-F05675496B04}" type="slidenum">
              <a:rPr lang="zh-TW" altLang="en-US"/>
              <a:pPr>
                <a:defRPr/>
              </a:pPr>
              <a:t>4</a:t>
            </a:fld>
            <a:endParaRPr lang="en-US" altLang="zh-TW"/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539440" y="1556740"/>
            <a:ext cx="7696200" cy="1981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en-US" altLang="zh-TW" b="0" dirty="0">
                <a:latin typeface="Calibri" panose="020F0502020204030204" pitchFamily="34" charset="0"/>
                <a:ea typeface="新細明體" charset="-120"/>
              </a:rPr>
              <a:t>From the C reference manual: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TW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/* header file </a:t>
            </a:r>
            <a:r>
              <a:rPr lang="en-US" altLang="zh-TW" b="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stdlib.h</a:t>
            </a:r>
            <a:r>
              <a:rPr lang="en-US" altLang="zh-TW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 declares the function */</a:t>
            </a:r>
            <a:endParaRPr lang="en-US" altLang="zh-TW" b="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新細明體" charset="-12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#include &lt;</a:t>
            </a:r>
            <a:r>
              <a:rPr lang="en-US" altLang="zh-TW" sz="2000" b="0" dirty="0" err="1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</a:rPr>
              <a:t>stdlib.h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&gt;</a:t>
            </a:r>
          </a:p>
          <a:p>
            <a:pPr lvl="1" eaLnBrk="1" hangingPunct="1">
              <a:lnSpc>
                <a:spcPct val="80000"/>
              </a:lnSpc>
              <a:buFont typeface="Wingdings" charset="2"/>
              <a:buNone/>
              <a:defRPr/>
            </a:pPr>
            <a:endParaRPr lang="en-US" altLang="zh-TW" sz="2000" b="0" dirty="0">
              <a:latin typeface="Consolas" panose="020B0609020204030204" pitchFamily="49" charset="0"/>
              <a:ea typeface="新細明體" charset="-12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00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</a:rPr>
              <a:t>void *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altLang="zh-TW" sz="2000" dirty="0">
                <a:highlight>
                  <a:srgbClr val="C0C0C0"/>
                </a:highlight>
                <a:latin typeface="Consolas" panose="020B0609020204030204" pitchFamily="49" charset="0"/>
                <a:ea typeface="新細明體" charset="-120"/>
              </a:rPr>
              <a:t>malloc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</a:rPr>
              <a:t>(</a:t>
            </a:r>
            <a:r>
              <a:rPr lang="en-US" altLang="zh-TW" sz="2000" dirty="0" err="1">
                <a:solidFill>
                  <a:schemeClr val="hlink"/>
                </a:solidFill>
                <a:latin typeface="Consolas" panose="020B0609020204030204" pitchFamily="49" charset="0"/>
                <a:ea typeface="新細明體" charset="-120"/>
              </a:rPr>
              <a:t>size_t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altLang="zh-TW" sz="2000" dirty="0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size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</a:rPr>
              <a:t>);</a:t>
            </a:r>
          </a:p>
          <a:p>
            <a:pPr>
              <a:spcBef>
                <a:spcPct val="50000"/>
              </a:spcBef>
              <a:defRPr/>
            </a:pPr>
            <a:endParaRPr lang="en-US" altLang="zh-TW" b="0" dirty="0">
              <a:latin typeface="Calibri" panose="020F0502020204030204" pitchFamily="34" charset="0"/>
              <a:ea typeface="新細明體" charset="-12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>
                <a:ea typeface="新細明體" charset="-120"/>
              </a:rPr>
              <a:t>Get </a:t>
            </a:r>
            <a:r>
              <a:rPr lang="en-US" altLang="zh-TW" i="1">
                <a:ea typeface="新細明體" charset="-120"/>
              </a:rPr>
              <a:t>some</a:t>
            </a:r>
            <a:r>
              <a:rPr lang="en-US" altLang="zh-TW">
                <a:ea typeface="新細明體" charset="-120"/>
              </a:rPr>
              <a:t> Bytes Using </a:t>
            </a:r>
            <a:r>
              <a:rPr lang="en-US" altLang="zh-TW" b="1">
                <a:latin typeface="Courier New" charset="0"/>
                <a:ea typeface="新細明體" charset="-120"/>
              </a:rPr>
              <a:t>malloc()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4</a:t>
            </a:r>
          </a:p>
        </p:txBody>
      </p:sp>
      <p:sp>
        <p:nvSpPr>
          <p:cNvPr id="10253" name="Rectangle 13"/>
          <p:cNvSpPr>
            <a:spLocks noChangeArrowheads="1"/>
          </p:cNvSpPr>
          <p:nvPr/>
        </p:nvSpPr>
        <p:spPr bwMode="auto">
          <a:xfrm>
            <a:off x="461963" y="2824163"/>
            <a:ext cx="8682037" cy="533400"/>
          </a:xfrm>
          <a:prstGeom prst="rect">
            <a:avLst/>
          </a:prstGeom>
          <a:solidFill>
            <a:srgbClr val="FFCC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TW" b="0">
                <a:solidFill>
                  <a:srgbClr val="009900"/>
                </a:solidFill>
                <a:latin typeface="Arial" charset="0"/>
                <a:ea typeface="新細明體" charset="-120"/>
              </a:rPr>
              <a:t>/* Ask for a size from the user */</a:t>
            </a:r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461963" y="3629025"/>
            <a:ext cx="8682037" cy="304800"/>
          </a:xfrm>
          <a:prstGeom prst="rect">
            <a:avLst/>
          </a:prstGeom>
          <a:solidFill>
            <a:srgbClr val="00CCFF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Arial" charset="0"/>
                <a:ea typeface="新細明體" charset="-120"/>
              </a:rPr>
              <a:t>/* Call </a:t>
            </a:r>
            <a:r>
              <a:rPr lang="en-US" altLang="zh-TW" dirty="0">
                <a:solidFill>
                  <a:srgbClr val="009900"/>
                </a:solidFill>
                <a:latin typeface="Courier New" charset="0"/>
                <a:ea typeface="新細明體" charset="-120"/>
              </a:rPr>
              <a:t>malloc()</a:t>
            </a:r>
            <a:r>
              <a:rPr lang="en-US" altLang="zh-TW" b="0" dirty="0">
                <a:solidFill>
                  <a:srgbClr val="009900"/>
                </a:solidFill>
                <a:latin typeface="Arial" charset="0"/>
                <a:ea typeface="新細明體" charset="-120"/>
              </a:rPr>
              <a:t> to do the magic */</a:t>
            </a:r>
          </a:p>
        </p:txBody>
      </p:sp>
      <p:sp>
        <p:nvSpPr>
          <p:cNvPr id="10255" name="Rectangle 15"/>
          <p:cNvSpPr>
            <a:spLocks noChangeArrowheads="1"/>
          </p:cNvSpPr>
          <p:nvPr/>
        </p:nvSpPr>
        <p:spPr bwMode="auto">
          <a:xfrm>
            <a:off x="461963" y="4157663"/>
            <a:ext cx="8682037" cy="1143000"/>
          </a:xfrm>
          <a:prstGeom prst="rect">
            <a:avLst/>
          </a:prstGeom>
          <a:solidFill>
            <a:srgbClr val="CC66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TW" b="0">
                <a:solidFill>
                  <a:srgbClr val="009900"/>
                </a:solidFill>
                <a:latin typeface="Arial" charset="0"/>
                <a:ea typeface="新細明體" charset="-120"/>
              </a:rPr>
              <a:t>/* Check if it is ok */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457200" y="831850"/>
            <a:ext cx="8686800" cy="5319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zh-TW" dirty="0">
                <a:latin typeface="Courier New" charset="0"/>
                <a:ea typeface="新細明體" charset="-120"/>
              </a:rPr>
              <a:t>#include &lt;</a:t>
            </a:r>
            <a:r>
              <a:rPr lang="en-US" altLang="zh-TW" dirty="0" err="1">
                <a:latin typeface="Courier New" charset="0"/>
                <a:ea typeface="新細明體" charset="-120"/>
              </a:rPr>
              <a:t>stdio.h</a:t>
            </a:r>
            <a:r>
              <a:rPr lang="en-US" altLang="zh-TW" dirty="0">
                <a:latin typeface="Courier New" charset="0"/>
                <a:ea typeface="新細明體" charset="-120"/>
              </a:rPr>
              <a:t>&gt;</a:t>
            </a:r>
          </a:p>
          <a:p>
            <a:pPr>
              <a:defRPr/>
            </a:pPr>
            <a:r>
              <a:rPr lang="en-US" altLang="zh-TW" dirty="0">
                <a:latin typeface="Courier New" charset="0"/>
                <a:ea typeface="新細明體" charset="-120"/>
              </a:rPr>
              <a:t>#include &lt;</a:t>
            </a:r>
            <a:r>
              <a:rPr lang="en-US" altLang="zh-TW" dirty="0" err="1">
                <a:solidFill>
                  <a:srgbClr val="009900"/>
                </a:solidFill>
                <a:latin typeface="Courier New" charset="0"/>
                <a:ea typeface="新細明體" charset="-120"/>
              </a:rPr>
              <a:t>stdlib.h</a:t>
            </a:r>
            <a:r>
              <a:rPr lang="en-US" altLang="zh-TW" dirty="0">
                <a:latin typeface="Courier New" charset="0"/>
                <a:ea typeface="新細明體" charset="-120"/>
              </a:rPr>
              <a:t>&gt;</a:t>
            </a:r>
          </a:p>
          <a:p>
            <a:pPr>
              <a:defRPr/>
            </a:pPr>
            <a:endParaRPr lang="en-US" altLang="zh-TW" dirty="0">
              <a:latin typeface="Courier New" charset="0"/>
              <a:ea typeface="新細明體" charset="-120"/>
            </a:endParaRPr>
          </a:p>
          <a:p>
            <a:pPr>
              <a:defRPr/>
            </a:pPr>
            <a:r>
              <a:rPr lang="en-US" altLang="zh-TW" dirty="0" err="1">
                <a:latin typeface="Courier New" charset="0"/>
                <a:ea typeface="新細明體" charset="-120"/>
              </a:rPr>
              <a:t>int</a:t>
            </a:r>
            <a:r>
              <a:rPr lang="en-US" altLang="zh-TW" dirty="0">
                <a:latin typeface="Courier New" charset="0"/>
                <a:ea typeface="新細明體" charset="-120"/>
              </a:rPr>
              <a:t> main(void) {</a:t>
            </a:r>
          </a:p>
          <a:p>
            <a:pPr>
              <a:defRPr/>
            </a:pPr>
            <a:r>
              <a:rPr lang="en-US" altLang="zh-TW" dirty="0">
                <a:latin typeface="Courier New" charset="0"/>
                <a:ea typeface="新細明體" charset="-120"/>
              </a:rPr>
              <a:t>  </a:t>
            </a:r>
            <a:r>
              <a:rPr lang="en-US" altLang="zh-TW" dirty="0" err="1">
                <a:latin typeface="Courier New" charset="0"/>
                <a:ea typeface="新細明體" charset="-120"/>
              </a:rPr>
              <a:t>int</a:t>
            </a:r>
            <a:r>
              <a:rPr lang="en-US" altLang="zh-TW" dirty="0">
                <a:latin typeface="Courier New" charset="0"/>
                <a:ea typeface="新細明體" charset="-120"/>
              </a:rPr>
              <a:t> amount;</a:t>
            </a:r>
          </a:p>
          <a:p>
            <a:pPr>
              <a:defRPr/>
            </a:pPr>
            <a:r>
              <a:rPr lang="en-US" altLang="zh-TW" dirty="0">
                <a:latin typeface="Courier New" charset="0"/>
                <a:ea typeface="新細明體" charset="-120"/>
              </a:rPr>
              <a:t>  </a:t>
            </a:r>
            <a:r>
              <a:rPr lang="en-US" altLang="zh-TW" dirty="0">
                <a:solidFill>
                  <a:srgbClr val="FF3300"/>
                </a:solidFill>
                <a:highlight>
                  <a:srgbClr val="FFFF00"/>
                </a:highlight>
                <a:latin typeface="Courier New" charset="0"/>
                <a:ea typeface="新細明體" charset="-120"/>
              </a:rPr>
              <a:t>void *</a:t>
            </a:r>
            <a:r>
              <a:rPr lang="en-US" altLang="zh-TW" dirty="0" err="1">
                <a:highlight>
                  <a:srgbClr val="00FF00"/>
                </a:highlight>
                <a:latin typeface="Courier New" charset="0"/>
                <a:ea typeface="新細明體" charset="-120"/>
              </a:rPr>
              <a:t>ptr</a:t>
            </a:r>
            <a:r>
              <a:rPr lang="en-US" altLang="zh-TW" dirty="0">
                <a:latin typeface="Courier New" charset="0"/>
                <a:ea typeface="新細明體" charset="-120"/>
              </a:rPr>
              <a:t>;</a:t>
            </a:r>
          </a:p>
          <a:p>
            <a:pPr>
              <a:defRPr/>
            </a:pPr>
            <a:endParaRPr lang="en-US" altLang="zh-TW" dirty="0">
              <a:latin typeface="Courier New" charset="0"/>
              <a:ea typeface="新細明體" charset="-120"/>
            </a:endParaRPr>
          </a:p>
          <a:p>
            <a:pPr>
              <a:defRPr/>
            </a:pPr>
            <a:r>
              <a:rPr lang="en-US" altLang="zh-TW" dirty="0">
                <a:latin typeface="Courier New" charset="0"/>
                <a:ea typeface="新細明體" charset="-120"/>
              </a:rPr>
              <a:t>  </a:t>
            </a:r>
            <a:r>
              <a:rPr lang="en-US" altLang="zh-TW" dirty="0" err="1">
                <a:latin typeface="Courier New" charset="0"/>
                <a:ea typeface="新細明體" charset="-120"/>
              </a:rPr>
              <a:t>printf</a:t>
            </a:r>
            <a:r>
              <a:rPr lang="en-US" altLang="zh-TW" dirty="0">
                <a:latin typeface="Courier New" charset="0"/>
                <a:ea typeface="新細明體" charset="-120"/>
              </a:rPr>
              <a:t>("How many bytes? ");</a:t>
            </a:r>
          </a:p>
          <a:p>
            <a:pPr>
              <a:defRPr/>
            </a:pPr>
            <a:r>
              <a:rPr lang="en-US" altLang="zh-TW" dirty="0">
                <a:latin typeface="Courier New" charset="0"/>
                <a:ea typeface="新細明體" charset="-120"/>
              </a:rPr>
              <a:t>  </a:t>
            </a:r>
            <a:r>
              <a:rPr lang="en-US" altLang="zh-TW" dirty="0" err="1">
                <a:latin typeface="Courier New" charset="0"/>
                <a:ea typeface="新細明體" charset="-120"/>
              </a:rPr>
              <a:t>scanf</a:t>
            </a:r>
            <a:r>
              <a:rPr lang="en-US" altLang="zh-TW" dirty="0">
                <a:latin typeface="Courier New" charset="0"/>
                <a:ea typeface="新細明體" charset="-120"/>
              </a:rPr>
              <a:t>("%d", &amp;</a:t>
            </a:r>
            <a:r>
              <a:rPr lang="en-US" altLang="zh-TW" dirty="0">
                <a:solidFill>
                  <a:schemeClr val="folHlink"/>
                </a:solidFill>
                <a:latin typeface="Courier New" charset="0"/>
                <a:ea typeface="新細明體" charset="-120"/>
              </a:rPr>
              <a:t>amount</a:t>
            </a:r>
            <a:r>
              <a:rPr lang="en-US" altLang="zh-TW" dirty="0">
                <a:latin typeface="Courier New" charset="0"/>
                <a:ea typeface="新細明體" charset="-120"/>
              </a:rPr>
              <a:t>);</a:t>
            </a:r>
          </a:p>
          <a:p>
            <a:pPr>
              <a:defRPr/>
            </a:pPr>
            <a:endParaRPr lang="en-US" altLang="zh-TW" dirty="0">
              <a:latin typeface="Courier New" charset="0"/>
              <a:ea typeface="新細明體" charset="-120"/>
            </a:endParaRPr>
          </a:p>
          <a:p>
            <a:pPr>
              <a:defRPr/>
            </a:pPr>
            <a:r>
              <a:rPr lang="en-US" altLang="zh-TW" dirty="0">
                <a:latin typeface="Courier New" charset="0"/>
                <a:ea typeface="新細明體" charset="-120"/>
              </a:rPr>
              <a:t>  </a:t>
            </a:r>
            <a:r>
              <a:rPr lang="en-US" altLang="zh-TW" dirty="0" err="1">
                <a:solidFill>
                  <a:srgbClr val="FF3300"/>
                </a:solidFill>
                <a:highlight>
                  <a:srgbClr val="00FF00"/>
                </a:highlight>
                <a:latin typeface="Courier New" charset="0"/>
                <a:ea typeface="新細明體" charset="-120"/>
              </a:rPr>
              <a:t>ptr</a:t>
            </a:r>
            <a:r>
              <a:rPr lang="en-US" altLang="zh-TW" dirty="0">
                <a:latin typeface="Courier New" charset="0"/>
                <a:ea typeface="新細明體" charset="-120"/>
              </a:rPr>
              <a:t> = </a:t>
            </a:r>
            <a:r>
              <a:rPr lang="en-US" altLang="zh-TW" dirty="0">
                <a:solidFill>
                  <a:srgbClr val="009900"/>
                </a:solidFill>
                <a:latin typeface="Courier New" charset="0"/>
                <a:ea typeface="新細明體" charset="-120"/>
              </a:rPr>
              <a:t>malloc(</a:t>
            </a:r>
            <a:r>
              <a:rPr lang="en-US" altLang="zh-TW" dirty="0">
                <a:solidFill>
                  <a:schemeClr val="folHlink"/>
                </a:solidFill>
                <a:latin typeface="Courier New" charset="0"/>
                <a:ea typeface="新細明體" charset="-120"/>
              </a:rPr>
              <a:t>amount</a:t>
            </a:r>
            <a:r>
              <a:rPr lang="en-US" altLang="zh-TW" dirty="0">
                <a:solidFill>
                  <a:srgbClr val="009900"/>
                </a:solidFill>
                <a:latin typeface="Courier New" charset="0"/>
                <a:ea typeface="新細明體" charset="-120"/>
              </a:rPr>
              <a:t>)</a:t>
            </a:r>
            <a:r>
              <a:rPr lang="en-US" altLang="zh-TW" dirty="0">
                <a:latin typeface="Courier New" charset="0"/>
                <a:ea typeface="新細明體" charset="-120"/>
              </a:rPr>
              <a:t>;</a:t>
            </a:r>
          </a:p>
          <a:p>
            <a:pPr>
              <a:defRPr/>
            </a:pPr>
            <a:endParaRPr lang="en-US" altLang="zh-TW" dirty="0">
              <a:latin typeface="Courier New" charset="0"/>
              <a:ea typeface="新細明體" charset="-120"/>
            </a:endParaRPr>
          </a:p>
          <a:p>
            <a:pPr>
              <a:defRPr/>
            </a:pPr>
            <a:r>
              <a:rPr lang="en-US" altLang="zh-TW" dirty="0">
                <a:latin typeface="Courier New" charset="0"/>
                <a:ea typeface="新細明體" charset="-120"/>
              </a:rPr>
              <a:t>  if (</a:t>
            </a:r>
            <a:r>
              <a:rPr lang="en-US" altLang="zh-TW" dirty="0" err="1">
                <a:solidFill>
                  <a:srgbClr val="FF3300"/>
                </a:solidFill>
                <a:highlight>
                  <a:srgbClr val="00FF00"/>
                </a:highlight>
                <a:latin typeface="Courier New" charset="0"/>
                <a:ea typeface="新細明體" charset="-120"/>
              </a:rPr>
              <a:t>ptr</a:t>
            </a:r>
            <a:r>
              <a:rPr lang="en-US" altLang="zh-TW" dirty="0">
                <a:latin typeface="Courier New" charset="0"/>
                <a:ea typeface="新細明體" charset="-120"/>
              </a:rPr>
              <a:t> != </a:t>
            </a:r>
            <a:r>
              <a:rPr lang="en-US" altLang="zh-TW" dirty="0">
                <a:solidFill>
                  <a:srgbClr val="990000"/>
                </a:solidFill>
                <a:latin typeface="Courier New" charset="0"/>
                <a:ea typeface="新細明體" charset="-120"/>
              </a:rPr>
              <a:t>NULL</a:t>
            </a:r>
            <a:r>
              <a:rPr lang="en-US" altLang="zh-TW" dirty="0">
                <a:latin typeface="Courier New" charset="0"/>
                <a:ea typeface="新細明體" charset="-120"/>
              </a:rPr>
              <a:t>)</a:t>
            </a:r>
          </a:p>
          <a:p>
            <a:pPr>
              <a:defRPr/>
            </a:pPr>
            <a:r>
              <a:rPr lang="en-US" altLang="zh-TW" dirty="0">
                <a:latin typeface="Courier New" charset="0"/>
                <a:ea typeface="新細明體" charset="-120"/>
              </a:rPr>
              <a:t>    </a:t>
            </a:r>
            <a:r>
              <a:rPr lang="en-US" altLang="zh-TW" dirty="0" err="1">
                <a:latin typeface="Courier New" charset="0"/>
                <a:ea typeface="新細明體" charset="-120"/>
              </a:rPr>
              <a:t>printf</a:t>
            </a:r>
            <a:r>
              <a:rPr lang="en-US" altLang="zh-TW" dirty="0">
                <a:latin typeface="Courier New" charset="0"/>
                <a:ea typeface="新細明體" charset="-120"/>
              </a:rPr>
              <a:t>("Address: </a:t>
            </a:r>
            <a:r>
              <a:rPr lang="en-US" altLang="zh-TW" dirty="0">
                <a:solidFill>
                  <a:srgbClr val="FF3300"/>
                </a:solidFill>
                <a:latin typeface="Courier New" charset="0"/>
                <a:ea typeface="新細明體" charset="-120"/>
              </a:rPr>
              <a:t>%p</a:t>
            </a:r>
            <a:r>
              <a:rPr lang="en-US" altLang="zh-TW" dirty="0">
                <a:latin typeface="Courier New" charset="0"/>
                <a:ea typeface="新細明體" charset="-120"/>
              </a:rPr>
              <a:t>\n", </a:t>
            </a:r>
            <a:r>
              <a:rPr lang="en-US" altLang="zh-TW" dirty="0" err="1">
                <a:highlight>
                  <a:srgbClr val="00FF00"/>
                </a:highlight>
                <a:latin typeface="Courier New" charset="0"/>
                <a:ea typeface="新細明體" charset="-120"/>
              </a:rPr>
              <a:t>ptr</a:t>
            </a:r>
            <a:r>
              <a:rPr lang="en-US" altLang="zh-TW" dirty="0">
                <a:latin typeface="Courier New" charset="0"/>
                <a:ea typeface="新細明體" charset="-120"/>
              </a:rPr>
              <a:t>);</a:t>
            </a:r>
          </a:p>
          <a:p>
            <a:pPr>
              <a:defRPr/>
            </a:pPr>
            <a:r>
              <a:rPr lang="en-US" altLang="zh-TW" dirty="0">
                <a:latin typeface="Courier New" charset="0"/>
                <a:ea typeface="新細明體" charset="-120"/>
              </a:rPr>
              <a:t>  else</a:t>
            </a:r>
          </a:p>
          <a:p>
            <a:pPr>
              <a:defRPr/>
            </a:pPr>
            <a:r>
              <a:rPr lang="en-US" altLang="zh-TW" dirty="0">
                <a:latin typeface="Courier New" charset="0"/>
                <a:ea typeface="新細明體" charset="-120"/>
              </a:rPr>
              <a:t>    </a:t>
            </a:r>
            <a:r>
              <a:rPr lang="en-US" altLang="zh-TW" dirty="0" err="1">
                <a:latin typeface="Courier New" charset="0"/>
                <a:ea typeface="新細明體" charset="-120"/>
              </a:rPr>
              <a:t>printf</a:t>
            </a:r>
            <a:r>
              <a:rPr lang="en-US" altLang="zh-TW" dirty="0">
                <a:latin typeface="Courier New" charset="0"/>
                <a:ea typeface="新細明體" charset="-120"/>
              </a:rPr>
              <a:t>("Failed to allocate memory!\n");</a:t>
            </a:r>
          </a:p>
          <a:p>
            <a:pPr>
              <a:defRPr/>
            </a:pPr>
            <a:endParaRPr lang="en-US" altLang="zh-TW" dirty="0">
              <a:latin typeface="Courier New" charset="0"/>
              <a:ea typeface="新細明體" charset="-120"/>
            </a:endParaRPr>
          </a:p>
          <a:p>
            <a:pPr>
              <a:defRPr/>
            </a:pPr>
            <a:r>
              <a:rPr lang="en-US" altLang="zh-TW" dirty="0">
                <a:latin typeface="Courier New" charset="0"/>
                <a:ea typeface="新細明體" charset="-120"/>
              </a:rPr>
              <a:t>  return 0;</a:t>
            </a:r>
          </a:p>
          <a:p>
            <a:pPr>
              <a:defRPr/>
            </a:pPr>
            <a:r>
              <a:rPr lang="en-US" altLang="zh-TW" dirty="0">
                <a:latin typeface="Courier New" charset="0"/>
                <a:ea typeface="新細明體" charset="-120"/>
              </a:rPr>
              <a:t>}</a:t>
            </a: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0" y="831850"/>
            <a:ext cx="461963" cy="53197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Ins="0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 1</a:t>
            </a: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 2</a:t>
            </a:r>
            <a:endParaRPr lang="en-US" altLang="zh-TW">
              <a:solidFill>
                <a:srgbClr val="000000"/>
              </a:solidFill>
              <a:latin typeface="Courier New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 3</a:t>
            </a:r>
            <a:endParaRPr lang="en-US" altLang="zh-TW">
              <a:solidFill>
                <a:srgbClr val="000000"/>
              </a:solidFill>
              <a:latin typeface="Courier New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 4</a:t>
            </a:r>
            <a:endParaRPr lang="en-US" altLang="zh-TW">
              <a:solidFill>
                <a:srgbClr val="000000"/>
              </a:solidFill>
              <a:latin typeface="Courier New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 5</a:t>
            </a: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 6</a:t>
            </a: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 7</a:t>
            </a: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 8</a:t>
            </a: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 9</a:t>
            </a: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10</a:t>
            </a: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11</a:t>
            </a: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12</a:t>
            </a: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13</a:t>
            </a: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14</a:t>
            </a: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15</a:t>
            </a: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16</a:t>
            </a: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17</a:t>
            </a: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18</a:t>
            </a:r>
          </a:p>
          <a:p>
            <a:pPr eaLnBrk="1" hangingPunct="1">
              <a:defRPr/>
            </a:pPr>
            <a:r>
              <a:rPr lang="en-US" altLang="zh-TW">
                <a:solidFill>
                  <a:srgbClr val="5F5F5F"/>
                </a:solidFill>
                <a:latin typeface="Courier New" charset="0"/>
                <a:ea typeface="新細明體" charset="-120"/>
                <a:cs typeface="Times New Roman" charset="0"/>
              </a:rPr>
              <a:t>19</a:t>
            </a: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5791200" y="831850"/>
            <a:ext cx="3352800" cy="37623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>
                <a:latin typeface="Courier New" charset="0"/>
                <a:ea typeface="新細明體" charset="-120"/>
              </a:rPr>
              <a:t>Program dyn_1.c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0BFD9E-449D-4AB6-812D-FC51CED10BC0}"/>
              </a:ext>
            </a:extLst>
          </p:cNvPr>
          <p:cNvSpPr/>
          <p:nvPr/>
        </p:nvSpPr>
        <p:spPr>
          <a:xfrm>
            <a:off x="3790120" y="1393991"/>
            <a:ext cx="4896680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1" eaLnBrk="1" hangingPunct="1">
              <a:lnSpc>
                <a:spcPct val="80000"/>
              </a:lnSpc>
              <a:buFont typeface="Wingdings" charset="2"/>
              <a:buNone/>
              <a:defRPr/>
            </a:pPr>
            <a:r>
              <a:rPr lang="en-US" altLang="zh-TW" sz="2000" dirty="0">
                <a:solidFill>
                  <a:srgbClr val="FF3300"/>
                </a:solidFill>
                <a:latin typeface="Courier New" charset="0"/>
                <a:ea typeface="新細明體" charset="-120"/>
              </a:rPr>
              <a:t>void *</a:t>
            </a:r>
            <a:r>
              <a:rPr lang="en-US" altLang="zh-TW" sz="2000" dirty="0">
                <a:latin typeface="Courier New" charset="0"/>
                <a:ea typeface="新細明體" charset="-120"/>
              </a:rPr>
              <a:t> malloc(</a:t>
            </a:r>
            <a:r>
              <a:rPr lang="en-US" altLang="zh-TW" sz="2000" dirty="0" err="1">
                <a:solidFill>
                  <a:schemeClr val="hlink"/>
                </a:solidFill>
                <a:latin typeface="Courier New" charset="0"/>
                <a:ea typeface="新細明體" charset="-120"/>
              </a:rPr>
              <a:t>size_t</a:t>
            </a:r>
            <a:r>
              <a:rPr lang="en-US" altLang="zh-TW" sz="2000" dirty="0">
                <a:latin typeface="Courier New" charset="0"/>
                <a:ea typeface="新細明體" charset="-120"/>
              </a:rPr>
              <a:t> </a:t>
            </a:r>
            <a:r>
              <a:rPr lang="en-US" altLang="zh-TW" sz="2000" dirty="0">
                <a:solidFill>
                  <a:schemeClr val="folHlink"/>
                </a:solidFill>
                <a:latin typeface="Courier New" charset="0"/>
                <a:ea typeface="新細明體" charset="-120"/>
              </a:rPr>
              <a:t>size</a:t>
            </a:r>
            <a:r>
              <a:rPr lang="en-US" altLang="zh-TW" sz="2000" dirty="0">
                <a:latin typeface="Courier New" charset="0"/>
                <a:ea typeface="新細明體" charset="-120"/>
              </a:rPr>
              <a:t>);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B5BC7-653E-0DD0-7960-DAAB1BCBFF91}"/>
              </a:ext>
            </a:extLst>
          </p:cNvPr>
          <p:cNvSpPr txBox="1">
            <a:spLocks/>
          </p:cNvSpPr>
          <p:nvPr/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BF45497-A425-4804-8A87-308635758791}" type="slidenum">
              <a:rPr lang="zh-TW" altLang="en-US" smtClean="0"/>
              <a:pPr>
                <a:defRPr/>
              </a:pPr>
              <a:t>5</a:t>
            </a:fld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FABD85-42E6-FF6C-6AA7-896D7A776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51563"/>
            <a:ext cx="9144000" cy="711200"/>
          </a:xfrm>
          <a:prstGeom prst="rect">
            <a:avLst/>
          </a:prstGeom>
          <a:solidFill>
            <a:srgbClr val="CCCD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How many bytes?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1000000000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  <a:sym typeface="Symbol" charset="2"/>
              </a:rPr>
              <a:t></a:t>
            </a:r>
          </a:p>
          <a:p>
            <a:pPr eaLnBrk="1" hangingPunct="1"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Address: </a:t>
            </a:r>
            <a:r>
              <a:rPr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fa265fd0</a:t>
            </a:r>
          </a:p>
        </p:txBody>
      </p:sp>
      <p:sp>
        <p:nvSpPr>
          <p:cNvPr id="8" name="Oval 16">
            <a:extLst>
              <a:ext uri="{FF2B5EF4-FFF2-40B4-BE49-F238E27FC236}">
                <a16:creationId xmlns:a16="http://schemas.microsoft.com/office/drawing/2014/main" id="{68615B7D-B8B5-CA85-BFAA-CB0AA1EA0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3749" y="6157586"/>
            <a:ext cx="3471715" cy="56263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</a:rPr>
              <a:t>Get ~1GB of memory!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2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2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24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3" grpId="0" animBg="1"/>
      <p:bldP spid="10254" grpId="0" animBg="1"/>
      <p:bldP spid="10255" grpId="0" animBg="1"/>
      <p:bldP spid="2" grpId="0" animBg="1"/>
      <p:bldP spid="7" grpId="0" build="allAtOnce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00213"/>
            <a:ext cx="4294188" cy="375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388" y="1697038"/>
            <a:ext cx="4294187" cy="375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Memory Usage at a Glance!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05FD2C-5CBE-4AD8-82D0-99F7C9D08A9D}" type="slidenum">
              <a:rPr lang="zh-TW" altLang="en-US"/>
              <a:pPr>
                <a:defRPr/>
              </a:pPr>
              <a:t>6</a:t>
            </a:fld>
            <a:endParaRPr lang="en-US" altLang="zh-TW"/>
          </a:p>
        </p:txBody>
      </p:sp>
      <p:sp>
        <p:nvSpPr>
          <p:cNvPr id="29703" name="Oval 7"/>
          <p:cNvSpPr>
            <a:spLocks noChangeArrowheads="1"/>
          </p:cNvSpPr>
          <p:nvPr/>
        </p:nvSpPr>
        <p:spPr bwMode="auto">
          <a:xfrm>
            <a:off x="6172200" y="3946525"/>
            <a:ext cx="685800" cy="4191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14" name="Oval 7"/>
          <p:cNvSpPr>
            <a:spLocks noChangeArrowheads="1"/>
          </p:cNvSpPr>
          <p:nvPr/>
        </p:nvSpPr>
        <p:spPr bwMode="auto">
          <a:xfrm>
            <a:off x="1798638" y="3946525"/>
            <a:ext cx="685800" cy="4191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Get </a:t>
            </a:r>
            <a:r>
              <a:rPr lang="en-US" altLang="zh-TW" i="1" dirty="0">
                <a:ea typeface="新細明體" charset="-120"/>
              </a:rPr>
              <a:t>a few</a:t>
            </a:r>
            <a:r>
              <a:rPr lang="en-US" altLang="zh-TW" dirty="0">
                <a:ea typeface="新細明體" charset="-120"/>
              </a:rPr>
              <a:t> Bytes Using </a:t>
            </a:r>
            <a:r>
              <a:rPr lang="en-US" altLang="zh-TW" dirty="0">
                <a:latin typeface="Consolas" panose="020B0609020204030204" pitchFamily="49" charset="0"/>
                <a:ea typeface="新細明體" charset="-120"/>
              </a:rPr>
              <a:t>malloc()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3F4A7-B693-427E-B428-F807A2262A9F}" type="slidenum">
              <a:rPr lang="zh-TW" altLang="en-US"/>
              <a:pPr>
                <a:defRPr/>
              </a:pPr>
              <a:t>7</a:t>
            </a:fld>
            <a:endParaRPr lang="en-US" altLang="zh-TW"/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461963" y="2743200"/>
            <a:ext cx="8682037" cy="3810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Declare an integer pointer variable */</a:t>
            </a: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461963" y="3276600"/>
            <a:ext cx="8682037" cy="304800"/>
          </a:xfrm>
          <a:prstGeom prst="rect">
            <a:avLst/>
          </a:prstGeom>
          <a:solidFill>
            <a:srgbClr val="00CCFF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Call </a:t>
            </a:r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</a:rPr>
              <a:t>malloc()</a:t>
            </a: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 to get</a:t>
            </a:r>
            <a:r>
              <a:rPr lang="en-US" altLang="zh-TW" b="0" dirty="0">
                <a:latin typeface="Calibri" panose="020F0502020204030204" pitchFamily="34" charset="0"/>
                <a:ea typeface="新細明體" charset="-120"/>
              </a:rPr>
              <a:t> </a:t>
            </a:r>
            <a:r>
              <a:rPr lang="en-US" altLang="zh-TW" i="1" dirty="0">
                <a:solidFill>
                  <a:schemeClr val="hlink"/>
                </a:solidFill>
                <a:latin typeface="Calibri" panose="020F0502020204030204" pitchFamily="34" charset="0"/>
                <a:ea typeface="新細明體" charset="-120"/>
              </a:rPr>
              <a:t>4</a:t>
            </a: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 bytes */</a:t>
            </a:r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461963" y="3841752"/>
            <a:ext cx="8682037" cy="576261"/>
          </a:xfrm>
          <a:prstGeom prst="rect">
            <a:avLst/>
          </a:prstGeom>
          <a:solidFill>
            <a:srgbClr val="CC66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Store an integer into the memory pointed by </a:t>
            </a:r>
            <a:r>
              <a:rPr lang="en-US" altLang="zh-TW" dirty="0" err="1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 */</a:t>
            </a: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457200" y="1600200"/>
            <a:ext cx="8686800" cy="426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#include &lt;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stdio.h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&gt;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#include &lt;</a:t>
            </a:r>
            <a:r>
              <a:rPr lang="en-US" altLang="zh-TW" b="0" dirty="0" err="1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</a:rPr>
              <a:t>stdlib.h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&gt;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int main(void) {</a:t>
            </a:r>
          </a:p>
          <a:p>
            <a:pPr>
              <a:defRPr/>
            </a:pPr>
            <a:r>
              <a:rPr lang="en-US" altLang="zh-TW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</a:rPr>
              <a:t>  </a:t>
            </a:r>
            <a:r>
              <a:rPr lang="en-US" altLang="zh-TW" b="0" dirty="0">
                <a:solidFill>
                  <a:srgbClr val="FF33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int *</a:t>
            </a:r>
            <a:r>
              <a:rPr lang="en-US" altLang="zh-TW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endParaRPr lang="en-US" altLang="zh-TW" b="0" dirty="0">
              <a:solidFill>
                <a:srgbClr val="FF3300"/>
              </a:solidFill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</a:rPr>
              <a:t>  </a:t>
            </a:r>
            <a:r>
              <a:rPr lang="en-US" altLang="zh-TW" b="0" dirty="0" err="1">
                <a:solidFill>
                  <a:srgbClr val="FF33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= (int *)</a:t>
            </a:r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</a:rPr>
              <a:t>malloc( </a:t>
            </a:r>
            <a:r>
              <a:rPr lang="en-US" altLang="zh-TW" b="0" dirty="0" err="1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sizeof</a:t>
            </a:r>
            <a:r>
              <a:rPr lang="en-US" altLang="zh-TW" b="0" dirty="0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(int) </a:t>
            </a:r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</a:rPr>
              <a:t>)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if (</a:t>
            </a:r>
            <a:r>
              <a:rPr lang="en-US" altLang="zh-TW" b="0" dirty="0" err="1">
                <a:solidFill>
                  <a:srgbClr val="FF33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!= </a:t>
            </a:r>
            <a:r>
              <a:rPr lang="en-US" altLang="zh-TW" b="0" dirty="0">
                <a:solidFill>
                  <a:srgbClr val="990000"/>
                </a:solidFill>
                <a:latin typeface="Consolas" panose="020B0609020204030204" pitchFamily="49" charset="0"/>
                <a:ea typeface="新細明體" charset="-120"/>
              </a:rPr>
              <a:t>NULL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) {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 </a:t>
            </a:r>
            <a:r>
              <a:rPr lang="en-US" altLang="zh-TW" b="0" dirty="0">
                <a:solidFill>
                  <a:srgbClr val="FF33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*</a:t>
            </a:r>
            <a:r>
              <a:rPr lang="en-US" altLang="zh-TW" b="0" dirty="0" err="1">
                <a:solidFill>
                  <a:srgbClr val="FF33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= </a:t>
            </a:r>
            <a:r>
              <a:rPr lang="en-US" altLang="zh-TW" b="0" dirty="0">
                <a:solidFill>
                  <a:srgbClr val="663300"/>
                </a:solidFill>
                <a:latin typeface="Consolas" panose="020B0609020204030204" pitchFamily="49" charset="0"/>
                <a:ea typeface="新細明體" charset="-120"/>
              </a:rPr>
              <a:t>97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 printf("The int stored at %p is %d.\n",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, </a:t>
            </a:r>
            <a:r>
              <a:rPr lang="en-US" altLang="zh-TW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</a:rPr>
              <a:t>*</a:t>
            </a:r>
            <a:r>
              <a:rPr lang="en-US" altLang="zh-TW" b="0" dirty="0" err="1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);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}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return 0;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}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1600200"/>
            <a:ext cx="461963" cy="4267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1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4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5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6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7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8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9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10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11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12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13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14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15</a:t>
            </a: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0" y="6019800"/>
            <a:ext cx="9144000" cy="838200"/>
          </a:xfrm>
          <a:prstGeom prst="rect">
            <a:avLst/>
          </a:prstGeom>
          <a:solidFill>
            <a:srgbClr val="CCCD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The int stored at </a:t>
            </a:r>
            <a:r>
              <a:rPr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fa265fd0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 is </a:t>
            </a:r>
            <a:r>
              <a:rPr lang="en-US" altLang="zh-TW" sz="2000" b="0" dirty="0">
                <a:solidFill>
                  <a:srgbClr val="6633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97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.</a:t>
            </a: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0" y="1223963"/>
            <a:ext cx="3352800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Program dyn_2.c</a:t>
            </a:r>
          </a:p>
        </p:txBody>
      </p:sp>
      <p:sp>
        <p:nvSpPr>
          <p:cNvPr id="32779" name="Oval 11"/>
          <p:cNvSpPr>
            <a:spLocks noChangeArrowheads="1"/>
          </p:cNvSpPr>
          <p:nvPr/>
        </p:nvSpPr>
        <p:spPr bwMode="auto">
          <a:xfrm>
            <a:off x="5334000" y="6096000"/>
            <a:ext cx="3657600" cy="6858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b="0" dirty="0">
                <a:latin typeface="Calibri" panose="020F0502020204030204" pitchFamily="34" charset="0"/>
                <a:ea typeface="新細明體" charset="-120"/>
              </a:rPr>
              <a:t>Get the storage for an integer!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7" grpId="0" animBg="1"/>
      <p:bldP spid="32778" grpId="0" animBg="1"/>
      <p:bldP spid="32773" grpId="0" animBg="1"/>
      <p:bldP spid="3277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Memory allocation (using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malloc()</a:t>
            </a:r>
            <a:r>
              <a:rPr lang="en-US" altLang="zh-TW" dirty="0">
                <a:ea typeface="新細明體" charset="-120"/>
              </a:rPr>
              <a:t>)</a:t>
            </a:r>
          </a:p>
        </p:txBody>
      </p:sp>
      <p:sp>
        <p:nvSpPr>
          <p:cNvPr id="69788" name="Rectangle 156"/>
          <p:cNvSpPr>
            <a:spLocks noGrp="1" noChangeArrowheads="1"/>
          </p:cNvSpPr>
          <p:nvPr>
            <p:ph idx="1"/>
          </p:nvPr>
        </p:nvSpPr>
        <p:spPr>
          <a:xfrm>
            <a:off x="284163" y="1343025"/>
            <a:ext cx="5791970" cy="1348061"/>
          </a:xfrm>
        </p:spPr>
        <p:txBody>
          <a:bodyPr wrap="none">
            <a:spAutoFit/>
          </a:bodyPr>
          <a:lstStyle/>
          <a:p>
            <a:pPr eaLnBrk="1" hangingPunct="1">
              <a:buFont typeface="Wingdings" charset="2"/>
              <a:buNone/>
              <a:defRPr/>
            </a:pPr>
            <a:r>
              <a:rPr lang="en-US" altLang="zh-TW" sz="240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int *</a:t>
            </a:r>
            <a:r>
              <a:rPr lang="en-US" altLang="zh-TW" sz="240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 eaLnBrk="1" hangingPunct="1">
              <a:buFont typeface="Wingdings" charset="2"/>
              <a:buNone/>
              <a:defRPr/>
            </a:pP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 = (int *)malloc(</a:t>
            </a: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</a:rPr>
              <a:t>sizeof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(int));</a:t>
            </a:r>
          </a:p>
          <a:p>
            <a:pPr eaLnBrk="1" hangingPunct="1">
              <a:buFont typeface="Wingdings" charset="2"/>
              <a:buNone/>
              <a:defRPr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*</a:t>
            </a: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 = 97;</a:t>
            </a:r>
          </a:p>
        </p:txBody>
      </p:sp>
      <p:sp>
        <p:nvSpPr>
          <p:cNvPr id="1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A9EC89-0687-49F8-B6A0-7866993FCDCC}" type="slidenum">
              <a:rPr lang="zh-TW" altLang="en-US"/>
              <a:pPr>
                <a:defRPr/>
              </a:pPr>
              <a:t>8</a:t>
            </a:fld>
            <a:endParaRPr lang="en-US" altLang="zh-TW"/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4030663" y="2689225"/>
            <a:ext cx="16913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Memory View</a:t>
            </a:r>
          </a:p>
        </p:txBody>
      </p:sp>
      <p:graphicFrame>
        <p:nvGraphicFramePr>
          <p:cNvPr id="69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214012"/>
              </p:ext>
            </p:extLst>
          </p:nvPr>
        </p:nvGraphicFramePr>
        <p:xfrm>
          <a:off x="946150" y="3324225"/>
          <a:ext cx="7434263" cy="396875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3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?</a:t>
                      </a:r>
                    </a:p>
                  </a:txBody>
                  <a:tcPr marT="45793" marB="45793" horzOverflow="overflow">
                    <a:lnL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666" name="Group 34"/>
          <p:cNvGraphicFramePr>
            <a:graphicFrameLocks noGrp="1"/>
          </p:cNvGraphicFramePr>
          <p:nvPr/>
        </p:nvGraphicFramePr>
        <p:xfrm>
          <a:off x="269875" y="3719513"/>
          <a:ext cx="8786813" cy="396875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…</a:t>
                      </a: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102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103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104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105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106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107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108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109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110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…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706" name="Group 74"/>
          <p:cNvGraphicFramePr>
            <a:graphicFrameLocks noGrp="1"/>
          </p:cNvGraphicFramePr>
          <p:nvPr/>
        </p:nvGraphicFramePr>
        <p:xfrm>
          <a:off x="946150" y="4376738"/>
          <a:ext cx="7434263" cy="396875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738" name="Group 106"/>
          <p:cNvGraphicFramePr>
            <a:graphicFrameLocks noGrp="1"/>
          </p:cNvGraphicFramePr>
          <p:nvPr/>
        </p:nvGraphicFramePr>
        <p:xfrm>
          <a:off x="269875" y="4772025"/>
          <a:ext cx="8786813" cy="396875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…</a:t>
                      </a: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802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803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804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805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806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807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808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809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810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…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784" name="Rectangle 152"/>
          <p:cNvSpPr>
            <a:spLocks noChangeArrowheads="1"/>
          </p:cNvSpPr>
          <p:nvPr/>
        </p:nvSpPr>
        <p:spPr bwMode="auto">
          <a:xfrm>
            <a:off x="265113" y="5229250"/>
            <a:ext cx="8791575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indent="-4572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altLang="zh-TW" sz="280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8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, a pointer variable, is automatically allocated a memory space for storing an address.</a:t>
            </a:r>
          </a:p>
        </p:txBody>
      </p:sp>
      <p:sp>
        <p:nvSpPr>
          <p:cNvPr id="69790" name="Rectangle 158"/>
          <p:cNvSpPr>
            <a:spLocks noChangeArrowheads="1"/>
          </p:cNvSpPr>
          <p:nvPr/>
        </p:nvSpPr>
        <p:spPr bwMode="auto">
          <a:xfrm>
            <a:off x="6653213" y="2179638"/>
            <a:ext cx="762000" cy="385762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69791" name="Text Box 159"/>
          <p:cNvSpPr txBox="1">
            <a:spLocks noChangeArrowheads="1"/>
          </p:cNvSpPr>
          <p:nvPr/>
        </p:nvSpPr>
        <p:spPr bwMode="auto">
          <a:xfrm>
            <a:off x="6653213" y="1722438"/>
            <a:ext cx="694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endParaRPr lang="en-US" altLang="zh-TW" sz="2400" b="0" dirty="0"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</p:txBody>
      </p:sp>
      <p:sp>
        <p:nvSpPr>
          <p:cNvPr id="69792" name="Line 160"/>
          <p:cNvSpPr>
            <a:spLocks noChangeShapeType="1"/>
          </p:cNvSpPr>
          <p:nvPr/>
        </p:nvSpPr>
        <p:spPr bwMode="auto">
          <a:xfrm>
            <a:off x="7054850" y="2387600"/>
            <a:ext cx="5762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69793" name="Text Box 161"/>
          <p:cNvSpPr txBox="1">
            <a:spLocks noChangeArrowheads="1"/>
          </p:cNvSpPr>
          <p:nvPr/>
        </p:nvSpPr>
        <p:spPr bwMode="auto">
          <a:xfrm>
            <a:off x="7415213" y="1965325"/>
            <a:ext cx="3273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?</a:t>
            </a:r>
          </a:p>
        </p:txBody>
      </p:sp>
      <p:sp>
        <p:nvSpPr>
          <p:cNvPr id="69794" name="Text Box 162"/>
          <p:cNvSpPr txBox="1">
            <a:spLocks noChangeArrowheads="1"/>
          </p:cNvSpPr>
          <p:nvPr/>
        </p:nvSpPr>
        <p:spPr bwMode="auto">
          <a:xfrm>
            <a:off x="6804025" y="1330325"/>
            <a:ext cx="16492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Pictorial View</a:t>
            </a:r>
          </a:p>
        </p:txBody>
      </p:sp>
      <p:sp>
        <p:nvSpPr>
          <p:cNvPr id="69783" name="Rectangle 151"/>
          <p:cNvSpPr>
            <a:spLocks noChangeArrowheads="1"/>
          </p:cNvSpPr>
          <p:nvPr/>
        </p:nvSpPr>
        <p:spPr bwMode="auto">
          <a:xfrm>
            <a:off x="250825" y="1330325"/>
            <a:ext cx="1944845" cy="464066"/>
          </a:xfrm>
          <a:prstGeom prst="rect">
            <a:avLst/>
          </a:prstGeom>
          <a:noFill/>
          <a:ln w="254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Memory allocation (using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malloc()</a:t>
            </a:r>
            <a:r>
              <a:rPr lang="en-US" altLang="zh-TW" dirty="0">
                <a:ea typeface="新細明體" charset="-120"/>
              </a:rPr>
              <a:t>)</a:t>
            </a:r>
          </a:p>
        </p:txBody>
      </p:sp>
      <p:sp>
        <p:nvSpPr>
          <p:cNvPr id="15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7017D9-6A8D-4DF5-871C-129F8FA13A28}" type="slidenum">
              <a:rPr lang="zh-TW" altLang="en-US"/>
              <a:pPr>
                <a:defRPr/>
              </a:pPr>
              <a:t>9</a:t>
            </a:fld>
            <a:endParaRPr lang="en-US" altLang="zh-TW"/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4030663" y="2677565"/>
            <a:ext cx="16913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Memory View</a:t>
            </a:r>
          </a:p>
        </p:txBody>
      </p:sp>
      <p:graphicFrame>
        <p:nvGraphicFramePr>
          <p:cNvPr id="7066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669557"/>
              </p:ext>
            </p:extLst>
          </p:nvPr>
        </p:nvGraphicFramePr>
        <p:xfrm>
          <a:off x="946150" y="3312565"/>
          <a:ext cx="7434263" cy="396875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3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?</a:t>
                      </a:r>
                    </a:p>
                  </a:txBody>
                  <a:tcPr marT="45793" marB="45793" horzOverflow="overflow">
                    <a:lnL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690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38912"/>
              </p:ext>
            </p:extLst>
          </p:nvPr>
        </p:nvGraphicFramePr>
        <p:xfrm>
          <a:off x="269875" y="3707853"/>
          <a:ext cx="8786813" cy="396875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…</a:t>
                      </a: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102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103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104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105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106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107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108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109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110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…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730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958950"/>
              </p:ext>
            </p:extLst>
          </p:nvPr>
        </p:nvGraphicFramePr>
        <p:xfrm>
          <a:off x="946150" y="4365078"/>
          <a:ext cx="7434263" cy="396875"/>
        </p:xfrm>
        <a:graphic>
          <a:graphicData uri="http://schemas.openxmlformats.org/drawingml/2006/table">
            <a:tbl>
              <a:tblPr/>
              <a:tblGrid>
                <a:gridCol w="2703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?</a:t>
                      </a:r>
                    </a:p>
                  </a:txBody>
                  <a:tcPr marT="45793" marB="45793" horzOverflow="overflow">
                    <a:lnL w="38100" cap="flat" cmpd="sng" algn="ctr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38100" cap="flat" cmpd="sng" algn="ctr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757" name="Group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212718"/>
              </p:ext>
            </p:extLst>
          </p:nvPr>
        </p:nvGraphicFramePr>
        <p:xfrm>
          <a:off x="269875" y="4760365"/>
          <a:ext cx="8786813" cy="396875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…</a:t>
                      </a: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802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803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804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805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806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807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808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809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810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…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0797" name="Rectangle 141"/>
          <p:cNvSpPr>
            <a:spLocks noChangeArrowheads="1"/>
          </p:cNvSpPr>
          <p:nvPr/>
        </p:nvSpPr>
        <p:spPr bwMode="auto">
          <a:xfrm>
            <a:off x="6653213" y="2179638"/>
            <a:ext cx="762000" cy="385762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70798" name="Text Box 142"/>
          <p:cNvSpPr txBox="1">
            <a:spLocks noChangeArrowheads="1"/>
          </p:cNvSpPr>
          <p:nvPr/>
        </p:nvSpPr>
        <p:spPr bwMode="auto">
          <a:xfrm>
            <a:off x="6653213" y="1722438"/>
            <a:ext cx="694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endParaRPr lang="en-US" altLang="zh-TW" sz="2400" b="0" dirty="0"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</p:txBody>
      </p:sp>
      <p:sp>
        <p:nvSpPr>
          <p:cNvPr id="70799" name="Line 143"/>
          <p:cNvSpPr>
            <a:spLocks noChangeShapeType="1"/>
          </p:cNvSpPr>
          <p:nvPr/>
        </p:nvSpPr>
        <p:spPr bwMode="auto">
          <a:xfrm>
            <a:off x="7054850" y="2387600"/>
            <a:ext cx="5762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70800" name="Text Box 144"/>
          <p:cNvSpPr txBox="1">
            <a:spLocks noChangeArrowheads="1"/>
          </p:cNvSpPr>
          <p:nvPr/>
        </p:nvSpPr>
        <p:spPr bwMode="auto">
          <a:xfrm>
            <a:off x="7415213" y="1965325"/>
            <a:ext cx="3273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?</a:t>
            </a:r>
          </a:p>
        </p:txBody>
      </p:sp>
      <p:sp>
        <p:nvSpPr>
          <p:cNvPr id="70801" name="Text Box 145"/>
          <p:cNvSpPr txBox="1">
            <a:spLocks noChangeArrowheads="1"/>
          </p:cNvSpPr>
          <p:nvPr/>
        </p:nvSpPr>
        <p:spPr bwMode="auto">
          <a:xfrm>
            <a:off x="6804025" y="1330325"/>
            <a:ext cx="16492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Pictorial View</a:t>
            </a:r>
          </a:p>
        </p:txBody>
      </p:sp>
      <p:sp>
        <p:nvSpPr>
          <p:cNvPr id="70803" name="Rectangle 147"/>
          <p:cNvSpPr>
            <a:spLocks noChangeArrowheads="1"/>
          </p:cNvSpPr>
          <p:nvPr/>
        </p:nvSpPr>
        <p:spPr bwMode="auto">
          <a:xfrm>
            <a:off x="8054975" y="2159000"/>
            <a:ext cx="838200" cy="385763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?</a:t>
            </a:r>
          </a:p>
        </p:txBody>
      </p:sp>
      <p:sp>
        <p:nvSpPr>
          <p:cNvPr id="70804" name="Rectangle 148"/>
          <p:cNvSpPr>
            <a:spLocks noChangeArrowheads="1"/>
          </p:cNvSpPr>
          <p:nvPr/>
        </p:nvSpPr>
        <p:spPr bwMode="auto">
          <a:xfrm>
            <a:off x="265113" y="5229250"/>
            <a:ext cx="8791575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indent="-4572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altLang="zh-TW" sz="2800" b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malloc()</a:t>
            </a:r>
            <a:r>
              <a:rPr lang="en-US" altLang="zh-TW" sz="28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 reserves a memory space that is big enough to store a value of type </a:t>
            </a:r>
            <a:r>
              <a:rPr lang="en-US" altLang="zh-TW" sz="28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int</a:t>
            </a:r>
            <a:r>
              <a:rPr lang="en-US" altLang="zh-TW" sz="28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</p:txBody>
      </p:sp>
      <p:sp>
        <p:nvSpPr>
          <p:cNvPr id="70805" name="Text Box 149"/>
          <p:cNvSpPr txBox="1">
            <a:spLocks noChangeArrowheads="1"/>
          </p:cNvSpPr>
          <p:nvPr/>
        </p:nvSpPr>
        <p:spPr bwMode="auto">
          <a:xfrm>
            <a:off x="284163" y="1341438"/>
            <a:ext cx="5791970" cy="1348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TW" sz="24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int *</a:t>
            </a:r>
            <a:r>
              <a:rPr lang="en-US" altLang="zh-TW" sz="24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spcBef>
                <a:spcPct val="20000"/>
              </a:spcBef>
              <a:defRPr/>
            </a:pP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 = (</a:t>
            </a:r>
            <a:r>
              <a:rPr lang="en-US" altLang="zh-TW" sz="24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int *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)malloc(</a:t>
            </a: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</a:rPr>
              <a:t>sizeof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(int));</a:t>
            </a:r>
          </a:p>
          <a:p>
            <a:pPr>
              <a:spcBef>
                <a:spcPct val="20000"/>
              </a:spcBef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*</a:t>
            </a: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 = 97;</a:t>
            </a:r>
            <a:endParaRPr lang="zh-TW" altLang="en-US" sz="2400" b="0" dirty="0">
              <a:latin typeface="Consolas" panose="020B0609020204030204" pitchFamily="49" charset="0"/>
              <a:ea typeface="新細明體" charset="-120"/>
            </a:endParaRPr>
          </a:p>
        </p:txBody>
      </p:sp>
      <p:sp>
        <p:nvSpPr>
          <p:cNvPr id="70802" name="Rectangle 146"/>
          <p:cNvSpPr>
            <a:spLocks noChangeArrowheads="1"/>
          </p:cNvSpPr>
          <p:nvPr/>
        </p:nvSpPr>
        <p:spPr bwMode="auto">
          <a:xfrm>
            <a:off x="1252538" y="1768724"/>
            <a:ext cx="4823595" cy="542402"/>
          </a:xfrm>
          <a:prstGeom prst="rect">
            <a:avLst/>
          </a:prstGeom>
          <a:noFill/>
          <a:ln w="254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Memory allocation (using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malloc()</a:t>
            </a:r>
            <a:r>
              <a:rPr lang="en-US" altLang="zh-TW" dirty="0">
                <a:ea typeface="新細明體" charset="-120"/>
              </a:rPr>
              <a:t>)</a:t>
            </a:r>
          </a:p>
        </p:txBody>
      </p:sp>
      <p:sp>
        <p:nvSpPr>
          <p:cNvPr id="15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F7E7B5-EA16-44A0-8E32-B8F81DD74584}" type="slidenum">
              <a:rPr lang="zh-TW" altLang="en-US"/>
              <a:pPr>
                <a:defRPr/>
              </a:pPr>
              <a:t>10</a:t>
            </a:fld>
            <a:endParaRPr lang="en-US" altLang="zh-TW"/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4030663" y="2689225"/>
            <a:ext cx="16913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Memory View</a:t>
            </a:r>
          </a:p>
        </p:txBody>
      </p:sp>
      <p:graphicFrame>
        <p:nvGraphicFramePr>
          <p:cNvPr id="7168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462253"/>
              </p:ext>
            </p:extLst>
          </p:nvPr>
        </p:nvGraphicFramePr>
        <p:xfrm>
          <a:off x="946150" y="3324225"/>
          <a:ext cx="7434263" cy="396875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3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800</a:t>
                      </a:r>
                    </a:p>
                  </a:txBody>
                  <a:tcPr marT="45793" marB="45793" horzOverflow="overflow">
                    <a:lnL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714" name="Group 34"/>
          <p:cNvGraphicFramePr>
            <a:graphicFrameLocks noGrp="1"/>
          </p:cNvGraphicFramePr>
          <p:nvPr/>
        </p:nvGraphicFramePr>
        <p:xfrm>
          <a:off x="269875" y="3719513"/>
          <a:ext cx="8786813" cy="396875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…</a:t>
                      </a: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102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103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104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105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106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107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108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109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110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…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754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670920"/>
              </p:ext>
            </p:extLst>
          </p:nvPr>
        </p:nvGraphicFramePr>
        <p:xfrm>
          <a:off x="946150" y="4376738"/>
          <a:ext cx="7434263" cy="396875"/>
        </p:xfrm>
        <a:graphic>
          <a:graphicData uri="http://schemas.openxmlformats.org/drawingml/2006/table">
            <a:tbl>
              <a:tblPr/>
              <a:tblGrid>
                <a:gridCol w="2703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?</a:t>
                      </a:r>
                    </a:p>
                  </a:txBody>
                  <a:tcPr marT="45793" marB="45793" horzOverflow="overflow">
                    <a:lnL w="38100" cap="flat" cmpd="sng" algn="ctr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38100" cap="flat" cmpd="sng" algn="ctr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781" name="Group 101"/>
          <p:cNvGraphicFramePr>
            <a:graphicFrameLocks noGrp="1"/>
          </p:cNvGraphicFramePr>
          <p:nvPr/>
        </p:nvGraphicFramePr>
        <p:xfrm>
          <a:off x="269875" y="4772025"/>
          <a:ext cx="8786813" cy="396875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…</a:t>
                      </a: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802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803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804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805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806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807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808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809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810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…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821" name="Rectangle 141"/>
          <p:cNvSpPr>
            <a:spLocks noChangeArrowheads="1"/>
          </p:cNvSpPr>
          <p:nvPr/>
        </p:nvSpPr>
        <p:spPr bwMode="auto">
          <a:xfrm>
            <a:off x="6653213" y="2179638"/>
            <a:ext cx="762000" cy="385762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71822" name="Text Box 142"/>
          <p:cNvSpPr txBox="1">
            <a:spLocks noChangeArrowheads="1"/>
          </p:cNvSpPr>
          <p:nvPr/>
        </p:nvSpPr>
        <p:spPr bwMode="auto">
          <a:xfrm>
            <a:off x="6653213" y="1722438"/>
            <a:ext cx="694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endParaRPr lang="en-US" altLang="zh-TW" sz="2400" b="0" dirty="0"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</p:txBody>
      </p:sp>
      <p:sp>
        <p:nvSpPr>
          <p:cNvPr id="71823" name="Line 143"/>
          <p:cNvSpPr>
            <a:spLocks noChangeShapeType="1"/>
          </p:cNvSpPr>
          <p:nvPr/>
        </p:nvSpPr>
        <p:spPr bwMode="auto">
          <a:xfrm>
            <a:off x="6983413" y="2387600"/>
            <a:ext cx="10715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71824" name="Text Box 144"/>
          <p:cNvSpPr txBox="1">
            <a:spLocks noChangeArrowheads="1"/>
          </p:cNvSpPr>
          <p:nvPr/>
        </p:nvSpPr>
        <p:spPr bwMode="auto">
          <a:xfrm>
            <a:off x="6807200" y="1330325"/>
            <a:ext cx="16492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Pictorial View</a:t>
            </a:r>
          </a:p>
        </p:txBody>
      </p:sp>
      <p:sp>
        <p:nvSpPr>
          <p:cNvPr id="71826" name="Rectangle 146"/>
          <p:cNvSpPr>
            <a:spLocks noChangeArrowheads="1"/>
          </p:cNvSpPr>
          <p:nvPr/>
        </p:nvSpPr>
        <p:spPr bwMode="auto">
          <a:xfrm>
            <a:off x="8054975" y="2159000"/>
            <a:ext cx="838200" cy="385763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?</a:t>
            </a:r>
          </a:p>
        </p:txBody>
      </p:sp>
      <p:sp>
        <p:nvSpPr>
          <p:cNvPr id="71827" name="Rectangle 147"/>
          <p:cNvSpPr>
            <a:spLocks noChangeArrowheads="1"/>
          </p:cNvSpPr>
          <p:nvPr/>
        </p:nvSpPr>
        <p:spPr bwMode="auto">
          <a:xfrm>
            <a:off x="265113" y="5229250"/>
            <a:ext cx="8791575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indent="-4572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altLang="zh-TW" sz="2800" b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malloc()</a:t>
            </a:r>
            <a:r>
              <a:rPr lang="en-US" altLang="zh-TW" sz="28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 returns the address of the reserved space and the address is assigned to </a:t>
            </a:r>
            <a:r>
              <a:rPr lang="en-US" altLang="zh-TW" sz="280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8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</p:txBody>
      </p:sp>
      <p:sp>
        <p:nvSpPr>
          <p:cNvPr id="71828" name="Text Box 148"/>
          <p:cNvSpPr txBox="1">
            <a:spLocks noChangeArrowheads="1"/>
          </p:cNvSpPr>
          <p:nvPr/>
        </p:nvSpPr>
        <p:spPr bwMode="auto">
          <a:xfrm>
            <a:off x="284163" y="1341438"/>
            <a:ext cx="5791970" cy="1348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TW" sz="24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int *</a:t>
            </a:r>
            <a:r>
              <a:rPr lang="en-US" altLang="zh-TW" sz="24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spcBef>
                <a:spcPct val="20000"/>
              </a:spcBef>
              <a:defRPr/>
            </a:pPr>
            <a:r>
              <a:rPr lang="en-US" altLang="zh-TW" sz="24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 = (</a:t>
            </a:r>
            <a:r>
              <a:rPr lang="en-US" altLang="zh-TW" sz="24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int *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)malloc(</a:t>
            </a: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</a:rPr>
              <a:t>sizeof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(int));</a:t>
            </a:r>
          </a:p>
          <a:p>
            <a:pPr>
              <a:spcBef>
                <a:spcPct val="20000"/>
              </a:spcBef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*</a:t>
            </a: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 = 97;</a:t>
            </a:r>
            <a:endParaRPr lang="zh-TW" altLang="en-US" sz="2400" b="0" dirty="0">
              <a:latin typeface="Consolas" panose="020B0609020204030204" pitchFamily="49" charset="0"/>
              <a:ea typeface="新細明體" charset="-120"/>
            </a:endParaRPr>
          </a:p>
        </p:txBody>
      </p:sp>
      <p:sp>
        <p:nvSpPr>
          <p:cNvPr id="71825" name="Rectangle 145"/>
          <p:cNvSpPr>
            <a:spLocks noChangeArrowheads="1"/>
          </p:cNvSpPr>
          <p:nvPr/>
        </p:nvSpPr>
        <p:spPr bwMode="auto">
          <a:xfrm>
            <a:off x="196987" y="1793150"/>
            <a:ext cx="1134563" cy="522744"/>
          </a:xfrm>
          <a:prstGeom prst="rect">
            <a:avLst/>
          </a:prstGeom>
          <a:noFill/>
          <a:ln w="254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Memory allocation (using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malloc()</a:t>
            </a:r>
            <a:r>
              <a:rPr lang="en-US" altLang="zh-TW" dirty="0">
                <a:ea typeface="新細明體" charset="-120"/>
              </a:rPr>
              <a:t>)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343025"/>
            <a:ext cx="5791970" cy="1348061"/>
          </a:xfrm>
        </p:spPr>
        <p:txBody>
          <a:bodyPr wrap="none">
            <a:spAutoFit/>
          </a:bodyPr>
          <a:lstStyle/>
          <a:p>
            <a:pPr eaLnBrk="1" hangingPunct="1">
              <a:buFont typeface="Wingdings" charset="2"/>
              <a:buNone/>
              <a:defRPr/>
            </a:pPr>
            <a:r>
              <a:rPr lang="en-US" altLang="zh-TW" sz="240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int *</a:t>
            </a:r>
            <a:r>
              <a:rPr lang="en-US" altLang="zh-TW" sz="240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 eaLnBrk="1" hangingPunct="1">
              <a:buFont typeface="Wingdings" charset="2"/>
              <a:buNone/>
              <a:defRPr/>
            </a:pPr>
            <a:r>
              <a:rPr lang="en-US" altLang="zh-TW" sz="240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 = (</a:t>
            </a:r>
            <a:r>
              <a:rPr lang="en-US" altLang="zh-TW" sz="240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int *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)malloc(</a:t>
            </a: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</a:rPr>
              <a:t>sizeof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(int));</a:t>
            </a:r>
          </a:p>
          <a:p>
            <a:pPr eaLnBrk="1" hangingPunct="1">
              <a:buFont typeface="Wingdings" charset="2"/>
              <a:buNone/>
              <a:defRPr/>
            </a:pPr>
            <a:r>
              <a:rPr lang="en-US" altLang="zh-TW" sz="2400" dirty="0"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*</a:t>
            </a:r>
            <a:r>
              <a:rPr lang="en-US" altLang="zh-TW" sz="2400" dirty="0" err="1"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 = 97;</a:t>
            </a:r>
          </a:p>
        </p:txBody>
      </p:sp>
      <p:sp>
        <p:nvSpPr>
          <p:cNvPr id="1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8AA61E-069A-4CA8-B0D8-AFE9470EC2F7}" type="slidenum">
              <a:rPr lang="zh-TW" altLang="en-US"/>
              <a:pPr>
                <a:defRPr/>
              </a:pPr>
              <a:t>11</a:t>
            </a:fld>
            <a:endParaRPr lang="en-US" altLang="zh-TW"/>
          </a:p>
        </p:txBody>
      </p:sp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4030663" y="2689225"/>
            <a:ext cx="16913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Memory View</a:t>
            </a:r>
          </a:p>
        </p:txBody>
      </p:sp>
      <p:graphicFrame>
        <p:nvGraphicFramePr>
          <p:cNvPr id="6861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904342"/>
              </p:ext>
            </p:extLst>
          </p:nvPr>
        </p:nvGraphicFramePr>
        <p:xfrm>
          <a:off x="946150" y="3324225"/>
          <a:ext cx="7434263" cy="396875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3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800</a:t>
                      </a:r>
                    </a:p>
                  </a:txBody>
                  <a:tcPr marT="45793" marB="45793" horzOverflow="overflow">
                    <a:lnL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38100" cap="flat" cmpd="sng" algn="ctr">
                      <a:solidFill>
                        <a:srgbClr val="009999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642" name="Group 34"/>
          <p:cNvGraphicFramePr>
            <a:graphicFrameLocks noGrp="1"/>
          </p:cNvGraphicFramePr>
          <p:nvPr/>
        </p:nvGraphicFramePr>
        <p:xfrm>
          <a:off x="269875" y="3719513"/>
          <a:ext cx="8786813" cy="396875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…</a:t>
                      </a: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102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103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104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105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106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107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108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109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110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…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756" name="Group 1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131497"/>
              </p:ext>
            </p:extLst>
          </p:nvPr>
        </p:nvGraphicFramePr>
        <p:xfrm>
          <a:off x="946150" y="4376738"/>
          <a:ext cx="7434263" cy="396875"/>
        </p:xfrm>
        <a:graphic>
          <a:graphicData uri="http://schemas.openxmlformats.org/drawingml/2006/table">
            <a:tbl>
              <a:tblPr/>
              <a:tblGrid>
                <a:gridCol w="2703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97</a:t>
                      </a:r>
                    </a:p>
                  </a:txBody>
                  <a:tcPr marT="45793" marB="45793" horzOverflow="overflow">
                    <a:lnL w="38100" cap="flat" cmpd="sng" algn="ctr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38100" cap="flat" cmpd="sng" algn="ctr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marT="45793" marB="45793" horzOverflow="overflow">
                    <a:lnL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709" name="Group 101"/>
          <p:cNvGraphicFramePr>
            <a:graphicFrameLocks noGrp="1"/>
          </p:cNvGraphicFramePr>
          <p:nvPr/>
        </p:nvGraphicFramePr>
        <p:xfrm>
          <a:off x="269875" y="4772025"/>
          <a:ext cx="8786813" cy="396875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…</a:t>
                      </a: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802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803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804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805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806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807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808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809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810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…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749" name="Rectangle 141"/>
          <p:cNvSpPr>
            <a:spLocks noChangeArrowheads="1"/>
          </p:cNvSpPr>
          <p:nvPr/>
        </p:nvSpPr>
        <p:spPr bwMode="auto">
          <a:xfrm>
            <a:off x="6653213" y="2179638"/>
            <a:ext cx="762000" cy="385762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68750" name="Text Box 142"/>
          <p:cNvSpPr txBox="1">
            <a:spLocks noChangeArrowheads="1"/>
          </p:cNvSpPr>
          <p:nvPr/>
        </p:nvSpPr>
        <p:spPr bwMode="auto">
          <a:xfrm>
            <a:off x="6653213" y="1722438"/>
            <a:ext cx="694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endParaRPr lang="en-US" altLang="zh-TW" sz="2400" b="0" dirty="0"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</p:txBody>
      </p:sp>
      <p:sp>
        <p:nvSpPr>
          <p:cNvPr id="68751" name="Line 143"/>
          <p:cNvSpPr>
            <a:spLocks noChangeShapeType="1"/>
          </p:cNvSpPr>
          <p:nvPr/>
        </p:nvSpPr>
        <p:spPr bwMode="auto">
          <a:xfrm flipV="1">
            <a:off x="6983413" y="2387600"/>
            <a:ext cx="1071562" cy="9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68752" name="Text Box 144"/>
          <p:cNvSpPr txBox="1">
            <a:spLocks noChangeArrowheads="1"/>
          </p:cNvSpPr>
          <p:nvPr/>
        </p:nvSpPr>
        <p:spPr bwMode="auto">
          <a:xfrm>
            <a:off x="6807200" y="1330325"/>
            <a:ext cx="16492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Pictorial View</a:t>
            </a:r>
          </a:p>
        </p:txBody>
      </p:sp>
      <p:sp>
        <p:nvSpPr>
          <p:cNvPr id="68753" name="Rectangle 145"/>
          <p:cNvSpPr>
            <a:spLocks noChangeArrowheads="1"/>
          </p:cNvSpPr>
          <p:nvPr/>
        </p:nvSpPr>
        <p:spPr bwMode="auto">
          <a:xfrm>
            <a:off x="323693" y="2254251"/>
            <a:ext cx="1871978" cy="434974"/>
          </a:xfrm>
          <a:prstGeom prst="rect">
            <a:avLst/>
          </a:prstGeom>
          <a:noFill/>
          <a:ln w="254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68754" name="Rectangle 146"/>
          <p:cNvSpPr>
            <a:spLocks noChangeArrowheads="1"/>
          </p:cNvSpPr>
          <p:nvPr/>
        </p:nvSpPr>
        <p:spPr bwMode="auto">
          <a:xfrm>
            <a:off x="8054975" y="2159000"/>
            <a:ext cx="838200" cy="3857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TW" sz="2400" b="0" dirty="0">
                <a:solidFill>
                  <a:schemeClr val="folHlink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97</a:t>
            </a:r>
          </a:p>
        </p:txBody>
      </p:sp>
      <p:sp>
        <p:nvSpPr>
          <p:cNvPr id="68755" name="Rectangle 147"/>
          <p:cNvSpPr>
            <a:spLocks noChangeArrowheads="1"/>
          </p:cNvSpPr>
          <p:nvPr/>
        </p:nvSpPr>
        <p:spPr bwMode="auto">
          <a:xfrm>
            <a:off x="265113" y="5334000"/>
            <a:ext cx="8791575" cy="1371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Store </a:t>
            </a:r>
            <a:r>
              <a:rPr lang="en-US" altLang="zh-TW" sz="2400" b="0" dirty="0">
                <a:solidFill>
                  <a:srgbClr val="7030A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97</a:t>
            </a: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 in the allocated space pointed to by </a:t>
            </a: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The allocated space is like a "variable of type 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int</a:t>
            </a: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" except that it has no name. 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Losing Allocated Space </a:t>
            </a:r>
          </a:p>
        </p:txBody>
      </p:sp>
      <p:sp>
        <p:nvSpPr>
          <p:cNvPr id="1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F09472-F7EA-484C-8ECD-1CA1068A3B0E}" type="slidenum">
              <a:rPr lang="zh-TW" altLang="en-US"/>
              <a:pPr>
                <a:defRPr/>
              </a:pPr>
              <a:t>12</a:t>
            </a:fld>
            <a:endParaRPr lang="en-US" altLang="zh-TW"/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6689725" y="1987550"/>
            <a:ext cx="762000" cy="385763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74757" name="Text Box 5"/>
          <p:cNvSpPr txBox="1">
            <a:spLocks noChangeArrowheads="1"/>
          </p:cNvSpPr>
          <p:nvPr/>
        </p:nvSpPr>
        <p:spPr bwMode="auto">
          <a:xfrm>
            <a:off x="6689725" y="1530350"/>
            <a:ext cx="694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endParaRPr lang="en-US" altLang="zh-TW" sz="2400" b="0" dirty="0"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</p:txBody>
      </p:sp>
      <p:sp>
        <p:nvSpPr>
          <p:cNvPr id="74758" name="Line 6"/>
          <p:cNvSpPr>
            <a:spLocks noChangeShapeType="1"/>
          </p:cNvSpPr>
          <p:nvPr/>
        </p:nvSpPr>
        <p:spPr bwMode="auto">
          <a:xfrm>
            <a:off x="7040563" y="2195513"/>
            <a:ext cx="1131887" cy="512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74759" name="Rectangle 7"/>
          <p:cNvSpPr>
            <a:spLocks noChangeArrowheads="1"/>
          </p:cNvSpPr>
          <p:nvPr/>
        </p:nvSpPr>
        <p:spPr bwMode="auto">
          <a:xfrm>
            <a:off x="8197850" y="1966913"/>
            <a:ext cx="838200" cy="3857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10</a:t>
            </a:r>
          </a:p>
        </p:txBody>
      </p:sp>
      <p:sp>
        <p:nvSpPr>
          <p:cNvPr id="74760" name="Rectangle 8"/>
          <p:cNvSpPr>
            <a:spLocks noChangeArrowheads="1"/>
          </p:cNvSpPr>
          <p:nvPr/>
        </p:nvSpPr>
        <p:spPr bwMode="auto">
          <a:xfrm>
            <a:off x="265113" y="3505200"/>
            <a:ext cx="8791575" cy="26685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The allocated space has no corresponding name in the program.</a:t>
            </a:r>
          </a:p>
          <a:p>
            <a:pPr marL="285750" indent="-28575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endParaRPr lang="en-US" altLang="zh-TW" sz="16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If you lose the memory address of an allocated space, you </a:t>
            </a:r>
            <a:r>
              <a:rPr lang="en-US" altLang="zh-TW" sz="2400" b="0" u="sng" dirty="0">
                <a:highlight>
                  <a:srgbClr val="FFFF00"/>
                </a:highlight>
                <a:latin typeface="Calibri" panose="020F0502020204030204" pitchFamily="34" charset="0"/>
                <a:ea typeface="新細明體" charset="-120"/>
                <a:cs typeface="Times New Roman" charset="0"/>
              </a:rPr>
              <a:t>lose the data</a:t>
            </a: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 stored in that space and you </a:t>
            </a:r>
            <a:r>
              <a:rPr lang="en-US" altLang="zh-TW" sz="2400" b="0" u="sng" dirty="0">
                <a:highlight>
                  <a:srgbClr val="FFFF00"/>
                </a:highlight>
                <a:latin typeface="Calibri" panose="020F0502020204030204" pitchFamily="34" charset="0"/>
                <a:ea typeface="新細明體" charset="-120"/>
                <a:cs typeface="Times New Roman" charset="0"/>
              </a:rPr>
              <a:t>lose the space</a:t>
            </a: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  <a:p>
            <a:pPr marL="285750" indent="-28575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endParaRPr lang="en-US" altLang="zh-TW" sz="16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Allocated space will stay reserved until it is explicitly released or until the program terminates.</a:t>
            </a:r>
          </a:p>
        </p:txBody>
      </p:sp>
      <p:sp>
        <p:nvSpPr>
          <p:cNvPr id="74761" name="Rectangle 9"/>
          <p:cNvSpPr>
            <a:spLocks noChangeArrowheads="1"/>
          </p:cNvSpPr>
          <p:nvPr/>
        </p:nvSpPr>
        <p:spPr bwMode="auto">
          <a:xfrm>
            <a:off x="8197850" y="2505075"/>
            <a:ext cx="838200" cy="3857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?</a:t>
            </a:r>
          </a:p>
        </p:txBody>
      </p:sp>
      <p:sp>
        <p:nvSpPr>
          <p:cNvPr id="74762" name="AutoShape 10"/>
          <p:cNvSpPr>
            <a:spLocks noChangeArrowheads="1"/>
          </p:cNvSpPr>
          <p:nvPr/>
        </p:nvSpPr>
        <p:spPr bwMode="auto">
          <a:xfrm>
            <a:off x="7003313" y="774700"/>
            <a:ext cx="2177937" cy="735747"/>
          </a:xfrm>
          <a:prstGeom prst="wedgeEllipseCallout">
            <a:avLst>
              <a:gd name="adj1" fmla="val 16944"/>
              <a:gd name="adj2" fmla="val 114190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800" dirty="0">
                <a:solidFill>
                  <a:srgbClr val="FF3300"/>
                </a:solidFill>
                <a:latin typeface="Times New Roman" charset="0"/>
                <a:ea typeface="新細明體" charset="-120"/>
                <a:cs typeface="Times New Roman" charset="0"/>
              </a:rPr>
              <a:t>Bye Bye!</a:t>
            </a:r>
          </a:p>
        </p:txBody>
      </p:sp>
      <p:sp>
        <p:nvSpPr>
          <p:cNvPr id="74763" name="Text Box 11"/>
          <p:cNvSpPr txBox="1">
            <a:spLocks noChangeArrowheads="1"/>
          </p:cNvSpPr>
          <p:nvPr/>
        </p:nvSpPr>
        <p:spPr bwMode="auto">
          <a:xfrm>
            <a:off x="307975" y="1341438"/>
            <a:ext cx="579197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int *</a:t>
            </a: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 = (int *)malloc(</a:t>
            </a: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</a:rPr>
              <a:t>sizeof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(int));</a:t>
            </a:r>
          </a:p>
          <a:p>
            <a:pPr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*</a:t>
            </a: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 = 10;</a:t>
            </a:r>
          </a:p>
          <a:p>
            <a:pPr>
              <a:defRPr/>
            </a:pP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 = (int *)malloc(</a:t>
            </a: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</a:rPr>
              <a:t>sizeof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(int));</a:t>
            </a: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8FC7ABB2-7F4C-020C-CB2C-7FBC34DD0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70115"/>
            <a:ext cx="9144000" cy="512762"/>
          </a:xfrm>
          <a:prstGeom prst="rect">
            <a:avLst/>
          </a:prstGeom>
          <a:solidFill>
            <a:srgbClr val="CC66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endParaRPr lang="en-US" altLang="zh-TW" b="0" dirty="0">
              <a:solidFill>
                <a:srgbClr val="009900"/>
              </a:solidFill>
              <a:latin typeface="Calibri" panose="020F0502020204030204" pitchFamily="34" charset="0"/>
              <a:ea typeface="新細明體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0" grpId="0" animBg="1"/>
      <p:bldP spid="74762" grpId="0" animBg="1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Dynamic Memory Manipulations</a:t>
            </a:r>
            <a:endParaRPr lang="zh-TW" altLang="en-US" dirty="0">
              <a:ea typeface="新細明體" charset="-120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686800" cy="4530725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TW" sz="2400" dirty="0">
                <a:ea typeface="新細明體" charset="-120"/>
              </a:rPr>
              <a:t>Dynamic Memory </a:t>
            </a:r>
            <a:r>
              <a:rPr lang="en-US" altLang="zh-TW" sz="2400" dirty="0">
                <a:solidFill>
                  <a:srgbClr val="FF3300"/>
                </a:solidFill>
                <a:ea typeface="新細明體" charset="-120"/>
              </a:rPr>
              <a:t>De-</a:t>
            </a:r>
            <a:r>
              <a:rPr lang="en-US" altLang="zh-TW" sz="2400" dirty="0">
                <a:ea typeface="新細明體" charset="-120"/>
              </a:rPr>
              <a:t>Allocation: </a:t>
            </a: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</a:rPr>
              <a:t>free()</a:t>
            </a:r>
          </a:p>
          <a:p>
            <a:pPr>
              <a:lnSpc>
                <a:spcPct val="90000"/>
              </a:lnSpc>
              <a:defRPr/>
            </a:pPr>
            <a:endParaRPr lang="en-US" altLang="zh-TW" sz="240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0000"/>
              </a:lnSpc>
              <a:defRPr/>
            </a:pPr>
            <a:endParaRPr lang="en-US" altLang="zh-TW" sz="240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0000"/>
              </a:lnSpc>
              <a:defRPr/>
            </a:pPr>
            <a:endParaRPr lang="en-US" altLang="zh-TW" sz="240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0000"/>
              </a:lnSpc>
              <a:defRPr/>
            </a:pPr>
            <a:endParaRPr lang="en-US" altLang="zh-TW" sz="240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0000"/>
              </a:lnSpc>
              <a:defRPr/>
            </a:pPr>
            <a:endParaRPr lang="en-US" altLang="zh-TW" sz="240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0000"/>
              </a:lnSpc>
              <a:defRPr/>
            </a:pPr>
            <a:endParaRPr lang="en-US" altLang="zh-TW" sz="240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TW" sz="2400" b="1" dirty="0">
                <a:solidFill>
                  <a:schemeClr val="hlin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void *</a:t>
            </a:r>
            <a:r>
              <a:rPr lang="en-US" altLang="zh-TW" sz="2400" dirty="0">
                <a:ea typeface="新細明體" charset="-120"/>
              </a:rPr>
              <a:t> is a </a:t>
            </a:r>
            <a:r>
              <a:rPr lang="en-US" altLang="zh-TW" sz="2400" i="1" dirty="0">
                <a:solidFill>
                  <a:srgbClr val="009900"/>
                </a:solidFill>
                <a:ea typeface="新細明體" charset="-120"/>
              </a:rPr>
              <a:t>generic</a:t>
            </a:r>
            <a:r>
              <a:rPr lang="en-US" altLang="zh-TW" sz="2400" dirty="0">
                <a:ea typeface="新細明體" charset="-120"/>
              </a:rPr>
              <a:t> pointer type, i.e. pointer of </a:t>
            </a:r>
            <a:r>
              <a:rPr lang="en-US" altLang="zh-TW" sz="2400" b="1" dirty="0">
                <a:ea typeface="新細明體" charset="-120"/>
              </a:rPr>
              <a:t>ANY</a:t>
            </a:r>
            <a:r>
              <a:rPr lang="en-US" altLang="zh-TW" sz="2400" dirty="0">
                <a:ea typeface="新細明體" charset="-120"/>
              </a:rPr>
              <a:t> type.</a:t>
            </a:r>
            <a:endParaRPr lang="en-US" altLang="zh-TW" sz="2400" dirty="0">
              <a:solidFill>
                <a:schemeClr val="hlink"/>
              </a:solidFill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TW" sz="2400" b="1" dirty="0" err="1">
                <a:solidFill>
                  <a:schemeClr val="folHlink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dirty="0">
                <a:ea typeface="新細明體" charset="-120"/>
              </a:rPr>
              <a:t> is a pointer to a block of memory </a:t>
            </a:r>
            <a:r>
              <a:rPr lang="en-US" altLang="zh-TW" sz="2400" i="1" dirty="0">
                <a:solidFill>
                  <a:srgbClr val="FF3300"/>
                </a:solidFill>
                <a:ea typeface="新細明體" charset="-120"/>
              </a:rPr>
              <a:t>previously allocated</a:t>
            </a:r>
            <a:r>
              <a:rPr lang="en-US" altLang="zh-TW" sz="2400" dirty="0">
                <a:ea typeface="新細明體" charset="-120"/>
              </a:rPr>
              <a:t> by 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malloc()</a:t>
            </a:r>
            <a:r>
              <a:rPr lang="en-US" altLang="zh-TW" sz="2400" dirty="0">
                <a:ea typeface="新細明體" charset="-120"/>
              </a:rPr>
              <a:t>.</a:t>
            </a:r>
          </a:p>
          <a:p>
            <a:pPr>
              <a:lnSpc>
                <a:spcPct val="90000"/>
              </a:lnSpc>
              <a:defRPr/>
            </a:pPr>
            <a:r>
              <a:rPr lang="en-US" altLang="zh-TW" sz="2400" dirty="0">
                <a:ea typeface="新細明體" charset="-120"/>
              </a:rPr>
              <a:t>It releases the block of memory pointed to by </a:t>
            </a:r>
            <a:r>
              <a:rPr lang="en-US" altLang="zh-TW" sz="2400" b="1" dirty="0" err="1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dirty="0">
                <a:ea typeface="新細明體" charset="-120"/>
              </a:rPr>
              <a:t>.</a:t>
            </a:r>
            <a:endParaRPr lang="zh-TW" altLang="en-US" sz="2400" dirty="0">
              <a:ea typeface="新細明體" charset="-12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EF176E-C65A-4A98-AF69-AAA21F482AE6}" type="slidenum">
              <a:rPr lang="zh-TW" altLang="en-US"/>
              <a:pPr>
                <a:defRPr/>
              </a:pPr>
              <a:t>13</a:t>
            </a:fld>
            <a:endParaRPr lang="en-US" altLang="zh-TW"/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762000" y="2057400"/>
            <a:ext cx="7696200" cy="21637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en-US" altLang="zh-TW" b="0" dirty="0">
                <a:latin typeface="Calibri" panose="020F0502020204030204" pitchFamily="34" charset="0"/>
                <a:ea typeface="新細明體" charset="-120"/>
              </a:rPr>
              <a:t>From the C reference manual: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100" b="0" dirty="0">
              <a:solidFill>
                <a:schemeClr val="bg2"/>
              </a:solidFill>
              <a:latin typeface="Consolas" panose="020B0609020204030204" pitchFamily="49" charset="0"/>
              <a:ea typeface="新細明體" charset="-12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1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/* header file </a:t>
            </a:r>
            <a:r>
              <a:rPr lang="en-US" altLang="zh-TW" sz="2100" b="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stdlib.h</a:t>
            </a:r>
            <a:r>
              <a:rPr lang="en-US" altLang="zh-TW" sz="21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 declares the function */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100" b="0" dirty="0">
                <a:latin typeface="Consolas" panose="020B0609020204030204" pitchFamily="49" charset="0"/>
                <a:ea typeface="新細明體" charset="-120"/>
              </a:rPr>
              <a:t>#include &lt;</a:t>
            </a:r>
            <a:r>
              <a:rPr lang="en-US" altLang="zh-TW" sz="2100" b="0" dirty="0" err="1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</a:rPr>
              <a:t>stdlib.h</a:t>
            </a:r>
            <a:r>
              <a:rPr lang="en-US" altLang="zh-TW" sz="2100" b="0" dirty="0">
                <a:latin typeface="Consolas" panose="020B0609020204030204" pitchFamily="49" charset="0"/>
                <a:ea typeface="新細明體" charset="-120"/>
              </a:rPr>
              <a:t>&gt;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100" b="0" dirty="0">
              <a:latin typeface="Consolas" panose="020B0609020204030204" pitchFamily="49" charset="0"/>
              <a:ea typeface="新細明體" charset="-12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100" b="0" dirty="0">
                <a:solidFill>
                  <a:srgbClr val="990000"/>
                </a:solidFill>
                <a:latin typeface="Consolas" panose="020B0609020204030204" pitchFamily="49" charset="0"/>
                <a:ea typeface="新細明體" charset="-120"/>
              </a:rPr>
              <a:t>void</a:t>
            </a:r>
            <a:r>
              <a:rPr lang="en-US" altLang="zh-TW" sz="2100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altLang="zh-TW" sz="2100" b="0" dirty="0">
                <a:latin typeface="Consolas" panose="020B0609020204030204" pitchFamily="49" charset="0"/>
                <a:ea typeface="新細明體" charset="-120"/>
              </a:rPr>
              <a:t>free(</a:t>
            </a:r>
            <a:r>
              <a:rPr lang="en-US" altLang="zh-TW" sz="2100" b="0" dirty="0">
                <a:solidFill>
                  <a:schemeClr val="hlin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void *</a:t>
            </a:r>
            <a:r>
              <a:rPr lang="en-US" altLang="zh-TW" sz="2100" b="0" dirty="0"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altLang="zh-TW" sz="2100" b="0" dirty="0" err="1">
                <a:solidFill>
                  <a:schemeClr val="folHlink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100" b="0" dirty="0">
                <a:latin typeface="Consolas" panose="020B0609020204030204" pitchFamily="49" charset="0"/>
                <a:ea typeface="新細明體" charset="-12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charset="2"/>
              <a:buChar char="l"/>
              <a:defRPr/>
            </a:pPr>
            <a:endParaRPr lang="en-US" altLang="zh-TW" sz="2400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spcBef>
                <a:spcPct val="50000"/>
              </a:spcBef>
              <a:defRPr/>
            </a:pPr>
            <a:endParaRPr lang="en-US" altLang="zh-TW" b="0" dirty="0">
              <a:latin typeface="Calibri" panose="020F0502020204030204" pitchFamily="34" charset="0"/>
              <a:ea typeface="新細明體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461964" y="2743200"/>
            <a:ext cx="8682036" cy="3810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Declare an integer pointer variable, points to nothing initially */</a:t>
            </a:r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461964" y="3276600"/>
            <a:ext cx="8682036" cy="304800"/>
          </a:xfrm>
          <a:prstGeom prst="rect">
            <a:avLst/>
          </a:prstGeom>
          <a:solidFill>
            <a:srgbClr val="00CCFF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Call </a:t>
            </a: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</a:rPr>
              <a:t>malloc()</a:t>
            </a: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 to get</a:t>
            </a:r>
            <a:r>
              <a:rPr lang="en-US" altLang="zh-TW" b="0" dirty="0">
                <a:latin typeface="Calibri" panose="020F0502020204030204" pitchFamily="34" charset="0"/>
                <a:ea typeface="新細明體" charset="-120"/>
              </a:rPr>
              <a:t> </a:t>
            </a:r>
            <a:r>
              <a:rPr lang="en-US" altLang="zh-TW" i="1" dirty="0">
                <a:solidFill>
                  <a:schemeClr val="hlink"/>
                </a:solidFill>
                <a:latin typeface="Calibri" panose="020F0502020204030204" pitchFamily="34" charset="0"/>
                <a:ea typeface="新細明體" charset="-120"/>
              </a:rPr>
              <a:t>4</a:t>
            </a: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 bytes */</a:t>
            </a:r>
          </a:p>
        </p:txBody>
      </p:sp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461964" y="4114800"/>
            <a:ext cx="8682036" cy="304800"/>
          </a:xfrm>
          <a:prstGeom prst="rect">
            <a:avLst/>
          </a:prstGeom>
          <a:solidFill>
            <a:srgbClr val="FFCC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Store an integer into the memory pointed by </a:t>
            </a:r>
            <a:r>
              <a:rPr lang="en-US" altLang="zh-TW" dirty="0" err="1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 */</a:t>
            </a:r>
          </a:p>
        </p:txBody>
      </p:sp>
      <p:sp>
        <p:nvSpPr>
          <p:cNvPr id="34827" name="Rectangle 11"/>
          <p:cNvSpPr>
            <a:spLocks noChangeArrowheads="1"/>
          </p:cNvSpPr>
          <p:nvPr/>
        </p:nvSpPr>
        <p:spPr bwMode="auto">
          <a:xfrm>
            <a:off x="461964" y="5181600"/>
            <a:ext cx="8682036" cy="304800"/>
          </a:xfrm>
          <a:prstGeom prst="rect">
            <a:avLst/>
          </a:prstGeom>
          <a:solidFill>
            <a:srgbClr val="FF33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RELEASE the memory pointed by </a:t>
            </a:r>
            <a:r>
              <a:rPr lang="en-US" altLang="zh-TW" dirty="0" err="1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, integer 97 is LOST */</a:t>
            </a:r>
          </a:p>
        </p:txBody>
      </p:sp>
      <p:sp>
        <p:nvSpPr>
          <p:cNvPr id="34828" name="Rectangle 12"/>
          <p:cNvSpPr>
            <a:spLocks noChangeArrowheads="1"/>
          </p:cNvSpPr>
          <p:nvPr/>
        </p:nvSpPr>
        <p:spPr bwMode="auto">
          <a:xfrm>
            <a:off x="461964" y="5486400"/>
            <a:ext cx="8682036" cy="304800"/>
          </a:xfrm>
          <a:prstGeom prst="rect">
            <a:avLst/>
          </a:prstGeom>
          <a:solidFill>
            <a:srgbClr val="FF33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SET </a:t>
            </a:r>
            <a:r>
              <a:rPr lang="en-US" altLang="zh-TW" dirty="0" err="1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ptr</a:t>
            </a: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 to </a:t>
            </a: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NULL</a:t>
            </a: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 after </a:t>
            </a: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free()</a:t>
            </a: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 as a good practice */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457200" y="1600200"/>
            <a:ext cx="8686800" cy="502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#include &lt;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stdio.h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&gt;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#include &lt;</a:t>
            </a:r>
            <a:r>
              <a:rPr lang="en-US" altLang="zh-TW" b="0" dirty="0" err="1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</a:rPr>
              <a:t>stdlib.h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&gt;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int main(void) {</a:t>
            </a:r>
          </a:p>
          <a:p>
            <a:pPr>
              <a:defRPr/>
            </a:pPr>
            <a:r>
              <a:rPr lang="en-US" altLang="zh-TW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</a:rPr>
              <a:t>  </a:t>
            </a:r>
            <a:r>
              <a:rPr lang="en-US" altLang="zh-TW" b="0" dirty="0">
                <a:solidFill>
                  <a:srgbClr val="FF33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int *</a:t>
            </a:r>
            <a:r>
              <a:rPr lang="en-US" altLang="zh-TW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altLang="zh-TW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endParaRPr lang="en-US" altLang="zh-TW" b="0" dirty="0">
              <a:solidFill>
                <a:srgbClr val="FF3300"/>
              </a:solidFill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</a:rPr>
              <a:t>  </a:t>
            </a:r>
            <a:r>
              <a:rPr lang="en-US" altLang="zh-TW" b="0" dirty="0" err="1">
                <a:solidFill>
                  <a:srgbClr val="FF33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= (int *)</a:t>
            </a:r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</a:rPr>
              <a:t>malloc(</a:t>
            </a:r>
            <a:r>
              <a:rPr lang="en-US" altLang="zh-TW" b="0" dirty="0" err="1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sizeof</a:t>
            </a:r>
            <a:r>
              <a:rPr lang="en-US" altLang="zh-TW" b="0" dirty="0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(int)</a:t>
            </a:r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</a:rPr>
              <a:t>)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if (</a:t>
            </a:r>
            <a:r>
              <a:rPr lang="en-US" altLang="zh-TW" b="0" dirty="0" err="1">
                <a:solidFill>
                  <a:srgbClr val="FF33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!= </a:t>
            </a:r>
            <a:r>
              <a:rPr lang="en-US" altLang="zh-TW" b="0" dirty="0">
                <a:solidFill>
                  <a:srgbClr val="990000"/>
                </a:solidFill>
                <a:latin typeface="Consolas" panose="020B0609020204030204" pitchFamily="49" charset="0"/>
                <a:ea typeface="新細明體" charset="-120"/>
              </a:rPr>
              <a:t>NULL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)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{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 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*</a:t>
            </a:r>
            <a:r>
              <a:rPr lang="en-US" altLang="zh-TW" b="0" dirty="0" err="1"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= </a:t>
            </a:r>
            <a:r>
              <a:rPr lang="en-US" altLang="zh-TW" b="0" dirty="0">
                <a:solidFill>
                  <a:srgbClr val="663300"/>
                </a:solidFill>
                <a:latin typeface="Consolas" panose="020B0609020204030204" pitchFamily="49" charset="0"/>
                <a:ea typeface="新細明體" charset="-120"/>
              </a:rPr>
              <a:t>97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 printf("The int stored at %p is %d.\n", </a:t>
            </a:r>
            <a:r>
              <a:rPr lang="en-US" altLang="zh-TW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, 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*</a:t>
            </a:r>
            <a:r>
              <a:rPr lang="en-US" altLang="zh-TW" b="0" dirty="0" err="1"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);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}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free(</a:t>
            </a:r>
            <a:r>
              <a:rPr lang="en-US" altLang="zh-TW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);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</a:t>
            </a:r>
            <a:r>
              <a:rPr lang="en-US" altLang="zh-TW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= NULL;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return 0;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}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0" y="1600200"/>
            <a:ext cx="461963" cy="5029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1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4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5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6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7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8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9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10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11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12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13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14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15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16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17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18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Complete: </a:t>
            </a:r>
            <a:r>
              <a:rPr lang="en-US" altLang="zh-TW" dirty="0">
                <a:latin typeface="Consolas" panose="020B0609020204030204" pitchFamily="49" charset="0"/>
                <a:ea typeface="新細明體" charset="-120"/>
              </a:rPr>
              <a:t>malloc()</a:t>
            </a:r>
            <a:r>
              <a:rPr lang="en-US" altLang="zh-TW" dirty="0">
                <a:ea typeface="新細明體" charset="-120"/>
              </a:rPr>
              <a:t>, then </a:t>
            </a:r>
            <a:r>
              <a:rPr lang="en-US" altLang="zh-TW" dirty="0">
                <a:latin typeface="Consolas" panose="020B0609020204030204" pitchFamily="49" charset="0"/>
                <a:ea typeface="新細明體" charset="-120"/>
              </a:rPr>
              <a:t>free()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3E284A-7786-4B66-87B7-F6DE8BA7BBB5}" type="slidenum">
              <a:rPr lang="zh-TW" altLang="en-US"/>
              <a:pPr>
                <a:defRPr/>
              </a:pPr>
              <a:t>14</a:t>
            </a:fld>
            <a:endParaRPr lang="en-US" altLang="zh-TW"/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0" y="1219200"/>
            <a:ext cx="3352800" cy="37623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Program dyn_3.c</a:t>
            </a:r>
          </a:p>
        </p:txBody>
      </p:sp>
      <p:sp>
        <p:nvSpPr>
          <p:cNvPr id="2" name="Rectangle 141">
            <a:extLst>
              <a:ext uri="{FF2B5EF4-FFF2-40B4-BE49-F238E27FC236}">
                <a16:creationId xmlns:a16="http://schemas.microsoft.com/office/drawing/2014/main" id="{3C7F5A40-1ED8-2184-B642-F2EB20A89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113" y="3851277"/>
            <a:ext cx="762000" cy="385762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3" name="Text Box 142">
            <a:extLst>
              <a:ext uri="{FF2B5EF4-FFF2-40B4-BE49-F238E27FC236}">
                <a16:creationId xmlns:a16="http://schemas.microsoft.com/office/drawing/2014/main" id="{49ED820B-95EC-3BDE-60E0-361625F54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4113" y="3394077"/>
            <a:ext cx="694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endParaRPr lang="en-US" altLang="zh-TW" sz="2400" b="0" dirty="0"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</p:txBody>
      </p:sp>
      <p:sp>
        <p:nvSpPr>
          <p:cNvPr id="4" name="Line 143">
            <a:extLst>
              <a:ext uri="{FF2B5EF4-FFF2-40B4-BE49-F238E27FC236}">
                <a16:creationId xmlns:a16="http://schemas.microsoft.com/office/drawing/2014/main" id="{B74B6D76-95F2-C260-596D-3AF9620EC3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64313" y="4059239"/>
            <a:ext cx="1071562" cy="9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5" name="Rectangle 146">
            <a:extLst>
              <a:ext uri="{FF2B5EF4-FFF2-40B4-BE49-F238E27FC236}">
                <a16:creationId xmlns:a16="http://schemas.microsoft.com/office/drawing/2014/main" id="{5D8FDDB5-2B20-BDEA-A85B-9F72C830D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75" y="3830639"/>
            <a:ext cx="838200" cy="3857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TW" sz="2400" b="0" dirty="0">
                <a:solidFill>
                  <a:schemeClr val="folHlink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97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7" grpId="0" animBg="1"/>
      <p:bldP spid="348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5F9409-C8E8-442B-8500-31ABB80068B3}" type="slidenum">
              <a:rPr lang="zh-TW" altLang="en-US"/>
              <a:pPr>
                <a:defRPr/>
              </a:pPr>
              <a:t>15</a:t>
            </a:fld>
            <a:endParaRPr lang="en-US" altLang="zh-TW"/>
          </a:p>
        </p:txBody>
      </p:sp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0" y="0"/>
            <a:ext cx="9144000" cy="6502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 *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iptr1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,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*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iptr2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;</a:t>
            </a:r>
          </a:p>
          <a:p>
            <a:pPr eaLnBrk="1" hangingPunct="1">
              <a:defRPr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Allocate a space (#1) to store an integer.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 Initial value is undefined. */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iptr1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(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 *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)malloc(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sizeof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(int));</a:t>
            </a:r>
            <a:endParaRPr lang="en-US" altLang="zh-TW" sz="2000" b="0" dirty="0">
              <a:solidFill>
                <a:schemeClr val="folHlink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endParaRPr lang="en-US" altLang="zh-TW" sz="2000" b="0" dirty="0">
              <a:solidFill>
                <a:schemeClr val="folHlink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>
              <a:defRPr/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Allocate another space (#2) to store an integer</a:t>
            </a:r>
          </a:p>
          <a:p>
            <a:pPr>
              <a:defRPr/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 and initialize its value to 10. */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iptr2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(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 *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)malloc(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sizeof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(int));</a:t>
            </a:r>
            <a:endParaRPr lang="en-US" altLang="zh-TW" sz="2000" b="0" dirty="0">
              <a:solidFill>
                <a:schemeClr val="folHlink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*iptr2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10;</a:t>
            </a:r>
          </a:p>
          <a:p>
            <a:pPr eaLnBrk="1" hangingPunct="1">
              <a:defRPr/>
            </a:pPr>
            <a:endParaRPr lang="en-US" altLang="zh-TW" sz="2000" b="0" dirty="0">
              <a:solidFill>
                <a:srgbClr val="008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Free the space pointed to by iptr1 */</a:t>
            </a:r>
          </a:p>
          <a:p>
            <a:pPr eaLnBrk="1" hangingPunct="1"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free(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iptr1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);   </a:t>
            </a:r>
            <a:r>
              <a:rPr lang="en-US" altLang="zh-TW" sz="2000" b="0" dirty="0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Release space #1 */</a:t>
            </a:r>
          </a:p>
          <a:p>
            <a:pPr eaLnBrk="1" hangingPunct="1">
              <a:defRPr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Make iptr1 and iptr2 point to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 the same location (space #2) */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iptr1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iptr2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;</a:t>
            </a:r>
          </a:p>
          <a:p>
            <a:pPr eaLnBrk="1" hangingPunct="1">
              <a:defRPr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It is possible to free a space through other pointer.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 Free the space pointed to by iptr1. */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free(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iptr1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);   </a:t>
            </a:r>
            <a:r>
              <a:rPr lang="en-US" altLang="zh-TW" sz="2000" b="0" dirty="0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Release space #2 */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470B8FA-0A41-C331-DDC8-2AB810BE34A8}"/>
              </a:ext>
            </a:extLst>
          </p:cNvPr>
          <p:cNvGrpSpPr/>
          <p:nvPr/>
        </p:nvGrpSpPr>
        <p:grpSpPr>
          <a:xfrm>
            <a:off x="5486400" y="2276475"/>
            <a:ext cx="3657600" cy="1371600"/>
            <a:chOff x="5486400" y="2276475"/>
            <a:chExt cx="3657600" cy="1371600"/>
          </a:xfrm>
        </p:grpSpPr>
        <p:grpSp>
          <p:nvGrpSpPr>
            <p:cNvPr id="76882" name="Group 82"/>
            <p:cNvGrpSpPr>
              <a:grpSpLocks/>
            </p:cNvGrpSpPr>
            <p:nvPr/>
          </p:nvGrpSpPr>
          <p:grpSpPr bwMode="auto">
            <a:xfrm>
              <a:off x="5486400" y="2276475"/>
              <a:ext cx="3657600" cy="1371600"/>
              <a:chOff x="3456" y="1434"/>
              <a:chExt cx="2304" cy="864"/>
            </a:xfrm>
            <a:solidFill>
              <a:srgbClr val="CCCDFF"/>
            </a:solidFill>
          </p:grpSpPr>
          <p:sp>
            <p:nvSpPr>
              <p:cNvPr id="76852" name="AutoShape 52"/>
              <p:cNvSpPr>
                <a:spLocks noChangeArrowheads="1"/>
              </p:cNvSpPr>
              <p:nvPr/>
            </p:nvSpPr>
            <p:spPr bwMode="auto">
              <a:xfrm>
                <a:off x="3456" y="1434"/>
                <a:ext cx="2304" cy="864"/>
              </a:xfrm>
              <a:prstGeom prst="wedgeRoundRectCallout">
                <a:avLst>
                  <a:gd name="adj1" fmla="val -113194"/>
                  <a:gd name="adj2" fmla="val -2662"/>
                  <a:gd name="adj3" fmla="val 16667"/>
                </a:avLst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endParaRPr lang="zh-TW" altLang="en-US" b="0" dirty="0">
                  <a:latin typeface="Calibri" panose="020F0502020204030204" pitchFamily="34" charset="0"/>
                  <a:ea typeface="新細明體" charset="-120"/>
                  <a:cs typeface="Times New Roman" charset="0"/>
                </a:endParaRPr>
              </a:p>
            </p:txBody>
          </p:sp>
          <p:sp>
            <p:nvSpPr>
              <p:cNvPr id="76854" name="Rectangle 54"/>
              <p:cNvSpPr>
                <a:spLocks noChangeArrowheads="1"/>
              </p:cNvSpPr>
              <p:nvPr/>
            </p:nvSpPr>
            <p:spPr bwMode="auto">
              <a:xfrm>
                <a:off x="5184" y="1524"/>
                <a:ext cx="432" cy="25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en-US" altLang="zh-TW" sz="2000" b="0" dirty="0">
                    <a:latin typeface="Calibri" panose="020F0502020204030204" pitchFamily="34" charset="0"/>
                    <a:ea typeface="新細明體" charset="-120"/>
                    <a:cs typeface="Times New Roman" charset="0"/>
                  </a:rPr>
                  <a:t>?</a:t>
                </a:r>
              </a:p>
            </p:txBody>
          </p:sp>
          <p:sp>
            <p:nvSpPr>
              <p:cNvPr id="76856" name="Rectangle 56"/>
              <p:cNvSpPr>
                <a:spLocks noChangeArrowheads="1"/>
              </p:cNvSpPr>
              <p:nvPr/>
            </p:nvSpPr>
            <p:spPr bwMode="auto">
              <a:xfrm>
                <a:off x="5184" y="1956"/>
                <a:ext cx="432" cy="25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en-US" altLang="zh-TW" sz="2000" b="0" dirty="0">
                    <a:latin typeface="Calibri" panose="020F0502020204030204" pitchFamily="34" charset="0"/>
                    <a:ea typeface="新細明體" charset="-120"/>
                    <a:cs typeface="Times New Roman" charset="0"/>
                  </a:rPr>
                  <a:t>10</a:t>
                </a:r>
              </a:p>
            </p:txBody>
          </p:sp>
          <p:sp>
            <p:nvSpPr>
              <p:cNvPr id="76857" name="Text Box 57"/>
              <p:cNvSpPr txBox="1">
                <a:spLocks noChangeArrowheads="1"/>
              </p:cNvSpPr>
              <p:nvPr/>
            </p:nvSpPr>
            <p:spPr bwMode="auto">
              <a:xfrm>
                <a:off x="3532" y="1530"/>
                <a:ext cx="56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TW" sz="2000" b="0" dirty="0">
                    <a:latin typeface="Consolas" panose="020B0609020204030204" pitchFamily="49" charset="0"/>
                    <a:ea typeface="新細明體" charset="-120"/>
                    <a:cs typeface="Times New Roman" charset="0"/>
                  </a:rPr>
                  <a:t>iptr1</a:t>
                </a:r>
              </a:p>
            </p:txBody>
          </p:sp>
          <p:sp>
            <p:nvSpPr>
              <p:cNvPr id="76858" name="Text Box 58"/>
              <p:cNvSpPr txBox="1">
                <a:spLocks noChangeArrowheads="1"/>
              </p:cNvSpPr>
              <p:nvPr/>
            </p:nvSpPr>
            <p:spPr bwMode="auto">
              <a:xfrm>
                <a:off x="3532" y="1962"/>
                <a:ext cx="56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TW" sz="2000" b="0" dirty="0">
                    <a:latin typeface="Consolas" panose="020B0609020204030204" pitchFamily="49" charset="0"/>
                    <a:ea typeface="新細明體" charset="-120"/>
                    <a:cs typeface="Times New Roman" charset="0"/>
                  </a:rPr>
                  <a:t>iptr2</a:t>
                </a:r>
              </a:p>
            </p:txBody>
          </p:sp>
          <p:cxnSp>
            <p:nvCxnSpPr>
              <p:cNvPr id="76859" name="AutoShape 59"/>
              <p:cNvCxnSpPr>
                <a:cxnSpLocks noChangeShapeType="1"/>
                <a:endCxn id="76854" idx="1"/>
              </p:cNvCxnSpPr>
              <p:nvPr/>
            </p:nvCxnSpPr>
            <p:spPr bwMode="auto">
              <a:xfrm>
                <a:off x="4360" y="1650"/>
                <a:ext cx="824" cy="0"/>
              </a:xfrm>
              <a:prstGeom prst="straightConnector1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6860" name="AutoShape 60"/>
              <p:cNvCxnSpPr>
                <a:cxnSpLocks noChangeShapeType="1"/>
                <a:endCxn id="76856" idx="1"/>
              </p:cNvCxnSpPr>
              <p:nvPr/>
            </p:nvCxnSpPr>
            <p:spPr bwMode="auto">
              <a:xfrm>
                <a:off x="4360" y="2082"/>
                <a:ext cx="824" cy="0"/>
              </a:xfrm>
              <a:prstGeom prst="straightConnector1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846252A6-CF95-6418-671B-D6226F71C2EC}"/>
                </a:ext>
              </a:extLst>
            </p:cNvPr>
            <p:cNvSpPr/>
            <p:nvPr/>
          </p:nvSpPr>
          <p:spPr>
            <a:xfrm>
              <a:off x="6497638" y="2428875"/>
              <a:ext cx="741362" cy="40005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sp>
          <p:nvSpPr>
            <p:cNvPr id="3" name="橢圓 2">
              <a:extLst>
                <a:ext uri="{FF2B5EF4-FFF2-40B4-BE49-F238E27FC236}">
                  <a16:creationId xmlns:a16="http://schemas.microsoft.com/office/drawing/2014/main" id="{D82A4CF9-1415-93C9-F7CF-506E8B6638E6}"/>
                </a:ext>
              </a:extLst>
            </p:cNvPr>
            <p:cNvSpPr/>
            <p:nvPr/>
          </p:nvSpPr>
          <p:spPr>
            <a:xfrm>
              <a:off x="6503385" y="3095624"/>
              <a:ext cx="741362" cy="40005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6249C53-BEEB-8344-4D80-D888396C6E24}"/>
              </a:ext>
            </a:extLst>
          </p:cNvPr>
          <p:cNvGrpSpPr/>
          <p:nvPr/>
        </p:nvGrpSpPr>
        <p:grpSpPr>
          <a:xfrm>
            <a:off x="5486400" y="3857650"/>
            <a:ext cx="3657600" cy="1371600"/>
            <a:chOff x="5486400" y="3857650"/>
            <a:chExt cx="3657600" cy="1371600"/>
          </a:xfrm>
        </p:grpSpPr>
        <p:grpSp>
          <p:nvGrpSpPr>
            <p:cNvPr id="76861" name="Group 61"/>
            <p:cNvGrpSpPr>
              <a:grpSpLocks/>
            </p:cNvGrpSpPr>
            <p:nvPr/>
          </p:nvGrpSpPr>
          <p:grpSpPr bwMode="auto">
            <a:xfrm>
              <a:off x="5486400" y="3857650"/>
              <a:ext cx="3657600" cy="1371600"/>
              <a:chOff x="3456" y="1886"/>
              <a:chExt cx="2304" cy="864"/>
            </a:xfrm>
            <a:solidFill>
              <a:schemeClr val="bg1">
                <a:lumMod val="85000"/>
              </a:schemeClr>
            </a:solidFill>
          </p:grpSpPr>
          <p:sp>
            <p:nvSpPr>
              <p:cNvPr id="76862" name="AutoShape 62"/>
              <p:cNvSpPr>
                <a:spLocks noChangeArrowheads="1"/>
              </p:cNvSpPr>
              <p:nvPr/>
            </p:nvSpPr>
            <p:spPr bwMode="auto">
              <a:xfrm>
                <a:off x="3456" y="1886"/>
                <a:ext cx="2304" cy="864"/>
              </a:xfrm>
              <a:prstGeom prst="wedgeRoundRectCallout">
                <a:avLst>
                  <a:gd name="adj1" fmla="val -138370"/>
                  <a:gd name="adj2" fmla="val 36921"/>
                  <a:gd name="adj3" fmla="val 16667"/>
                </a:avLst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endParaRPr lang="zh-TW" altLang="en-US" b="0" dirty="0">
                  <a:latin typeface="Calibri" panose="020F0502020204030204" pitchFamily="34" charset="0"/>
                  <a:ea typeface="新細明體" charset="-120"/>
                  <a:cs typeface="Times New Roman" charset="0"/>
                </a:endParaRPr>
              </a:p>
            </p:txBody>
          </p:sp>
          <p:sp>
            <p:nvSpPr>
              <p:cNvPr id="76864" name="Rectangle 64"/>
              <p:cNvSpPr>
                <a:spLocks noChangeArrowheads="1"/>
              </p:cNvSpPr>
              <p:nvPr/>
            </p:nvSpPr>
            <p:spPr bwMode="auto">
              <a:xfrm>
                <a:off x="5184" y="1984"/>
                <a:ext cx="432" cy="25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rgbClr val="808080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en-US" altLang="zh-TW" sz="2000" b="0" dirty="0">
                    <a:solidFill>
                      <a:srgbClr val="808080"/>
                    </a:solidFill>
                    <a:latin typeface="Calibri" panose="020F0502020204030204" pitchFamily="34" charset="0"/>
                    <a:ea typeface="新細明體" charset="-120"/>
                    <a:cs typeface="Times New Roman" charset="0"/>
                  </a:rPr>
                  <a:t>?</a:t>
                </a:r>
              </a:p>
            </p:txBody>
          </p:sp>
          <p:sp>
            <p:nvSpPr>
              <p:cNvPr id="76866" name="Rectangle 66"/>
              <p:cNvSpPr>
                <a:spLocks noChangeArrowheads="1"/>
              </p:cNvSpPr>
              <p:nvPr/>
            </p:nvSpPr>
            <p:spPr bwMode="auto">
              <a:xfrm>
                <a:off x="5184" y="2416"/>
                <a:ext cx="432" cy="25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en-US" altLang="zh-TW" sz="2000" b="0" dirty="0">
                    <a:latin typeface="Calibri" panose="020F0502020204030204" pitchFamily="34" charset="0"/>
                    <a:ea typeface="新細明體" charset="-120"/>
                    <a:cs typeface="Times New Roman" charset="0"/>
                  </a:rPr>
                  <a:t>10</a:t>
                </a:r>
              </a:p>
            </p:txBody>
          </p:sp>
          <p:sp>
            <p:nvSpPr>
              <p:cNvPr id="76867" name="Text Box 67"/>
              <p:cNvSpPr txBox="1">
                <a:spLocks noChangeArrowheads="1"/>
              </p:cNvSpPr>
              <p:nvPr/>
            </p:nvSpPr>
            <p:spPr bwMode="auto">
              <a:xfrm>
                <a:off x="3532" y="1990"/>
                <a:ext cx="561" cy="252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TW" sz="2000" b="0" dirty="0">
                    <a:latin typeface="Consolas" panose="020B0609020204030204" pitchFamily="49" charset="0"/>
                    <a:ea typeface="新細明體" charset="-120"/>
                    <a:cs typeface="Times New Roman" charset="0"/>
                  </a:rPr>
                  <a:t>iptr1</a:t>
                </a:r>
              </a:p>
            </p:txBody>
          </p:sp>
          <p:sp>
            <p:nvSpPr>
              <p:cNvPr id="76868" name="Text Box 68"/>
              <p:cNvSpPr txBox="1">
                <a:spLocks noChangeArrowheads="1"/>
              </p:cNvSpPr>
              <p:nvPr/>
            </p:nvSpPr>
            <p:spPr bwMode="auto">
              <a:xfrm>
                <a:off x="3532" y="2422"/>
                <a:ext cx="561" cy="252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TW" sz="2000" b="0" dirty="0">
                    <a:latin typeface="Consolas" panose="020B0609020204030204" pitchFamily="49" charset="0"/>
                    <a:ea typeface="新細明體" charset="-120"/>
                    <a:cs typeface="Times New Roman" charset="0"/>
                  </a:rPr>
                  <a:t>iptr2</a:t>
                </a:r>
              </a:p>
            </p:txBody>
          </p:sp>
          <p:cxnSp>
            <p:nvCxnSpPr>
              <p:cNvPr id="76869" name="AutoShape 69"/>
              <p:cNvCxnSpPr>
                <a:cxnSpLocks noChangeShapeType="1"/>
                <a:endCxn id="76866" idx="1"/>
              </p:cNvCxnSpPr>
              <p:nvPr/>
            </p:nvCxnSpPr>
            <p:spPr bwMode="auto">
              <a:xfrm>
                <a:off x="4360" y="2110"/>
                <a:ext cx="824" cy="432"/>
              </a:xfrm>
              <a:prstGeom prst="straightConnector1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6870" name="AutoShape 70"/>
              <p:cNvCxnSpPr>
                <a:cxnSpLocks noChangeShapeType="1"/>
                <a:endCxn id="76866" idx="1"/>
              </p:cNvCxnSpPr>
              <p:nvPr/>
            </p:nvCxnSpPr>
            <p:spPr bwMode="auto">
              <a:xfrm>
                <a:off x="4360" y="2542"/>
                <a:ext cx="824" cy="0"/>
              </a:xfrm>
              <a:prstGeom prst="straightConnector1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5E9DD548-1599-F3BE-F579-885332A806BC}"/>
                </a:ext>
              </a:extLst>
            </p:cNvPr>
            <p:cNvSpPr/>
            <p:nvPr/>
          </p:nvSpPr>
          <p:spPr>
            <a:xfrm>
              <a:off x="6489510" y="4045561"/>
              <a:ext cx="741362" cy="40005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8D7077DF-E508-7E5C-C4BF-B98E8B375DF5}"/>
                </a:ext>
              </a:extLst>
            </p:cNvPr>
            <p:cNvSpPr/>
            <p:nvPr/>
          </p:nvSpPr>
          <p:spPr>
            <a:xfrm>
              <a:off x="6495257" y="4712310"/>
              <a:ext cx="741362" cy="40005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BD6A325-EE8B-4350-396B-488554DAB884}"/>
              </a:ext>
            </a:extLst>
          </p:cNvPr>
          <p:cNvGrpSpPr/>
          <p:nvPr/>
        </p:nvGrpSpPr>
        <p:grpSpPr>
          <a:xfrm>
            <a:off x="5486400" y="5429225"/>
            <a:ext cx="3657600" cy="1371600"/>
            <a:chOff x="5486400" y="5429225"/>
            <a:chExt cx="3657600" cy="1371600"/>
          </a:xfrm>
        </p:grpSpPr>
        <p:grpSp>
          <p:nvGrpSpPr>
            <p:cNvPr id="76881" name="Group 81"/>
            <p:cNvGrpSpPr>
              <a:grpSpLocks/>
            </p:cNvGrpSpPr>
            <p:nvPr/>
          </p:nvGrpSpPr>
          <p:grpSpPr bwMode="auto">
            <a:xfrm>
              <a:off x="5486400" y="5429225"/>
              <a:ext cx="3657600" cy="1371600"/>
              <a:chOff x="3456" y="3456"/>
              <a:chExt cx="2304" cy="864"/>
            </a:xfrm>
            <a:solidFill>
              <a:schemeClr val="bg1">
                <a:lumMod val="85000"/>
              </a:schemeClr>
            </a:solidFill>
          </p:grpSpPr>
          <p:sp>
            <p:nvSpPr>
              <p:cNvPr id="76872" name="AutoShape 72"/>
              <p:cNvSpPr>
                <a:spLocks noChangeArrowheads="1"/>
              </p:cNvSpPr>
              <p:nvPr/>
            </p:nvSpPr>
            <p:spPr bwMode="auto">
              <a:xfrm>
                <a:off x="3456" y="3456"/>
                <a:ext cx="2304" cy="864"/>
              </a:xfrm>
              <a:prstGeom prst="wedgeRoundRectCallout">
                <a:avLst>
                  <a:gd name="adj1" fmla="val -136894"/>
                  <a:gd name="adj2" fmla="val 10417"/>
                  <a:gd name="adj3" fmla="val 16667"/>
                </a:avLst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endParaRPr lang="zh-TW" altLang="en-US" b="0" dirty="0">
                  <a:latin typeface="Calibri" panose="020F0502020204030204" pitchFamily="34" charset="0"/>
                  <a:ea typeface="新細明體" charset="-120"/>
                  <a:cs typeface="Times New Roman" charset="0"/>
                </a:endParaRPr>
              </a:p>
            </p:txBody>
          </p:sp>
          <p:sp>
            <p:nvSpPr>
              <p:cNvPr id="76874" name="Rectangle 74"/>
              <p:cNvSpPr>
                <a:spLocks noChangeArrowheads="1"/>
              </p:cNvSpPr>
              <p:nvPr/>
            </p:nvSpPr>
            <p:spPr bwMode="auto">
              <a:xfrm>
                <a:off x="5184" y="3554"/>
                <a:ext cx="432" cy="25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rgbClr val="808080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en-US" altLang="zh-TW" sz="2000" b="0" dirty="0">
                    <a:solidFill>
                      <a:srgbClr val="808080"/>
                    </a:solidFill>
                    <a:latin typeface="Calibri" panose="020F0502020204030204" pitchFamily="34" charset="0"/>
                    <a:ea typeface="新細明體" charset="-120"/>
                    <a:cs typeface="Times New Roman" charset="0"/>
                  </a:rPr>
                  <a:t>?</a:t>
                </a:r>
              </a:p>
            </p:txBody>
          </p:sp>
          <p:sp>
            <p:nvSpPr>
              <p:cNvPr id="76876" name="Rectangle 76"/>
              <p:cNvSpPr>
                <a:spLocks noChangeArrowheads="1"/>
              </p:cNvSpPr>
              <p:nvPr/>
            </p:nvSpPr>
            <p:spPr bwMode="auto">
              <a:xfrm>
                <a:off x="5184" y="3986"/>
                <a:ext cx="432" cy="25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rgbClr val="808080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en-US" altLang="zh-TW" sz="2000" b="0" dirty="0">
                    <a:solidFill>
                      <a:srgbClr val="808080"/>
                    </a:solidFill>
                    <a:latin typeface="Calibri" panose="020F0502020204030204" pitchFamily="34" charset="0"/>
                    <a:ea typeface="新細明體" charset="-120"/>
                    <a:cs typeface="Times New Roman" charset="0"/>
                  </a:rPr>
                  <a:t>10</a:t>
                </a:r>
              </a:p>
            </p:txBody>
          </p:sp>
          <p:sp>
            <p:nvSpPr>
              <p:cNvPr id="76877" name="Text Box 77"/>
              <p:cNvSpPr txBox="1">
                <a:spLocks noChangeArrowheads="1"/>
              </p:cNvSpPr>
              <p:nvPr/>
            </p:nvSpPr>
            <p:spPr bwMode="auto">
              <a:xfrm>
                <a:off x="3532" y="3560"/>
                <a:ext cx="561" cy="252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TW" sz="2000" b="0" dirty="0">
                    <a:latin typeface="Consolas" panose="020B0609020204030204" pitchFamily="49" charset="0"/>
                    <a:ea typeface="新細明體" charset="-120"/>
                    <a:cs typeface="Times New Roman" charset="0"/>
                  </a:rPr>
                  <a:t>iptr1</a:t>
                </a:r>
              </a:p>
            </p:txBody>
          </p:sp>
          <p:sp>
            <p:nvSpPr>
              <p:cNvPr id="76878" name="Text Box 78"/>
              <p:cNvSpPr txBox="1">
                <a:spLocks noChangeArrowheads="1"/>
              </p:cNvSpPr>
              <p:nvPr/>
            </p:nvSpPr>
            <p:spPr bwMode="auto">
              <a:xfrm>
                <a:off x="3532" y="3992"/>
                <a:ext cx="561" cy="252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TW" sz="2000" b="0" dirty="0">
                    <a:latin typeface="Consolas" panose="020B0609020204030204" pitchFamily="49" charset="0"/>
                    <a:ea typeface="新細明體" charset="-120"/>
                    <a:cs typeface="Times New Roman" charset="0"/>
                  </a:rPr>
                  <a:t>iptr2</a:t>
                </a:r>
              </a:p>
            </p:txBody>
          </p:sp>
          <p:cxnSp>
            <p:nvCxnSpPr>
              <p:cNvPr id="76879" name="AutoShape 79"/>
              <p:cNvCxnSpPr>
                <a:cxnSpLocks noChangeShapeType="1"/>
                <a:endCxn id="76876" idx="1"/>
              </p:cNvCxnSpPr>
              <p:nvPr/>
            </p:nvCxnSpPr>
            <p:spPr bwMode="auto">
              <a:xfrm>
                <a:off x="4360" y="3680"/>
                <a:ext cx="824" cy="432"/>
              </a:xfrm>
              <a:prstGeom prst="straightConnector1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6880" name="AutoShape 80"/>
              <p:cNvCxnSpPr>
                <a:cxnSpLocks noChangeShapeType="1"/>
                <a:endCxn id="76876" idx="1"/>
              </p:cNvCxnSpPr>
              <p:nvPr/>
            </p:nvCxnSpPr>
            <p:spPr bwMode="auto">
              <a:xfrm>
                <a:off x="4360" y="4112"/>
                <a:ext cx="824" cy="0"/>
              </a:xfrm>
              <a:prstGeom prst="straightConnector1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E4ABCA25-C691-331E-22ED-7BD29A2491C6}"/>
                </a:ext>
              </a:extLst>
            </p:cNvPr>
            <p:cNvSpPr/>
            <p:nvPr/>
          </p:nvSpPr>
          <p:spPr>
            <a:xfrm>
              <a:off x="6497638" y="5635626"/>
              <a:ext cx="741362" cy="40005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A6F4A792-BF1D-56C9-2C11-A5825BE7B829}"/>
                </a:ext>
              </a:extLst>
            </p:cNvPr>
            <p:cNvSpPr/>
            <p:nvPr/>
          </p:nvSpPr>
          <p:spPr>
            <a:xfrm>
              <a:off x="6503385" y="6302375"/>
              <a:ext cx="741362" cy="40005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68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68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68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680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680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680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680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680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FF4A92-34FB-4D41-8114-5CE460C14C31}" type="slidenum">
              <a:rPr lang="zh-TW" altLang="en-US"/>
              <a:pPr>
                <a:defRPr/>
              </a:pPr>
              <a:t>16</a:t>
            </a:fld>
            <a:endParaRPr lang="en-US" altLang="zh-TW"/>
          </a:p>
        </p:txBody>
      </p:sp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900113" y="3168650"/>
            <a:ext cx="8243887" cy="1676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int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*</a:t>
            </a: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;</a:t>
            </a:r>
          </a:p>
          <a:p>
            <a:pPr eaLnBrk="1" hangingPunct="1">
              <a:defRPr/>
            </a:pPr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400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free(</a:t>
            </a:r>
            <a:r>
              <a:rPr lang="en-US" altLang="zh-TW" sz="2400" b="0" dirty="0" err="1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400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);</a:t>
            </a:r>
            <a:endParaRPr lang="en-US" altLang="zh-TW" b="0" dirty="0">
              <a:solidFill>
                <a:srgbClr val="FF33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900113" y="1032500"/>
            <a:ext cx="8243887" cy="1676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int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x;</a:t>
            </a:r>
          </a:p>
          <a:p>
            <a:pPr eaLnBrk="1" hangingPunct="1">
              <a:defRPr/>
            </a:pP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int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*</a:t>
            </a: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;</a:t>
            </a:r>
          </a:p>
          <a:p>
            <a:pPr eaLnBrk="1" hangingPunct="1">
              <a:defRPr/>
            </a:pP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&amp;x;</a:t>
            </a:r>
          </a:p>
          <a:p>
            <a:pPr eaLnBrk="1" hangingPunct="1">
              <a:defRPr/>
            </a:pPr>
            <a:r>
              <a:rPr lang="en-US" altLang="zh-TW" sz="2400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free(</a:t>
            </a:r>
            <a:r>
              <a:rPr lang="en-US" altLang="zh-TW" sz="2400" b="0" dirty="0" err="1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400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);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900113" y="5302250"/>
            <a:ext cx="8243887" cy="1295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int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*</a:t>
            </a: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NULL;</a:t>
            </a:r>
          </a:p>
          <a:p>
            <a:pPr eaLnBrk="1" hangingPunct="1">
              <a:defRPr/>
            </a:pPr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free(</a:t>
            </a: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); 		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4427538" y="5086350"/>
            <a:ext cx="4392612" cy="129540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973138" indent="-457200">
              <a:defRPr>
                <a:solidFill>
                  <a:schemeClr val="tx1"/>
                </a:solidFill>
                <a:latin typeface="Arial" charset="0"/>
              </a:defRPr>
            </a:lvl2pPr>
            <a:lvl3pPr marL="1544638" indent="-457200">
              <a:defRPr>
                <a:solidFill>
                  <a:schemeClr val="tx1"/>
                </a:solidFill>
                <a:latin typeface="Arial" charset="0"/>
              </a:defRPr>
            </a:lvl3pPr>
            <a:lvl4pPr marL="2116138" indent="-457200">
              <a:defRPr>
                <a:solidFill>
                  <a:schemeClr val="tx1"/>
                </a:solidFill>
                <a:latin typeface="Arial" charset="0"/>
              </a:defRPr>
            </a:lvl4pPr>
            <a:lvl5pPr marL="2687638" indent="-457200">
              <a:defRPr>
                <a:solidFill>
                  <a:schemeClr val="tx1"/>
                </a:solidFill>
                <a:latin typeface="Arial" charset="0"/>
              </a:defRPr>
            </a:lvl5pPr>
            <a:lvl6pPr marL="31448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6020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40592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5164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TW" sz="24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free()</a:t>
            </a:r>
            <a:r>
              <a:rPr kumimoji="1"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 won't do anything if the pointer is </a:t>
            </a:r>
            <a:r>
              <a:rPr kumimoji="1" lang="en-US" altLang="zh-TW" sz="24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NULL</a:t>
            </a:r>
            <a:r>
              <a:rPr kumimoji="1"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</p:txBody>
      </p:sp>
      <p:sp>
        <p:nvSpPr>
          <p:cNvPr id="77830" name="Rectangle 6"/>
          <p:cNvSpPr>
            <a:spLocks noChangeArrowheads="1"/>
          </p:cNvSpPr>
          <p:nvPr/>
        </p:nvSpPr>
        <p:spPr bwMode="auto">
          <a:xfrm>
            <a:off x="4427538" y="911520"/>
            <a:ext cx="4392612" cy="167640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973138" indent="-457200">
              <a:defRPr>
                <a:solidFill>
                  <a:schemeClr val="tx1"/>
                </a:solidFill>
                <a:latin typeface="Arial" charset="0"/>
              </a:defRPr>
            </a:lvl2pPr>
            <a:lvl3pPr marL="1544638" indent="-457200">
              <a:defRPr>
                <a:solidFill>
                  <a:schemeClr val="tx1"/>
                </a:solidFill>
                <a:latin typeface="Arial" charset="0"/>
              </a:defRPr>
            </a:lvl3pPr>
            <a:lvl4pPr marL="2116138" indent="-457200">
              <a:defRPr>
                <a:solidFill>
                  <a:schemeClr val="tx1"/>
                </a:solidFill>
                <a:latin typeface="Arial" charset="0"/>
              </a:defRPr>
            </a:lvl4pPr>
            <a:lvl5pPr marL="2687638" indent="-457200">
              <a:defRPr>
                <a:solidFill>
                  <a:schemeClr val="tx1"/>
                </a:solidFill>
                <a:latin typeface="Arial" charset="0"/>
              </a:defRPr>
            </a:lvl5pPr>
            <a:lvl6pPr marL="31448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6020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40592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5164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(Runtime error) Cannot free a piece of memory that is not allocated using </a:t>
            </a:r>
            <a:r>
              <a:rPr kumimoji="1" lang="en-US" altLang="zh-TW" sz="24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malloc()</a:t>
            </a:r>
            <a:r>
              <a:rPr kumimoji="1"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</p:txBody>
      </p:sp>
      <p:sp>
        <p:nvSpPr>
          <p:cNvPr id="77831" name="Rectangle 7"/>
          <p:cNvSpPr>
            <a:spLocks noChangeArrowheads="1"/>
          </p:cNvSpPr>
          <p:nvPr/>
        </p:nvSpPr>
        <p:spPr bwMode="auto">
          <a:xfrm>
            <a:off x="4427538" y="2952750"/>
            <a:ext cx="4392612" cy="167640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973138" indent="-457200">
              <a:defRPr>
                <a:solidFill>
                  <a:schemeClr val="tx1"/>
                </a:solidFill>
                <a:latin typeface="Arial" charset="0"/>
              </a:defRPr>
            </a:lvl2pPr>
            <a:lvl3pPr marL="1544638" indent="-457200">
              <a:defRPr>
                <a:solidFill>
                  <a:schemeClr val="tx1"/>
                </a:solidFill>
                <a:latin typeface="Arial" charset="0"/>
              </a:defRPr>
            </a:lvl3pPr>
            <a:lvl4pPr marL="2116138" indent="-457200">
              <a:defRPr>
                <a:solidFill>
                  <a:schemeClr val="tx1"/>
                </a:solidFill>
                <a:latin typeface="Arial" charset="0"/>
              </a:defRPr>
            </a:lvl4pPr>
            <a:lvl5pPr marL="2687638" indent="-457200">
              <a:defRPr>
                <a:solidFill>
                  <a:schemeClr val="tx1"/>
                </a:solidFill>
                <a:latin typeface="Arial" charset="0"/>
              </a:defRPr>
            </a:lvl5pPr>
            <a:lvl6pPr marL="31448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6020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40592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5164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Runtime error if </a:t>
            </a:r>
            <a:r>
              <a:rPr kumimoji="1" lang="en-US" altLang="zh-TW" sz="24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kumimoji="1"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 is not </a:t>
            </a:r>
            <a:r>
              <a:rPr kumimoji="1" lang="en-US" altLang="zh-TW" sz="24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NULL</a:t>
            </a:r>
            <a:r>
              <a:rPr kumimoji="1"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Cannot free a space that is not allocated using </a:t>
            </a:r>
            <a:r>
              <a:rPr kumimoji="1" lang="en-US" altLang="zh-TW" sz="24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malloc()</a:t>
            </a:r>
            <a:r>
              <a:rPr kumimoji="1"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 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52400" y="128754"/>
            <a:ext cx="86677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4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Common Mistakes in Using </a:t>
            </a:r>
            <a:r>
              <a:rPr lang="en-US" altLang="zh-TW" sz="4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free()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animBg="1"/>
      <p:bldP spid="77828" grpId="0" animBg="1"/>
      <p:bldP spid="77829" grpId="0" animBg="1"/>
      <p:bldP spid="778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543DDB-2391-4AB2-9765-BD70DB4E0794}" type="slidenum">
              <a:rPr lang="zh-TW" altLang="en-US"/>
              <a:pPr>
                <a:defRPr/>
              </a:pPr>
              <a:t>17</a:t>
            </a:fld>
            <a:endParaRPr lang="en-US" altLang="zh-TW"/>
          </a:p>
        </p:txBody>
      </p:sp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827088" y="825500"/>
            <a:ext cx="6913562" cy="22923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int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*</a:t>
            </a: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;</a:t>
            </a:r>
          </a:p>
          <a:p>
            <a:pPr eaLnBrk="1" hangingPunct="1">
              <a:defRPr/>
            </a:pPr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(int *)malloc(</a:t>
            </a: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sizeof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(int));</a:t>
            </a:r>
          </a:p>
          <a:p>
            <a:pPr eaLnBrk="1" hangingPunct="1"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free(</a:t>
            </a: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);</a:t>
            </a:r>
          </a:p>
          <a:p>
            <a:pPr eaLnBrk="1" hangingPunct="1"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…</a:t>
            </a:r>
          </a:p>
          <a:p>
            <a:pPr eaLnBrk="1" hangingPunct="1">
              <a:defRPr/>
            </a:pPr>
            <a:r>
              <a:rPr lang="en-US" altLang="zh-TW" sz="2400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*</a:t>
            </a:r>
            <a:r>
              <a:rPr lang="en-US" altLang="zh-TW" sz="2400" b="0" dirty="0" err="1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400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10;</a:t>
            </a:r>
            <a:endParaRPr lang="en-US" altLang="zh-TW" b="0" dirty="0">
              <a:solidFill>
                <a:srgbClr val="FF33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</p:txBody>
      </p:sp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827088" y="4568825"/>
            <a:ext cx="6913562" cy="15621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int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*</a:t>
            </a: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;</a:t>
            </a:r>
          </a:p>
          <a:p>
            <a:pPr eaLnBrk="1" hangingPunct="1">
              <a:defRPr/>
            </a:pP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(int *)malloc(</a:t>
            </a: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sizeof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(int));</a:t>
            </a:r>
          </a:p>
          <a:p>
            <a:pPr eaLnBrk="1" hangingPunct="1">
              <a:defRPr/>
            </a:pP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free(</a:t>
            </a: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);</a:t>
            </a:r>
          </a:p>
          <a:p>
            <a:pPr eaLnBrk="1" hangingPunct="1">
              <a:defRPr/>
            </a:pPr>
            <a:r>
              <a:rPr lang="en-US" altLang="zh-TW" sz="2400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free(</a:t>
            </a:r>
            <a:r>
              <a:rPr lang="en-US" altLang="zh-TW" sz="2400" b="0" dirty="0" err="1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ptr</a:t>
            </a:r>
            <a:r>
              <a:rPr lang="en-US" altLang="zh-TW" sz="2400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);</a:t>
            </a:r>
            <a:endParaRPr lang="en-US" altLang="zh-TW" b="0" dirty="0">
              <a:solidFill>
                <a:srgbClr val="FF33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395288" y="6130925"/>
            <a:ext cx="7885112" cy="466725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973138" indent="-457200">
              <a:defRPr>
                <a:solidFill>
                  <a:schemeClr val="tx1"/>
                </a:solidFill>
                <a:latin typeface="Arial" charset="0"/>
              </a:defRPr>
            </a:lvl2pPr>
            <a:lvl3pPr marL="1544638" indent="-457200">
              <a:defRPr>
                <a:solidFill>
                  <a:schemeClr val="tx1"/>
                </a:solidFill>
                <a:latin typeface="Arial" charset="0"/>
              </a:defRPr>
            </a:lvl3pPr>
            <a:lvl4pPr marL="2116138" indent="-457200">
              <a:defRPr>
                <a:solidFill>
                  <a:schemeClr val="tx1"/>
                </a:solidFill>
                <a:latin typeface="Arial" charset="0"/>
              </a:defRPr>
            </a:lvl4pPr>
            <a:lvl5pPr marL="2687638" indent="-457200">
              <a:defRPr>
                <a:solidFill>
                  <a:schemeClr val="tx1"/>
                </a:solidFill>
                <a:latin typeface="Arial" charset="0"/>
              </a:defRPr>
            </a:lvl5pPr>
            <a:lvl6pPr marL="31448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6020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40592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5164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(Runtime error) Cannot free a freed space.</a:t>
            </a:r>
          </a:p>
        </p:txBody>
      </p:sp>
      <p:sp>
        <p:nvSpPr>
          <p:cNvPr id="78853" name="Rectangle 5"/>
          <p:cNvSpPr>
            <a:spLocks noChangeArrowheads="1"/>
          </p:cNvSpPr>
          <p:nvPr/>
        </p:nvSpPr>
        <p:spPr bwMode="auto">
          <a:xfrm>
            <a:off x="395288" y="3117850"/>
            <a:ext cx="7885112" cy="83185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973138" indent="-457200">
              <a:defRPr>
                <a:solidFill>
                  <a:schemeClr val="tx1"/>
                </a:solidFill>
                <a:latin typeface="Arial" charset="0"/>
              </a:defRPr>
            </a:lvl2pPr>
            <a:lvl3pPr marL="1544638" indent="-457200">
              <a:defRPr>
                <a:solidFill>
                  <a:schemeClr val="tx1"/>
                </a:solidFill>
                <a:latin typeface="Arial" charset="0"/>
              </a:defRPr>
            </a:lvl3pPr>
            <a:lvl4pPr marL="2116138" indent="-457200">
              <a:defRPr>
                <a:solidFill>
                  <a:schemeClr val="tx1"/>
                </a:solidFill>
                <a:latin typeface="Arial" charset="0"/>
              </a:defRPr>
            </a:lvl4pPr>
            <a:lvl5pPr marL="2687638" indent="-457200">
              <a:defRPr>
                <a:solidFill>
                  <a:schemeClr val="tx1"/>
                </a:solidFill>
                <a:latin typeface="Arial" charset="0"/>
              </a:defRPr>
            </a:lvl5pPr>
            <a:lvl6pPr marL="31448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6020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40592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516438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Dangerous to use freed space because the freed space could have been re-allocated to someone elsewhere.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37335016-0187-8641-8164-1FAF20B08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28754"/>
            <a:ext cx="86677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4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Common Mistakes in Using </a:t>
            </a:r>
            <a:r>
              <a:rPr lang="en-US" altLang="zh-TW" sz="4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free()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animBg="1"/>
      <p:bldP spid="7885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Dynamic VS Automatic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TW" dirty="0">
                <a:ea typeface="新細明體" charset="-120"/>
              </a:rPr>
              <a:t>Dynamic memory:</a:t>
            </a:r>
          </a:p>
          <a:p>
            <a:pPr lvl="1">
              <a:lnSpc>
                <a:spcPct val="160000"/>
              </a:lnSpc>
              <a:defRPr/>
            </a:pPr>
            <a:r>
              <a:rPr lang="en-US" altLang="zh-TW" b="1" dirty="0">
                <a:solidFill>
                  <a:srgbClr val="0000FF"/>
                </a:solidFill>
                <a:ea typeface="新細明體" charset="-120"/>
              </a:rPr>
              <a:t>manual</a:t>
            </a:r>
            <a:r>
              <a:rPr lang="en-US" altLang="zh-TW" dirty="0">
                <a:ea typeface="新細明體" charset="-120"/>
              </a:rPr>
              <a:t> allocation and de-allocation</a:t>
            </a:r>
          </a:p>
          <a:p>
            <a:pPr lvl="1">
              <a:lnSpc>
                <a:spcPct val="160000"/>
              </a:lnSpc>
              <a:defRPr/>
            </a:pPr>
            <a:r>
              <a:rPr lang="en-US" altLang="zh-TW" dirty="0">
                <a:ea typeface="新細明體" charset="-120"/>
              </a:rPr>
              <a:t>memory size determined at </a:t>
            </a:r>
            <a:r>
              <a:rPr lang="en-US" altLang="zh-TW" b="1" dirty="0">
                <a:solidFill>
                  <a:srgbClr val="0000FF"/>
                </a:solidFill>
                <a:ea typeface="新細明體" charset="-120"/>
              </a:rPr>
              <a:t>run-time</a:t>
            </a:r>
          </a:p>
          <a:p>
            <a:pPr lvl="1">
              <a:lnSpc>
                <a:spcPct val="160000"/>
              </a:lnSpc>
              <a:defRPr/>
            </a:pPr>
            <a:r>
              <a:rPr lang="en-US" altLang="zh-TW" dirty="0">
                <a:ea typeface="新細明體" charset="-120"/>
              </a:rPr>
              <a:t>after de-allocation, the block of memory is made available for further dynamic allocation</a:t>
            </a:r>
          </a:p>
          <a:p>
            <a:pPr lvl="1">
              <a:lnSpc>
                <a:spcPct val="160000"/>
              </a:lnSpc>
              <a:defRPr/>
            </a:pPr>
            <a:r>
              <a:rPr lang="en-US" altLang="zh-TW" dirty="0">
                <a:solidFill>
                  <a:srgbClr val="0000FF"/>
                </a:solidFill>
                <a:ea typeface="新細明體" charset="-120"/>
              </a:rPr>
              <a:t>IMPORTANT: manually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free</a:t>
            </a:r>
            <a:r>
              <a:rPr lang="en-US" altLang="zh-TW" dirty="0">
                <a:solidFill>
                  <a:srgbClr val="0000FF"/>
                </a:solidFill>
                <a:ea typeface="新細明體" charset="-120"/>
              </a:rPr>
              <a:t> memory blocks after use!  Why?</a:t>
            </a:r>
          </a:p>
          <a:p>
            <a:pPr>
              <a:lnSpc>
                <a:spcPct val="90000"/>
              </a:lnSpc>
              <a:defRPr/>
            </a:pPr>
            <a:endParaRPr lang="en-US" altLang="zh-TW" dirty="0">
              <a:solidFill>
                <a:srgbClr val="0000FF"/>
              </a:solidFill>
              <a:ea typeface="新細明體" charset="-12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TW" dirty="0">
                <a:ea typeface="新細明體" charset="-120"/>
              </a:rPr>
              <a:t>Automatic variable:</a:t>
            </a:r>
          </a:p>
          <a:p>
            <a:pPr lvl="1">
              <a:lnSpc>
                <a:spcPct val="170000"/>
              </a:lnSpc>
              <a:defRPr/>
            </a:pPr>
            <a:r>
              <a:rPr lang="en-US" altLang="zh-TW" b="1" dirty="0">
                <a:solidFill>
                  <a:srgbClr val="0000FF"/>
                </a:solidFill>
                <a:ea typeface="新細明體" charset="-120"/>
              </a:rPr>
              <a:t>automatic</a:t>
            </a:r>
            <a:r>
              <a:rPr lang="en-US" altLang="zh-TW" dirty="0">
                <a:ea typeface="新細明體" charset="-120"/>
              </a:rPr>
              <a:t> creation and destruction</a:t>
            </a:r>
          </a:p>
          <a:p>
            <a:pPr lvl="1">
              <a:lnSpc>
                <a:spcPct val="170000"/>
              </a:lnSpc>
              <a:defRPr/>
            </a:pPr>
            <a:r>
              <a:rPr lang="en-US" altLang="zh-TW" dirty="0">
                <a:ea typeface="新細明體" charset="-120"/>
              </a:rPr>
              <a:t>memory size determined at </a:t>
            </a:r>
            <a:r>
              <a:rPr lang="en-US" altLang="zh-TW" b="1" dirty="0">
                <a:solidFill>
                  <a:srgbClr val="0000FF"/>
                </a:solidFill>
                <a:ea typeface="新細明體" charset="-120"/>
              </a:rPr>
              <a:t>compile-time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DEC055-BC4E-4A65-85C8-DAA8860DCA7B}" type="slidenum">
              <a:rPr lang="zh-TW" altLang="en-US"/>
              <a:pPr>
                <a:defRPr/>
              </a:pPr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461536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Dynamically Allocate a 1-D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Variable-Length Array (VLA)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ea typeface="新細明體" charset="-120"/>
              </a:rPr>
              <a:t>	</a:t>
            </a:r>
            <a:r>
              <a:rPr lang="en-US" sz="2400" dirty="0" err="1">
                <a:latin typeface="Consolas" panose="020B0609020204030204" pitchFamily="49" charset="0"/>
                <a:ea typeface="新細明體" charset="-120"/>
              </a:rPr>
              <a:t>int</a:t>
            </a:r>
            <a:r>
              <a:rPr lang="en-US" sz="2400" dirty="0"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sz="2400" dirty="0" err="1">
                <a:latin typeface="Consolas" panose="020B0609020204030204" pitchFamily="49" charset="0"/>
                <a:ea typeface="新細明體" charset="-120"/>
              </a:rPr>
              <a:t>num</a:t>
            </a:r>
            <a:r>
              <a:rPr lang="en-US" sz="240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ea typeface="新細明體" charset="-120"/>
              </a:rPr>
              <a:t>	</a:t>
            </a:r>
            <a:r>
              <a:rPr lang="en-US" sz="2400" dirty="0" err="1">
                <a:latin typeface="Consolas" panose="020B0609020204030204" pitchFamily="49" charset="0"/>
                <a:ea typeface="新細明體" charset="-120"/>
              </a:rPr>
              <a:t>scanf</a:t>
            </a:r>
            <a:r>
              <a:rPr lang="en-US" sz="2400" dirty="0">
                <a:latin typeface="Consolas" panose="020B0609020204030204" pitchFamily="49" charset="0"/>
                <a:ea typeface="新細明體" charset="-120"/>
              </a:rPr>
              <a:t>("%d", &amp;</a:t>
            </a:r>
            <a:r>
              <a:rPr lang="en-US" sz="2400" dirty="0" err="1">
                <a:latin typeface="Consolas" panose="020B0609020204030204" pitchFamily="49" charset="0"/>
                <a:ea typeface="新細明體" charset="-120"/>
              </a:rPr>
              <a:t>num</a:t>
            </a:r>
            <a:r>
              <a:rPr lang="en-US" sz="2400" dirty="0">
                <a:latin typeface="Consolas" panose="020B0609020204030204" pitchFamily="49" charset="0"/>
                <a:ea typeface="新細明體" charset="-12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ea typeface="新細明體" charset="-120"/>
              </a:rPr>
              <a:t>	</a:t>
            </a:r>
            <a:r>
              <a:rPr lang="en-US" sz="2400" dirty="0" err="1">
                <a:latin typeface="Consolas" panose="020B0609020204030204" pitchFamily="49" charset="0"/>
                <a:ea typeface="新細明體" charset="-120"/>
              </a:rPr>
              <a:t>int</a:t>
            </a:r>
            <a:r>
              <a:rPr lang="en-US" sz="2400" dirty="0">
                <a:latin typeface="Consolas" panose="020B0609020204030204" pitchFamily="49" charset="0"/>
                <a:ea typeface="新細明體" charset="-120"/>
              </a:rPr>
              <a:t> array[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num</a:t>
            </a:r>
            <a:r>
              <a:rPr lang="en-US" sz="2400" dirty="0">
                <a:latin typeface="Consolas" panose="020B0609020204030204" pitchFamily="49" charset="0"/>
                <a:ea typeface="新細明體" charset="-120"/>
              </a:rPr>
              <a:t>];</a:t>
            </a:r>
          </a:p>
          <a:p>
            <a:endParaRPr lang="en-US" dirty="0"/>
          </a:p>
          <a:p>
            <a:r>
              <a:rPr lang="en-US" dirty="0"/>
              <a:t>VLA provides a feature that the size of the array is determined at </a:t>
            </a:r>
            <a:r>
              <a:rPr lang="en-US" u="sng" dirty="0"/>
              <a:t>run-time</a:t>
            </a:r>
            <a:r>
              <a:rPr lang="en-US" dirty="0"/>
              <a:t>, instead of </a:t>
            </a:r>
            <a:r>
              <a:rPr lang="en-US" u="sng" dirty="0"/>
              <a:t>compile time</a:t>
            </a:r>
            <a:r>
              <a:rPr lang="en-US" dirty="0"/>
              <a:t> (e.g., </a:t>
            </a:r>
            <a:r>
              <a:rPr lang="en-US" sz="2400" dirty="0" err="1">
                <a:latin typeface="Consolas" panose="020B0609020204030204" pitchFamily="49" charset="0"/>
                <a:ea typeface="新細明體" charset="-120"/>
              </a:rPr>
              <a:t>int</a:t>
            </a:r>
            <a:r>
              <a:rPr lang="en-US" sz="2400" dirty="0">
                <a:latin typeface="Consolas" panose="020B0609020204030204" pitchFamily="49" charset="0"/>
                <a:ea typeface="新細明體" charset="-120"/>
              </a:rPr>
              <a:t> array[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10</a:t>
            </a:r>
            <a:r>
              <a:rPr lang="en-US" sz="2400" dirty="0">
                <a:latin typeface="Consolas" panose="020B0609020204030204" pitchFamily="49" charset="0"/>
                <a:ea typeface="新細明體" charset="-120"/>
              </a:rPr>
              <a:t>];</a:t>
            </a:r>
            <a:r>
              <a:rPr lang="en-US" dirty="0"/>
              <a:t>)</a:t>
            </a:r>
            <a:endParaRPr lang="en-US" sz="2400" dirty="0">
              <a:latin typeface="Consolas" panose="020B0609020204030204" pitchFamily="49" charset="0"/>
              <a:ea typeface="新細明體" charset="-120"/>
            </a:endParaRPr>
          </a:p>
          <a:p>
            <a:endParaRPr lang="en-US" dirty="0"/>
          </a:p>
          <a:p>
            <a:r>
              <a:rPr lang="en-US" dirty="0"/>
              <a:t>However, VLA is only allowed in some (but not all) C compilers</a:t>
            </a:r>
          </a:p>
          <a:p>
            <a:endParaRPr lang="en-US" dirty="0"/>
          </a:p>
          <a:p>
            <a:r>
              <a:rPr lang="en-US" dirty="0"/>
              <a:t>What if we want to have this feature in all C compilers?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32608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1" name="Rectangle 17"/>
          <p:cNvSpPr>
            <a:spLocks noChangeArrowheads="1"/>
          </p:cNvSpPr>
          <p:nvPr/>
        </p:nvSpPr>
        <p:spPr bwMode="auto">
          <a:xfrm>
            <a:off x="465138" y="4870035"/>
            <a:ext cx="8678862" cy="1403350"/>
          </a:xfrm>
          <a:prstGeom prst="rect">
            <a:avLst/>
          </a:prstGeom>
          <a:solidFill>
            <a:srgbClr val="00CCFF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r">
              <a:defRPr/>
            </a:pPr>
            <a:endParaRPr lang="en-US" altLang="zh-TW" b="0" dirty="0">
              <a:solidFill>
                <a:srgbClr val="009900"/>
              </a:solidFill>
              <a:latin typeface="Calibri" panose="020F0502020204030204" pitchFamily="34" charset="0"/>
              <a:ea typeface="新細明體" charset="-120"/>
            </a:endParaRPr>
          </a:p>
          <a:p>
            <a:pPr algn="r">
              <a:defRPr/>
            </a:pPr>
            <a:endParaRPr lang="en-US" altLang="zh-TW" b="0" dirty="0">
              <a:solidFill>
                <a:srgbClr val="009900"/>
              </a:solidFill>
              <a:latin typeface="Calibri" panose="020F0502020204030204" pitchFamily="34" charset="0"/>
              <a:ea typeface="新細明體" charset="-120"/>
            </a:endParaRPr>
          </a:p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Read integers into the memory block */</a:t>
            </a:r>
          </a:p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pointer arithmetic: memory address calculation */ </a:t>
            </a:r>
          </a:p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Address is incremented by 4 to store the next int variable*/</a:t>
            </a:r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465138" y="3877847"/>
            <a:ext cx="8678862" cy="3810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Allocate memory for</a:t>
            </a:r>
            <a:r>
              <a:rPr lang="en-US" altLang="zh-TW" b="0" dirty="0">
                <a:latin typeface="Calibri" panose="020F0502020204030204" pitchFamily="34" charset="0"/>
                <a:ea typeface="新細明體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Calibri" panose="020F0502020204030204" pitchFamily="34" charset="0"/>
                <a:ea typeface="新細明體" charset="-120"/>
              </a:rPr>
              <a:t>a few integers</a:t>
            </a:r>
            <a:r>
              <a:rPr lang="en-US" altLang="zh-TW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 </a:t>
            </a: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*/</a:t>
            </a:r>
          </a:p>
        </p:txBody>
      </p:sp>
      <p:sp>
        <p:nvSpPr>
          <p:cNvPr id="41997" name="Rectangle 13"/>
          <p:cNvSpPr>
            <a:spLocks noChangeArrowheads="1"/>
          </p:cNvSpPr>
          <p:nvPr/>
        </p:nvSpPr>
        <p:spPr bwMode="auto">
          <a:xfrm>
            <a:off x="465138" y="3496847"/>
            <a:ext cx="8678862" cy="3810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endParaRPr lang="en-US" altLang="zh-TW" b="0" dirty="0">
              <a:solidFill>
                <a:srgbClr val="0000FF"/>
              </a:solidFill>
              <a:latin typeface="Calibri" panose="020F0502020204030204" pitchFamily="34" charset="0"/>
              <a:ea typeface="新細明體" charset="-120"/>
            </a:endParaRP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465138" y="980660"/>
            <a:ext cx="8678862" cy="59093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#include &lt;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stdio.h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&gt;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#include &lt;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stdlib.h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&gt;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int main(void) {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, num, 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*</a:t>
            </a:r>
            <a:r>
              <a:rPr lang="en-US" altLang="zh-TW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, 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*</a:t>
            </a:r>
            <a:r>
              <a:rPr lang="en-US" altLang="zh-TW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printf("How many integers? ");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scanf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("%d", &amp;num);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b="0" dirty="0" err="1">
                <a:solidFill>
                  <a:srgbClr val="FF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= (int *)malloc( </a:t>
            </a:r>
            <a:r>
              <a:rPr lang="en-US" altLang="zh-TW" b="0" dirty="0" err="1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sizeof</a:t>
            </a: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(int) * num );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if (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== NULL )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   return 0;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printf("Enter %d integers: ", num);</a:t>
            </a:r>
          </a:p>
          <a:p>
            <a:pPr>
              <a:defRPr/>
            </a:pP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b="0" dirty="0" err="1">
                <a:solidFill>
                  <a:srgbClr val="FF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= </a:t>
            </a:r>
            <a:r>
              <a:rPr lang="en-US" altLang="zh-TW" b="0" dirty="0" err="1">
                <a:solidFill>
                  <a:srgbClr val="FF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for (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= 0;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&lt; num;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++) {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  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scanf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("%d", </a:t>
            </a:r>
            <a:r>
              <a:rPr lang="en-US" altLang="zh-TW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);</a:t>
            </a:r>
          </a:p>
          <a:p>
            <a:pPr>
              <a:defRPr/>
            </a:pP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     </a:t>
            </a:r>
            <a:r>
              <a:rPr lang="en-US" altLang="zh-TW" b="0" dirty="0" err="1">
                <a:solidFill>
                  <a:srgbClr val="FF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solidFill>
                  <a:srgbClr val="FF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++</a:t>
            </a: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endParaRPr lang="en-US" altLang="zh-TW" b="0" dirty="0">
              <a:solidFill>
                <a:srgbClr val="FF0000"/>
              </a:solidFill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}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……</a:t>
            </a: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980660"/>
            <a:ext cx="438896" cy="59093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rIns="90000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1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4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5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6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7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8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9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10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11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12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13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14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15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16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17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18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19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20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21</a:t>
            </a: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5791200" y="980660"/>
            <a:ext cx="3352800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Program dyn_4.c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2C64F6-803D-C649-AF6C-9C4EFE394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Dynamically Allocate a 1-D Array</a:t>
            </a: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F2809DEE-7447-88F2-1548-DEB40F2CA646}"/>
              </a:ext>
            </a:extLst>
          </p:cNvPr>
          <p:cNvGrpSpPr/>
          <p:nvPr/>
        </p:nvGrpSpPr>
        <p:grpSpPr>
          <a:xfrm>
            <a:off x="6251213" y="1765621"/>
            <a:ext cx="2358763" cy="385764"/>
            <a:chOff x="6480247" y="4160457"/>
            <a:chExt cx="2358763" cy="385764"/>
          </a:xfrm>
        </p:grpSpPr>
        <p:sp>
          <p:nvSpPr>
            <p:cNvPr id="4" name="Rectangle 141">
              <a:extLst>
                <a:ext uri="{FF2B5EF4-FFF2-40B4-BE49-F238E27FC236}">
                  <a16:creationId xmlns:a16="http://schemas.microsoft.com/office/drawing/2014/main" id="{552014C8-0A9E-E4EE-AABA-012CCCB89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0247" y="4160458"/>
              <a:ext cx="434159" cy="385762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 altLang="zh-TW" sz="1100" b="0" dirty="0">
                <a:latin typeface="Arial" charset="0"/>
                <a:ea typeface="新細明體" charset="-120"/>
                <a:cs typeface="Times New Roman" charset="0"/>
              </a:endParaRPr>
            </a:p>
            <a:p>
              <a:pPr algn="ctr">
                <a:defRPr/>
              </a:pPr>
              <a:r>
                <a:rPr lang="en-US" altLang="zh-TW" sz="1100" b="0" dirty="0">
                  <a:latin typeface="Arial" charset="0"/>
                  <a:ea typeface="新細明體" charset="-120"/>
                  <a:cs typeface="Times New Roman" charset="0"/>
                </a:rPr>
                <a:t>800</a:t>
              </a:r>
            </a:p>
          </p:txBody>
        </p:sp>
        <p:sp>
          <p:nvSpPr>
            <p:cNvPr id="5" name="Line 143">
              <a:extLst>
                <a:ext uri="{FF2B5EF4-FFF2-40B4-BE49-F238E27FC236}">
                  <a16:creationId xmlns:a16="http://schemas.microsoft.com/office/drawing/2014/main" id="{084EA0E7-CC63-BD2F-C4B9-7CA8A318F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3354" y="4368420"/>
              <a:ext cx="71762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dirty="0">
                <a:latin typeface="Arial" charset="0"/>
              </a:endParaRPr>
            </a:p>
          </p:txBody>
        </p:sp>
        <p:sp>
          <p:nvSpPr>
            <p:cNvPr id="6" name="Rectangle 146">
              <a:extLst>
                <a:ext uri="{FF2B5EF4-FFF2-40B4-BE49-F238E27FC236}">
                  <a16:creationId xmlns:a16="http://schemas.microsoft.com/office/drawing/2014/main" id="{00853B4C-727B-529D-FDBE-718496158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6659" y="4160458"/>
              <a:ext cx="477575" cy="385763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 altLang="zh-TW" sz="2400" b="0" dirty="0">
                <a:latin typeface="Arial" charset="0"/>
                <a:ea typeface="新細明體" charset="-120"/>
                <a:cs typeface="Times New Roman" charset="0"/>
              </a:endParaRPr>
            </a:p>
          </p:txBody>
        </p:sp>
        <p:sp>
          <p:nvSpPr>
            <p:cNvPr id="7" name="Rectangle 146">
              <a:extLst>
                <a:ext uri="{FF2B5EF4-FFF2-40B4-BE49-F238E27FC236}">
                  <a16:creationId xmlns:a16="http://schemas.microsoft.com/office/drawing/2014/main" id="{E6F44483-C0E1-323F-F750-743A34EFD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4047" y="4160457"/>
              <a:ext cx="477575" cy="3857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 altLang="zh-TW" sz="2400" b="0" dirty="0">
                <a:latin typeface="Arial" charset="0"/>
                <a:ea typeface="新細明體" charset="-120"/>
                <a:cs typeface="Times New Roman" charset="0"/>
              </a:endParaRPr>
            </a:p>
          </p:txBody>
        </p:sp>
        <p:sp>
          <p:nvSpPr>
            <p:cNvPr id="8" name="Rectangle 146">
              <a:extLst>
                <a:ext uri="{FF2B5EF4-FFF2-40B4-BE49-F238E27FC236}">
                  <a16:creationId xmlns:a16="http://schemas.microsoft.com/office/drawing/2014/main" id="{07ADB8FD-5CBC-7827-43CD-B07D22568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1435" y="4160458"/>
              <a:ext cx="477575" cy="385763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 altLang="zh-TW" sz="2400" b="0" dirty="0">
                <a:latin typeface="Arial" charset="0"/>
                <a:ea typeface="新細明體" charset="-120"/>
                <a:cs typeface="Times New Roman" charset="0"/>
              </a:endParaRPr>
            </a:p>
          </p:txBody>
        </p:sp>
      </p:grpSp>
      <p:sp>
        <p:nvSpPr>
          <p:cNvPr id="9" name="Rectangle 24">
            <a:extLst>
              <a:ext uri="{FF2B5EF4-FFF2-40B4-BE49-F238E27FC236}">
                <a16:creationId xmlns:a16="http://schemas.microsoft.com/office/drawing/2014/main" id="{D7DECA44-FCF1-7DBF-299E-BFF7B43E362D}"/>
              </a:ext>
            </a:extLst>
          </p:cNvPr>
          <p:cNvSpPr/>
          <p:nvPr/>
        </p:nvSpPr>
        <p:spPr>
          <a:xfrm>
            <a:off x="7208004" y="1788918"/>
            <a:ext cx="44114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zh-TW" b="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10</a:t>
            </a:r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0E1D27C9-49BD-4BDD-DD0C-E3D65ED8DA6D}"/>
              </a:ext>
            </a:extLst>
          </p:cNvPr>
          <p:cNvSpPr/>
          <p:nvPr/>
        </p:nvSpPr>
        <p:spPr>
          <a:xfrm>
            <a:off x="7691255" y="1782052"/>
            <a:ext cx="441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zh-TW" b="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20</a:t>
            </a:r>
          </a:p>
        </p:txBody>
      </p:sp>
      <p:sp>
        <p:nvSpPr>
          <p:cNvPr id="11" name="Rectangle 26">
            <a:extLst>
              <a:ext uri="{FF2B5EF4-FFF2-40B4-BE49-F238E27FC236}">
                <a16:creationId xmlns:a16="http://schemas.microsoft.com/office/drawing/2014/main" id="{3A9904E1-4CE7-F046-E470-60182B9A9126}"/>
              </a:ext>
            </a:extLst>
          </p:cNvPr>
          <p:cNvSpPr/>
          <p:nvPr/>
        </p:nvSpPr>
        <p:spPr>
          <a:xfrm>
            <a:off x="8142588" y="1800616"/>
            <a:ext cx="44114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zh-TW" b="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30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C2443D2E-1D00-9DDD-F5CA-CDCB272FB7F7}"/>
              </a:ext>
            </a:extLst>
          </p:cNvPr>
          <p:cNvSpPr/>
          <p:nvPr/>
        </p:nvSpPr>
        <p:spPr>
          <a:xfrm>
            <a:off x="5837757" y="1412720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Courier New" charset="0"/>
                <a:ea typeface="新細明體" charset="-120"/>
              </a:rPr>
              <a:t>baseptr</a:t>
            </a:r>
            <a:endParaRPr lang="en-US" dirty="0"/>
          </a:p>
        </p:txBody>
      </p:sp>
      <p:grpSp>
        <p:nvGrpSpPr>
          <p:cNvPr id="13" name="Group 3">
            <a:extLst>
              <a:ext uri="{FF2B5EF4-FFF2-40B4-BE49-F238E27FC236}">
                <a16:creationId xmlns:a16="http://schemas.microsoft.com/office/drawing/2014/main" id="{E6F3F4CF-04AC-8B5D-D939-A7E1B6F1B744}"/>
              </a:ext>
            </a:extLst>
          </p:cNvPr>
          <p:cNvGrpSpPr/>
          <p:nvPr/>
        </p:nvGrpSpPr>
        <p:grpSpPr>
          <a:xfrm>
            <a:off x="5801297" y="2120440"/>
            <a:ext cx="1383252" cy="742571"/>
            <a:chOff x="5801297" y="2658647"/>
            <a:chExt cx="1383252" cy="742571"/>
          </a:xfrm>
        </p:grpSpPr>
        <p:sp>
          <p:nvSpPr>
            <p:cNvPr id="14" name="Rectangle 141">
              <a:extLst>
                <a:ext uri="{FF2B5EF4-FFF2-40B4-BE49-F238E27FC236}">
                  <a16:creationId xmlns:a16="http://schemas.microsoft.com/office/drawing/2014/main" id="{36F2639B-7EF2-F106-4457-318CF0404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7240" y="3015456"/>
              <a:ext cx="434159" cy="385762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 altLang="zh-TW" sz="1100" b="0" dirty="0">
                <a:latin typeface="Arial" charset="0"/>
                <a:ea typeface="新細明體" charset="-120"/>
                <a:cs typeface="Times New Roman" charset="0"/>
              </a:endParaRPr>
            </a:p>
            <a:p>
              <a:pPr algn="ctr">
                <a:defRPr/>
              </a:pPr>
              <a:r>
                <a:rPr lang="en-US" altLang="zh-TW" sz="1100" b="0" dirty="0">
                  <a:latin typeface="Arial" charset="0"/>
                  <a:ea typeface="新細明體" charset="-120"/>
                  <a:cs typeface="Times New Roman" charset="0"/>
                </a:rPr>
                <a:t>800</a:t>
              </a:r>
            </a:p>
          </p:txBody>
        </p:sp>
        <p:sp>
          <p:nvSpPr>
            <p:cNvPr id="15" name="Rectangle 2">
              <a:extLst>
                <a:ext uri="{FF2B5EF4-FFF2-40B4-BE49-F238E27FC236}">
                  <a16:creationId xmlns:a16="http://schemas.microsoft.com/office/drawing/2014/main" id="{F2DF1E33-9DA2-A07A-54A6-5AC1D8802030}"/>
                </a:ext>
              </a:extLst>
            </p:cNvPr>
            <p:cNvSpPr/>
            <p:nvPr/>
          </p:nvSpPr>
          <p:spPr>
            <a:xfrm>
              <a:off x="5801297" y="2721197"/>
              <a:ext cx="5982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 err="1">
                  <a:latin typeface="Courier New" charset="0"/>
                  <a:ea typeface="新細明體" charset="-120"/>
                </a:rPr>
                <a:t>ptr</a:t>
              </a:r>
              <a:endParaRPr lang="en-US" dirty="0"/>
            </a:p>
          </p:txBody>
        </p:sp>
        <p:sp>
          <p:nvSpPr>
            <p:cNvPr id="16" name="Line 143">
              <a:extLst>
                <a:ext uri="{FF2B5EF4-FFF2-40B4-BE49-F238E27FC236}">
                  <a16:creationId xmlns:a16="http://schemas.microsoft.com/office/drawing/2014/main" id="{B33EBCA8-EEDA-8C74-644A-3036A9A849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97321" y="2658647"/>
              <a:ext cx="687228" cy="535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</p:grpSp>
      <p:grpSp>
        <p:nvGrpSpPr>
          <p:cNvPr id="17" name="Group 27">
            <a:extLst>
              <a:ext uri="{FF2B5EF4-FFF2-40B4-BE49-F238E27FC236}">
                <a16:creationId xmlns:a16="http://schemas.microsoft.com/office/drawing/2014/main" id="{D046D088-5F08-D596-B345-F91A3E03161C}"/>
              </a:ext>
            </a:extLst>
          </p:cNvPr>
          <p:cNvGrpSpPr/>
          <p:nvPr/>
        </p:nvGrpSpPr>
        <p:grpSpPr>
          <a:xfrm>
            <a:off x="6344602" y="2155478"/>
            <a:ext cx="1383252" cy="742571"/>
            <a:chOff x="5801297" y="2658647"/>
            <a:chExt cx="1383252" cy="742571"/>
          </a:xfrm>
        </p:grpSpPr>
        <p:sp>
          <p:nvSpPr>
            <p:cNvPr id="18" name="Rectangle 141">
              <a:extLst>
                <a:ext uri="{FF2B5EF4-FFF2-40B4-BE49-F238E27FC236}">
                  <a16:creationId xmlns:a16="http://schemas.microsoft.com/office/drawing/2014/main" id="{1B2E236F-E973-4E0D-C023-04FA9AB3E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7240" y="3015456"/>
              <a:ext cx="434159" cy="385762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 altLang="zh-TW" sz="1100" b="0" dirty="0">
                <a:latin typeface="Arial" charset="0"/>
                <a:ea typeface="新細明體" charset="-120"/>
                <a:cs typeface="Times New Roman" charset="0"/>
              </a:endParaRPr>
            </a:p>
            <a:p>
              <a:pPr algn="ctr">
                <a:defRPr/>
              </a:pPr>
              <a:r>
                <a:rPr lang="en-US" altLang="zh-TW" sz="1100" b="0" dirty="0">
                  <a:latin typeface="Arial" charset="0"/>
                  <a:ea typeface="新細明體" charset="-120"/>
                  <a:cs typeface="Times New Roman" charset="0"/>
                </a:rPr>
                <a:t>804</a:t>
              </a:r>
            </a:p>
          </p:txBody>
        </p:sp>
        <p:sp>
          <p:nvSpPr>
            <p:cNvPr id="19" name="Rectangle 31">
              <a:extLst>
                <a:ext uri="{FF2B5EF4-FFF2-40B4-BE49-F238E27FC236}">
                  <a16:creationId xmlns:a16="http://schemas.microsoft.com/office/drawing/2014/main" id="{43D67665-A451-5664-9C7D-6DAB6F30CA66}"/>
                </a:ext>
              </a:extLst>
            </p:cNvPr>
            <p:cNvSpPr/>
            <p:nvPr/>
          </p:nvSpPr>
          <p:spPr>
            <a:xfrm>
              <a:off x="5801297" y="2721197"/>
              <a:ext cx="5982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 err="1">
                  <a:latin typeface="Courier New" charset="0"/>
                  <a:ea typeface="新細明體" charset="-120"/>
                </a:rPr>
                <a:t>ptr</a:t>
              </a:r>
              <a:endParaRPr lang="en-US" dirty="0"/>
            </a:p>
          </p:txBody>
        </p:sp>
        <p:sp>
          <p:nvSpPr>
            <p:cNvPr id="20" name="Line 143">
              <a:extLst>
                <a:ext uri="{FF2B5EF4-FFF2-40B4-BE49-F238E27FC236}">
                  <a16:creationId xmlns:a16="http://schemas.microsoft.com/office/drawing/2014/main" id="{9D779055-2EED-372A-7991-732F6027FF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97321" y="2658647"/>
              <a:ext cx="687228" cy="535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</p:grpSp>
      <p:grpSp>
        <p:nvGrpSpPr>
          <p:cNvPr id="21" name="Group 33">
            <a:extLst>
              <a:ext uri="{FF2B5EF4-FFF2-40B4-BE49-F238E27FC236}">
                <a16:creationId xmlns:a16="http://schemas.microsoft.com/office/drawing/2014/main" id="{EEF27523-1ED7-2409-0459-CAA2F995B1E9}"/>
              </a:ext>
            </a:extLst>
          </p:cNvPr>
          <p:cNvGrpSpPr/>
          <p:nvPr/>
        </p:nvGrpSpPr>
        <p:grpSpPr>
          <a:xfrm>
            <a:off x="6800545" y="2185950"/>
            <a:ext cx="1383252" cy="742571"/>
            <a:chOff x="5801297" y="2658647"/>
            <a:chExt cx="1383252" cy="742571"/>
          </a:xfrm>
        </p:grpSpPr>
        <p:sp>
          <p:nvSpPr>
            <p:cNvPr id="22" name="Rectangle 141">
              <a:extLst>
                <a:ext uri="{FF2B5EF4-FFF2-40B4-BE49-F238E27FC236}">
                  <a16:creationId xmlns:a16="http://schemas.microsoft.com/office/drawing/2014/main" id="{707D4407-063E-A7A5-D8CF-834A21CD1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7240" y="3015456"/>
              <a:ext cx="434159" cy="385762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 altLang="zh-TW" sz="1100" b="0" dirty="0">
                <a:latin typeface="Arial" charset="0"/>
                <a:ea typeface="新細明體" charset="-120"/>
                <a:cs typeface="Times New Roman" charset="0"/>
              </a:endParaRPr>
            </a:p>
            <a:p>
              <a:pPr algn="ctr">
                <a:defRPr/>
              </a:pPr>
              <a:r>
                <a:rPr lang="en-US" altLang="zh-TW" sz="1100" b="0" dirty="0">
                  <a:latin typeface="Arial" charset="0"/>
                  <a:ea typeface="新細明體" charset="-120"/>
                  <a:cs typeface="Times New Roman" charset="0"/>
                </a:rPr>
                <a:t>808</a:t>
              </a:r>
            </a:p>
          </p:txBody>
        </p:sp>
        <p:sp>
          <p:nvSpPr>
            <p:cNvPr id="23" name="Rectangle 35">
              <a:extLst>
                <a:ext uri="{FF2B5EF4-FFF2-40B4-BE49-F238E27FC236}">
                  <a16:creationId xmlns:a16="http://schemas.microsoft.com/office/drawing/2014/main" id="{68328C7C-D9BE-9BEB-B78F-6CA3138DD417}"/>
                </a:ext>
              </a:extLst>
            </p:cNvPr>
            <p:cNvSpPr/>
            <p:nvPr/>
          </p:nvSpPr>
          <p:spPr>
            <a:xfrm>
              <a:off x="5801297" y="2721197"/>
              <a:ext cx="5982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 err="1">
                  <a:latin typeface="Courier New" charset="0"/>
                  <a:ea typeface="新細明體" charset="-120"/>
                </a:rPr>
                <a:t>ptr</a:t>
              </a:r>
              <a:endParaRPr lang="en-US" dirty="0"/>
            </a:p>
          </p:txBody>
        </p:sp>
        <p:sp>
          <p:nvSpPr>
            <p:cNvPr id="24" name="Line 143">
              <a:extLst>
                <a:ext uri="{FF2B5EF4-FFF2-40B4-BE49-F238E27FC236}">
                  <a16:creationId xmlns:a16="http://schemas.microsoft.com/office/drawing/2014/main" id="{3581959E-4F6E-D961-4FA4-9E75C7FBE5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97321" y="2658647"/>
              <a:ext cx="687228" cy="535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464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1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19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19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19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19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98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198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198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1" grpId="0" animBg="1"/>
      <p:bldP spid="9" grpId="0" animBg="1"/>
      <p:bldP spid="10" grpId="0"/>
      <p:bldP spid="11" grpId="0" animBg="1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703A48-CA79-EB43-B3FE-23BA767E6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 charset="-120"/>
              </a:rPr>
              <a:t>Dynamically Allocate a 1-D Array</a:t>
            </a:r>
            <a:endParaRPr lang="en-US" sz="4000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EE4E6-37CA-45E8-84F4-CF73EDB35ED9}" type="slidenum">
              <a:rPr lang="zh-TW" altLang="en-US"/>
              <a:pPr/>
              <a:t>21</a:t>
            </a:fld>
            <a:endParaRPr lang="en-US" altLang="zh-TW"/>
          </a:p>
        </p:txBody>
      </p:sp>
      <p:sp>
        <p:nvSpPr>
          <p:cNvPr id="46087" name="Rectangle 7"/>
          <p:cNvSpPr>
            <a:spLocks noChangeArrowheads="1"/>
          </p:cNvSpPr>
          <p:nvPr/>
        </p:nvSpPr>
        <p:spPr bwMode="auto">
          <a:xfrm>
            <a:off x="827088" y="2372790"/>
            <a:ext cx="8316912" cy="1363143"/>
          </a:xfrm>
          <a:prstGeom prst="rect">
            <a:avLst/>
          </a:prstGeom>
          <a:solidFill>
            <a:srgbClr val="FF33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r">
              <a:defRPr/>
            </a:pPr>
            <a:endParaRPr lang="en-US" altLang="zh-TW" b="0" dirty="0">
              <a:solidFill>
                <a:srgbClr val="009900"/>
              </a:solidFill>
              <a:latin typeface="Calibri" panose="020F0502020204030204" pitchFamily="34" charset="0"/>
              <a:ea typeface="新細明體" charset="-120"/>
            </a:endParaRPr>
          </a:p>
          <a:p>
            <a:pPr algn="r">
              <a:defRPr/>
            </a:pPr>
            <a:endParaRPr lang="en-US" altLang="zh-TW" b="0" dirty="0">
              <a:solidFill>
                <a:srgbClr val="009900"/>
              </a:solidFill>
              <a:latin typeface="Calibri" panose="020F0502020204030204" pitchFamily="34" charset="0"/>
              <a:ea typeface="新細明體" charset="-120"/>
            </a:endParaRPr>
          </a:p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Print the integers in the memory block */</a:t>
            </a:r>
          </a:p>
        </p:txBody>
      </p:sp>
      <p:sp>
        <p:nvSpPr>
          <p:cNvPr id="46092" name="Rectangle 12"/>
          <p:cNvSpPr>
            <a:spLocks noChangeArrowheads="1"/>
          </p:cNvSpPr>
          <p:nvPr/>
        </p:nvSpPr>
        <p:spPr bwMode="auto">
          <a:xfrm>
            <a:off x="827088" y="4299495"/>
            <a:ext cx="8316912" cy="304800"/>
          </a:xfrm>
          <a:prstGeom prst="rect">
            <a:avLst/>
          </a:prstGeom>
          <a:solidFill>
            <a:srgbClr val="FFCC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Release the memory block pointed by the Base Pointer */</a:t>
            </a:r>
          </a:p>
        </p:txBody>
      </p:sp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465138" y="1495970"/>
            <a:ext cx="8678862" cy="3671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……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printf("The numbers are: ");</a:t>
            </a:r>
          </a:p>
          <a:p>
            <a:pPr>
              <a:defRPr/>
            </a:pP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b="0" dirty="0" err="1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= </a:t>
            </a:r>
            <a:r>
              <a:rPr lang="en-US" altLang="zh-TW" b="0" dirty="0" err="1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for (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= 0;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&lt; num;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++) {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   printf("%d ", *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);</a:t>
            </a:r>
          </a:p>
          <a:p>
            <a:pPr>
              <a:defRPr/>
            </a:pP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     </a:t>
            </a:r>
            <a:r>
              <a:rPr lang="en-US" altLang="zh-TW" b="0" dirty="0" err="1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++;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}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printf("\n");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  free(</a:t>
            </a:r>
            <a:r>
              <a:rPr lang="en-US" altLang="zh-TW" b="0" dirty="0" err="1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);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return 0;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}</a:t>
            </a:r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0" y="1495970"/>
            <a:ext cx="465138" cy="369331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rIns="90000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20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21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22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23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24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25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26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27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28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29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30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31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32</a:t>
            </a:r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0" y="1119732"/>
            <a:ext cx="3300071" cy="36933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Program dyn_4.c </a:t>
            </a:r>
            <a:r>
              <a:rPr lang="en-US" altLang="zh-TW" b="0" dirty="0">
                <a:latin typeface="Calibri" panose="020F0502020204030204" pitchFamily="34" charset="0"/>
                <a:ea typeface="新細明體" charset="-120"/>
              </a:rPr>
              <a:t>(continued)</a:t>
            </a:r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5167857"/>
            <a:ext cx="9144000" cy="925513"/>
          </a:xfrm>
          <a:prstGeom prst="rect">
            <a:avLst/>
          </a:prstGeom>
          <a:solidFill>
            <a:srgbClr val="CCCD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How many integers?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10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sym typeface="Symbol" charset="2"/>
              </a:rPr>
              <a:t>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Enter 10 integers: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9 7 45 3 222 11 66 99 77 -199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sym typeface="Symbol" charset="2"/>
              </a:rPr>
              <a:t>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The numbers are: 9 7 45 3 222 11 66 99 77 -199</a:t>
            </a:r>
            <a:endParaRPr lang="zh-TW" altLang="en-US" b="0" dirty="0">
              <a:latin typeface="Consolas" panose="020B0609020204030204" pitchFamily="49" charset="0"/>
              <a:ea typeface="新細明體" charset="-120"/>
            </a:endParaRPr>
          </a:p>
        </p:txBody>
      </p:sp>
      <p:grpSp>
        <p:nvGrpSpPr>
          <p:cNvPr id="26" name="Group 18">
            <a:extLst>
              <a:ext uri="{FF2B5EF4-FFF2-40B4-BE49-F238E27FC236}">
                <a16:creationId xmlns:a16="http://schemas.microsoft.com/office/drawing/2014/main" id="{5FEFF9AE-8977-AA1D-0363-B6FEADD1B067}"/>
              </a:ext>
            </a:extLst>
          </p:cNvPr>
          <p:cNvGrpSpPr/>
          <p:nvPr/>
        </p:nvGrpSpPr>
        <p:grpSpPr>
          <a:xfrm>
            <a:off x="6251213" y="1765621"/>
            <a:ext cx="2358763" cy="385764"/>
            <a:chOff x="6480247" y="4160457"/>
            <a:chExt cx="2358763" cy="385764"/>
          </a:xfrm>
        </p:grpSpPr>
        <p:sp>
          <p:nvSpPr>
            <p:cNvPr id="27" name="Rectangle 141">
              <a:extLst>
                <a:ext uri="{FF2B5EF4-FFF2-40B4-BE49-F238E27FC236}">
                  <a16:creationId xmlns:a16="http://schemas.microsoft.com/office/drawing/2014/main" id="{D4132135-AD37-9808-241A-3B32963B5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0247" y="4160458"/>
              <a:ext cx="434159" cy="385762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 altLang="zh-TW" sz="1100" b="0" dirty="0">
                <a:latin typeface="Arial" charset="0"/>
                <a:ea typeface="新細明體" charset="-120"/>
                <a:cs typeface="Times New Roman" charset="0"/>
              </a:endParaRPr>
            </a:p>
            <a:p>
              <a:pPr algn="ctr">
                <a:defRPr/>
              </a:pPr>
              <a:r>
                <a:rPr lang="en-US" altLang="zh-TW" sz="1100" b="0" dirty="0">
                  <a:latin typeface="Arial" charset="0"/>
                  <a:ea typeface="新細明體" charset="-120"/>
                  <a:cs typeface="Times New Roman" charset="0"/>
                </a:rPr>
                <a:t>800</a:t>
              </a:r>
            </a:p>
          </p:txBody>
        </p:sp>
        <p:sp>
          <p:nvSpPr>
            <p:cNvPr id="28" name="Line 143">
              <a:extLst>
                <a:ext uri="{FF2B5EF4-FFF2-40B4-BE49-F238E27FC236}">
                  <a16:creationId xmlns:a16="http://schemas.microsoft.com/office/drawing/2014/main" id="{C00CC1D7-C549-CEF0-5695-59931E8DC0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3354" y="4368420"/>
              <a:ext cx="71762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dirty="0">
                <a:latin typeface="Arial" charset="0"/>
              </a:endParaRPr>
            </a:p>
          </p:txBody>
        </p:sp>
        <p:sp>
          <p:nvSpPr>
            <p:cNvPr id="29" name="Rectangle 146">
              <a:extLst>
                <a:ext uri="{FF2B5EF4-FFF2-40B4-BE49-F238E27FC236}">
                  <a16:creationId xmlns:a16="http://schemas.microsoft.com/office/drawing/2014/main" id="{593AA8E9-0A95-21F1-B930-D249F8C6A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6659" y="4160458"/>
              <a:ext cx="477575" cy="385763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 altLang="zh-TW" sz="2400" b="0" dirty="0">
                <a:latin typeface="Arial" charset="0"/>
                <a:ea typeface="新細明體" charset="-120"/>
                <a:cs typeface="Times New Roman" charset="0"/>
              </a:endParaRPr>
            </a:p>
          </p:txBody>
        </p:sp>
        <p:sp>
          <p:nvSpPr>
            <p:cNvPr id="30" name="Rectangle 146">
              <a:extLst>
                <a:ext uri="{FF2B5EF4-FFF2-40B4-BE49-F238E27FC236}">
                  <a16:creationId xmlns:a16="http://schemas.microsoft.com/office/drawing/2014/main" id="{0D44EADC-36E8-92C8-F586-F9509EACC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4047" y="4160457"/>
              <a:ext cx="477575" cy="3857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 altLang="zh-TW" sz="2400" b="0" dirty="0">
                <a:latin typeface="Arial" charset="0"/>
                <a:ea typeface="新細明體" charset="-120"/>
                <a:cs typeface="Times New Roman" charset="0"/>
              </a:endParaRPr>
            </a:p>
          </p:txBody>
        </p:sp>
        <p:sp>
          <p:nvSpPr>
            <p:cNvPr id="31" name="Rectangle 146">
              <a:extLst>
                <a:ext uri="{FF2B5EF4-FFF2-40B4-BE49-F238E27FC236}">
                  <a16:creationId xmlns:a16="http://schemas.microsoft.com/office/drawing/2014/main" id="{45845862-6426-3EC4-095C-B173D4555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1435" y="4160458"/>
              <a:ext cx="477575" cy="385763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 altLang="zh-TW" sz="2400" b="0" dirty="0">
                <a:latin typeface="Arial" charset="0"/>
                <a:ea typeface="新細明體" charset="-120"/>
                <a:cs typeface="Times New Roman" charset="0"/>
              </a:endParaRPr>
            </a:p>
          </p:txBody>
        </p:sp>
      </p:grpSp>
      <p:sp>
        <p:nvSpPr>
          <p:cNvPr id="32" name="Rectangle 24">
            <a:extLst>
              <a:ext uri="{FF2B5EF4-FFF2-40B4-BE49-F238E27FC236}">
                <a16:creationId xmlns:a16="http://schemas.microsoft.com/office/drawing/2014/main" id="{3CCF7842-FC26-952C-2B26-3FD6DA8986A1}"/>
              </a:ext>
            </a:extLst>
          </p:cNvPr>
          <p:cNvSpPr/>
          <p:nvPr/>
        </p:nvSpPr>
        <p:spPr>
          <a:xfrm>
            <a:off x="7208004" y="1788918"/>
            <a:ext cx="44114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zh-TW" b="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10</a:t>
            </a: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C9186730-E59B-5D80-F4CA-71CA08A8023C}"/>
              </a:ext>
            </a:extLst>
          </p:cNvPr>
          <p:cNvSpPr/>
          <p:nvPr/>
        </p:nvSpPr>
        <p:spPr>
          <a:xfrm>
            <a:off x="7691255" y="1782052"/>
            <a:ext cx="441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zh-TW" b="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20</a:t>
            </a:r>
          </a:p>
        </p:txBody>
      </p:sp>
      <p:sp>
        <p:nvSpPr>
          <p:cNvPr id="34" name="Rectangle 26">
            <a:extLst>
              <a:ext uri="{FF2B5EF4-FFF2-40B4-BE49-F238E27FC236}">
                <a16:creationId xmlns:a16="http://schemas.microsoft.com/office/drawing/2014/main" id="{EF56025B-E3D4-F3DB-D532-23F9703F5F2B}"/>
              </a:ext>
            </a:extLst>
          </p:cNvPr>
          <p:cNvSpPr/>
          <p:nvPr/>
        </p:nvSpPr>
        <p:spPr>
          <a:xfrm>
            <a:off x="8142588" y="1800616"/>
            <a:ext cx="44114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zh-TW" b="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30</a:t>
            </a:r>
          </a:p>
        </p:txBody>
      </p:sp>
      <p:sp>
        <p:nvSpPr>
          <p:cNvPr id="35" name="Rectangle 1">
            <a:extLst>
              <a:ext uri="{FF2B5EF4-FFF2-40B4-BE49-F238E27FC236}">
                <a16:creationId xmlns:a16="http://schemas.microsoft.com/office/drawing/2014/main" id="{4FACA86C-82E2-0461-5C2B-9C55F44F9CD8}"/>
              </a:ext>
            </a:extLst>
          </p:cNvPr>
          <p:cNvSpPr/>
          <p:nvPr/>
        </p:nvSpPr>
        <p:spPr>
          <a:xfrm>
            <a:off x="5837757" y="1412720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Courier New" charset="0"/>
                <a:ea typeface="新細明體" charset="-120"/>
              </a:rPr>
              <a:t>baseptr</a:t>
            </a:r>
            <a:endParaRPr lang="en-US" dirty="0"/>
          </a:p>
        </p:txBody>
      </p:sp>
      <p:grpSp>
        <p:nvGrpSpPr>
          <p:cNvPr id="36" name="Group 3">
            <a:extLst>
              <a:ext uri="{FF2B5EF4-FFF2-40B4-BE49-F238E27FC236}">
                <a16:creationId xmlns:a16="http://schemas.microsoft.com/office/drawing/2014/main" id="{ED0D7C41-06B1-B0FA-3577-D39712A6CD96}"/>
              </a:ext>
            </a:extLst>
          </p:cNvPr>
          <p:cNvGrpSpPr/>
          <p:nvPr/>
        </p:nvGrpSpPr>
        <p:grpSpPr>
          <a:xfrm>
            <a:off x="5801297" y="2120440"/>
            <a:ext cx="1383252" cy="742571"/>
            <a:chOff x="5801297" y="2658647"/>
            <a:chExt cx="1383252" cy="742571"/>
          </a:xfrm>
        </p:grpSpPr>
        <p:sp>
          <p:nvSpPr>
            <p:cNvPr id="37" name="Rectangle 141">
              <a:extLst>
                <a:ext uri="{FF2B5EF4-FFF2-40B4-BE49-F238E27FC236}">
                  <a16:creationId xmlns:a16="http://schemas.microsoft.com/office/drawing/2014/main" id="{C56BD5C7-FAC1-A0D5-716E-36E92F02B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7240" y="3015456"/>
              <a:ext cx="434159" cy="385762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 altLang="zh-TW" sz="1100" b="0" dirty="0">
                <a:latin typeface="Arial" charset="0"/>
                <a:ea typeface="新細明體" charset="-120"/>
                <a:cs typeface="Times New Roman" charset="0"/>
              </a:endParaRPr>
            </a:p>
            <a:p>
              <a:pPr algn="ctr">
                <a:defRPr/>
              </a:pPr>
              <a:r>
                <a:rPr lang="en-US" altLang="zh-TW" sz="1100" b="0" dirty="0">
                  <a:latin typeface="Arial" charset="0"/>
                  <a:ea typeface="新細明體" charset="-120"/>
                  <a:cs typeface="Times New Roman" charset="0"/>
                </a:rPr>
                <a:t>800</a:t>
              </a:r>
            </a:p>
          </p:txBody>
        </p:sp>
        <p:sp>
          <p:nvSpPr>
            <p:cNvPr id="38" name="Rectangle 2">
              <a:extLst>
                <a:ext uri="{FF2B5EF4-FFF2-40B4-BE49-F238E27FC236}">
                  <a16:creationId xmlns:a16="http://schemas.microsoft.com/office/drawing/2014/main" id="{D4404FE7-CE7D-381D-18E5-4DF268413B19}"/>
                </a:ext>
              </a:extLst>
            </p:cNvPr>
            <p:cNvSpPr/>
            <p:nvPr/>
          </p:nvSpPr>
          <p:spPr>
            <a:xfrm>
              <a:off x="5801297" y="2721197"/>
              <a:ext cx="5982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 err="1">
                  <a:latin typeface="Courier New" charset="0"/>
                  <a:ea typeface="新細明體" charset="-120"/>
                </a:rPr>
                <a:t>ptr</a:t>
              </a:r>
              <a:endParaRPr lang="en-US" dirty="0"/>
            </a:p>
          </p:txBody>
        </p:sp>
        <p:sp>
          <p:nvSpPr>
            <p:cNvPr id="39" name="Line 143">
              <a:extLst>
                <a:ext uri="{FF2B5EF4-FFF2-40B4-BE49-F238E27FC236}">
                  <a16:creationId xmlns:a16="http://schemas.microsoft.com/office/drawing/2014/main" id="{75DBB627-7850-2F42-2ECF-7BC33889CE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97321" y="2658647"/>
              <a:ext cx="687228" cy="535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</p:grpSp>
      <p:grpSp>
        <p:nvGrpSpPr>
          <p:cNvPr id="40" name="Group 27">
            <a:extLst>
              <a:ext uri="{FF2B5EF4-FFF2-40B4-BE49-F238E27FC236}">
                <a16:creationId xmlns:a16="http://schemas.microsoft.com/office/drawing/2014/main" id="{CEB1BE66-336D-6B91-F171-08D8E5219C3C}"/>
              </a:ext>
            </a:extLst>
          </p:cNvPr>
          <p:cNvGrpSpPr/>
          <p:nvPr/>
        </p:nvGrpSpPr>
        <p:grpSpPr>
          <a:xfrm>
            <a:off x="6344602" y="2155478"/>
            <a:ext cx="1383252" cy="742571"/>
            <a:chOff x="5801297" y="2658647"/>
            <a:chExt cx="1383252" cy="742571"/>
          </a:xfrm>
        </p:grpSpPr>
        <p:sp>
          <p:nvSpPr>
            <p:cNvPr id="41" name="Rectangle 141">
              <a:extLst>
                <a:ext uri="{FF2B5EF4-FFF2-40B4-BE49-F238E27FC236}">
                  <a16:creationId xmlns:a16="http://schemas.microsoft.com/office/drawing/2014/main" id="{6AD5CA9A-EF27-C037-B2AE-AC2FA50EB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7240" y="3015456"/>
              <a:ext cx="434159" cy="385762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 altLang="zh-TW" sz="1100" b="0" dirty="0">
                <a:latin typeface="Arial" charset="0"/>
                <a:ea typeface="新細明體" charset="-120"/>
                <a:cs typeface="Times New Roman" charset="0"/>
              </a:endParaRPr>
            </a:p>
            <a:p>
              <a:pPr algn="ctr">
                <a:defRPr/>
              </a:pPr>
              <a:r>
                <a:rPr lang="en-US" altLang="zh-TW" sz="1100" b="0" dirty="0">
                  <a:latin typeface="Arial" charset="0"/>
                  <a:ea typeface="新細明體" charset="-120"/>
                  <a:cs typeface="Times New Roman" charset="0"/>
                </a:rPr>
                <a:t>804</a:t>
              </a:r>
            </a:p>
          </p:txBody>
        </p:sp>
        <p:sp>
          <p:nvSpPr>
            <p:cNvPr id="42" name="Rectangle 31">
              <a:extLst>
                <a:ext uri="{FF2B5EF4-FFF2-40B4-BE49-F238E27FC236}">
                  <a16:creationId xmlns:a16="http://schemas.microsoft.com/office/drawing/2014/main" id="{DFDE75F1-D7F1-3824-1F4D-E13038D3C2D3}"/>
                </a:ext>
              </a:extLst>
            </p:cNvPr>
            <p:cNvSpPr/>
            <p:nvPr/>
          </p:nvSpPr>
          <p:spPr>
            <a:xfrm>
              <a:off x="5801297" y="2721197"/>
              <a:ext cx="5982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 err="1">
                  <a:latin typeface="Courier New" charset="0"/>
                  <a:ea typeface="新細明體" charset="-120"/>
                </a:rPr>
                <a:t>ptr</a:t>
              </a:r>
              <a:endParaRPr lang="en-US" dirty="0"/>
            </a:p>
          </p:txBody>
        </p:sp>
        <p:sp>
          <p:nvSpPr>
            <p:cNvPr id="43" name="Line 143">
              <a:extLst>
                <a:ext uri="{FF2B5EF4-FFF2-40B4-BE49-F238E27FC236}">
                  <a16:creationId xmlns:a16="http://schemas.microsoft.com/office/drawing/2014/main" id="{3376F4BC-0085-9408-CC6A-C4E2B14C9A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97321" y="2658647"/>
              <a:ext cx="687228" cy="535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</p:grpSp>
      <p:grpSp>
        <p:nvGrpSpPr>
          <p:cNvPr id="44" name="Group 33">
            <a:extLst>
              <a:ext uri="{FF2B5EF4-FFF2-40B4-BE49-F238E27FC236}">
                <a16:creationId xmlns:a16="http://schemas.microsoft.com/office/drawing/2014/main" id="{AF894A05-E00A-040C-583F-493671BB02BB}"/>
              </a:ext>
            </a:extLst>
          </p:cNvPr>
          <p:cNvGrpSpPr/>
          <p:nvPr/>
        </p:nvGrpSpPr>
        <p:grpSpPr>
          <a:xfrm>
            <a:off x="6800545" y="2185950"/>
            <a:ext cx="1383252" cy="742571"/>
            <a:chOff x="5801297" y="2658647"/>
            <a:chExt cx="1383252" cy="742571"/>
          </a:xfrm>
        </p:grpSpPr>
        <p:sp>
          <p:nvSpPr>
            <p:cNvPr id="45" name="Rectangle 141">
              <a:extLst>
                <a:ext uri="{FF2B5EF4-FFF2-40B4-BE49-F238E27FC236}">
                  <a16:creationId xmlns:a16="http://schemas.microsoft.com/office/drawing/2014/main" id="{639DC7A4-5144-4A13-B03A-27033BA16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7240" y="3015456"/>
              <a:ext cx="434159" cy="385762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 altLang="zh-TW" sz="1100" b="0" dirty="0">
                <a:latin typeface="Arial" charset="0"/>
                <a:ea typeface="新細明體" charset="-120"/>
                <a:cs typeface="Times New Roman" charset="0"/>
              </a:endParaRPr>
            </a:p>
            <a:p>
              <a:pPr algn="ctr">
                <a:defRPr/>
              </a:pPr>
              <a:r>
                <a:rPr lang="en-US" altLang="zh-TW" sz="1100" b="0" dirty="0">
                  <a:latin typeface="Arial" charset="0"/>
                  <a:ea typeface="新細明體" charset="-120"/>
                  <a:cs typeface="Times New Roman" charset="0"/>
                </a:rPr>
                <a:t>808</a:t>
              </a:r>
            </a:p>
          </p:txBody>
        </p:sp>
        <p:sp>
          <p:nvSpPr>
            <p:cNvPr id="46" name="Rectangle 35">
              <a:extLst>
                <a:ext uri="{FF2B5EF4-FFF2-40B4-BE49-F238E27FC236}">
                  <a16:creationId xmlns:a16="http://schemas.microsoft.com/office/drawing/2014/main" id="{29333482-9E7A-732E-334A-E69D7B90CD47}"/>
                </a:ext>
              </a:extLst>
            </p:cNvPr>
            <p:cNvSpPr/>
            <p:nvPr/>
          </p:nvSpPr>
          <p:spPr>
            <a:xfrm>
              <a:off x="5801297" y="2721197"/>
              <a:ext cx="5982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 err="1">
                  <a:latin typeface="Courier New" charset="0"/>
                  <a:ea typeface="新細明體" charset="-120"/>
                </a:rPr>
                <a:t>ptr</a:t>
              </a:r>
              <a:endParaRPr lang="en-US" dirty="0"/>
            </a:p>
          </p:txBody>
        </p:sp>
        <p:sp>
          <p:nvSpPr>
            <p:cNvPr id="47" name="Line 143">
              <a:extLst>
                <a:ext uri="{FF2B5EF4-FFF2-40B4-BE49-F238E27FC236}">
                  <a16:creationId xmlns:a16="http://schemas.microsoft.com/office/drawing/2014/main" id="{A796A636-9565-2523-4EDE-FDF0B55C58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97321" y="2658647"/>
              <a:ext cx="687228" cy="535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708629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TW" sz="2400" dirty="0" err="1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sz="2400" dirty="0">
                <a:ea typeface="新細明體" charset="-120"/>
              </a:rPr>
              <a:t> (the </a:t>
            </a:r>
            <a:r>
              <a:rPr lang="en-US" altLang="zh-TW" sz="2400" b="1" dirty="0">
                <a:ea typeface="新細明體" charset="-120"/>
              </a:rPr>
              <a:t>Base Pointer</a:t>
            </a:r>
            <a:r>
              <a:rPr lang="en-US" altLang="zh-TW" sz="2400" dirty="0">
                <a:ea typeface="新細明體" charset="-120"/>
              </a:rPr>
              <a:t>) always keeps the Base Address of the memory block allocated by 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malloc()</a:t>
            </a:r>
            <a:r>
              <a:rPr lang="en-US" altLang="zh-TW" sz="2400" dirty="0">
                <a:ea typeface="新細明體" charset="-120"/>
              </a:rPr>
              <a:t>.</a:t>
            </a:r>
          </a:p>
          <a:p>
            <a:pPr lvl="4">
              <a:lnSpc>
                <a:spcPct val="90000"/>
              </a:lnSpc>
              <a:defRPr/>
            </a:pPr>
            <a:endParaRPr lang="en-US" altLang="zh-TW" sz="1600" dirty="0">
              <a:ea typeface="新細明體" charset="-12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TW" sz="2400" dirty="0">
                <a:ea typeface="新細明體" charset="-120"/>
              </a:rPr>
              <a:t>We must 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free</a:t>
            </a:r>
            <a:r>
              <a:rPr lang="en-US" altLang="zh-TW" sz="2400" dirty="0">
                <a:ea typeface="新細明體" charset="-120"/>
              </a:rPr>
              <a:t> the WHOLE memory block at once, with this Base Address.</a:t>
            </a:r>
          </a:p>
          <a:p>
            <a:pPr lvl="4">
              <a:lnSpc>
                <a:spcPct val="90000"/>
              </a:lnSpc>
              <a:defRPr/>
            </a:pPr>
            <a:endParaRPr lang="en-US" altLang="zh-TW" sz="160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dirty="0">
                <a:ea typeface="新細明體" charset="-120"/>
              </a:rPr>
              <a:t> (the </a:t>
            </a:r>
            <a:r>
              <a:rPr lang="en-US" altLang="zh-TW" sz="2400" b="1" dirty="0">
                <a:ea typeface="新細明體" charset="-120"/>
              </a:rPr>
              <a:t>Working Pointer</a:t>
            </a:r>
            <a:r>
              <a:rPr lang="en-US" altLang="zh-TW" sz="2400" dirty="0">
                <a:ea typeface="新細明體" charset="-120"/>
              </a:rPr>
              <a:t>) “moves” in the memory block, pointing to different locations storing integers.</a:t>
            </a:r>
          </a:p>
          <a:p>
            <a:pPr lvl="4">
              <a:lnSpc>
                <a:spcPct val="90000"/>
              </a:lnSpc>
              <a:defRPr/>
            </a:pPr>
            <a:endParaRPr lang="en-US" altLang="zh-TW" sz="1600" dirty="0">
              <a:ea typeface="新細明體" charset="-12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TW" sz="2400" dirty="0">
                <a:ea typeface="新細明體" charset="-120"/>
              </a:rPr>
              <a:t>Alternative technique: </a:t>
            </a:r>
            <a:br>
              <a:rPr lang="en-US" altLang="zh-TW" sz="2400" dirty="0">
                <a:ea typeface="新細明體" charset="-120"/>
              </a:rPr>
            </a:br>
            <a:r>
              <a:rPr lang="en-US" altLang="zh-TW" sz="2400" dirty="0">
                <a:ea typeface="新細明體" charset="-120"/>
              </a:rPr>
              <a:t>	use </a:t>
            </a:r>
            <a:r>
              <a:rPr lang="en-US" altLang="zh-TW" sz="2400" dirty="0" err="1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sz="2400" dirty="0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[</a:t>
            </a:r>
            <a:r>
              <a:rPr lang="en-US" altLang="zh-TW" sz="2400" dirty="0" err="1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sz="2400" dirty="0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]</a:t>
            </a:r>
            <a:r>
              <a:rPr lang="en-US" altLang="zh-TW" sz="2400" dirty="0">
                <a:ea typeface="新細明體" charset="-120"/>
              </a:rPr>
              <a:t>   or   </a:t>
            </a:r>
            <a:r>
              <a:rPr lang="en-US" altLang="zh-TW" sz="2400" dirty="0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*(</a:t>
            </a:r>
            <a:r>
              <a:rPr lang="en-US" altLang="zh-TW" sz="2400" dirty="0" err="1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sz="2400" dirty="0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 + </a:t>
            </a:r>
            <a:r>
              <a:rPr lang="en-US" altLang="zh-TW" sz="2400" dirty="0" err="1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sz="2400" dirty="0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)</a:t>
            </a:r>
            <a:r>
              <a:rPr lang="en-US" altLang="zh-TW" sz="2400" dirty="0">
                <a:ea typeface="新細明體" charset="-120"/>
              </a:rPr>
              <a:t> </a:t>
            </a:r>
            <a:br>
              <a:rPr lang="en-US" altLang="zh-TW" sz="2400" dirty="0">
                <a:ea typeface="新細明體" charset="-120"/>
              </a:rPr>
            </a:br>
            <a:r>
              <a:rPr lang="en-US" altLang="zh-TW" sz="2400" dirty="0">
                <a:ea typeface="新細明體" charset="-120"/>
              </a:rPr>
              <a:t>	instead of </a:t>
            </a: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dirty="0">
                <a:ea typeface="新細明體" charset="-120"/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E51BB0-FB5E-4DB8-AFDD-640A58E78A3F}" type="slidenum">
              <a:rPr lang="zh-TW" altLang="en-US"/>
              <a:pPr>
                <a:defRPr/>
              </a:pPr>
              <a:t>22</a:t>
            </a:fld>
            <a:endParaRPr lang="en-US" altLang="zh-TW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26D65F-5E00-8348-B0A9-9F19E0E48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Dynamically Allocate a 1-D Array</a:t>
            </a:r>
          </a:p>
        </p:txBody>
      </p:sp>
    </p:spTree>
    <p:extLst>
      <p:ext uri="{BB962C8B-B14F-4D97-AF65-F5344CB8AC3E}">
        <p14:creationId xmlns:p14="http://schemas.microsoft.com/office/powerpoint/2010/main" val="1318354351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B23C91-23EA-42D9-9A18-ECBE02377DAB}" type="slidenum">
              <a:rPr lang="zh-TW" altLang="en-US"/>
              <a:pPr>
                <a:defRPr/>
              </a:pPr>
              <a:t>23</a:t>
            </a:fld>
            <a:endParaRPr lang="en-US" altLang="zh-TW"/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465138" y="252413"/>
            <a:ext cx="8678862" cy="66710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#include &lt;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stdio.h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&gt;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#include &lt;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stdlib.h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&gt;</a:t>
            </a:r>
          </a:p>
          <a:p>
            <a:pPr>
              <a:lnSpc>
                <a:spcPct val="95000"/>
              </a:lnSpc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int main(void) {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int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, num, *</a:t>
            </a:r>
            <a:r>
              <a:rPr lang="en-US" altLang="zh-TW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lnSpc>
                <a:spcPct val="95000"/>
              </a:lnSpc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printf("How many integers? ");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scanf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("%d", &amp;num);</a:t>
            </a:r>
          </a:p>
          <a:p>
            <a:pPr>
              <a:lnSpc>
                <a:spcPct val="95000"/>
              </a:lnSpc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= (int *)malloc(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sizeof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(int) * num );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if (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== NULL )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   return 0;</a:t>
            </a:r>
          </a:p>
          <a:p>
            <a:pPr>
              <a:lnSpc>
                <a:spcPct val="95000"/>
              </a:lnSpc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printf("Enter %d integers: ", num);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for (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= 0;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&lt; num;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++)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  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scanf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("%d", </a:t>
            </a:r>
            <a:r>
              <a:rPr lang="en-US" altLang="zh-TW" b="0" dirty="0">
                <a:solidFill>
                  <a:srgbClr val="FF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&amp;</a:t>
            </a:r>
            <a:r>
              <a:rPr lang="en-US" altLang="zh-TW" b="0" dirty="0" err="1">
                <a:solidFill>
                  <a:srgbClr val="FF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b="0" dirty="0">
                <a:solidFill>
                  <a:srgbClr val="FF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[</a:t>
            </a:r>
            <a:r>
              <a:rPr lang="en-US" altLang="zh-TW" b="0" dirty="0" err="1">
                <a:solidFill>
                  <a:srgbClr val="FF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b="0" dirty="0">
                <a:solidFill>
                  <a:srgbClr val="FF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]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);</a:t>
            </a:r>
          </a:p>
          <a:p>
            <a:pPr>
              <a:lnSpc>
                <a:spcPct val="95000"/>
              </a:lnSpc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printf("The numbers are: ");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for (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= 0;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&lt; num;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++)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   printf("%d ", </a:t>
            </a:r>
            <a:r>
              <a:rPr lang="en-US" altLang="zh-TW" b="0" dirty="0" err="1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b="0" dirty="0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[</a:t>
            </a:r>
            <a:r>
              <a:rPr lang="en-US" altLang="zh-TW" b="0" dirty="0" err="1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b="0" dirty="0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]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);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printf("\n");</a:t>
            </a:r>
          </a:p>
          <a:p>
            <a:pPr>
              <a:lnSpc>
                <a:spcPct val="95000"/>
              </a:lnSpc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free(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);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return 0;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}</a:t>
            </a:r>
          </a:p>
        </p:txBody>
      </p:sp>
      <p:sp>
        <p:nvSpPr>
          <p:cNvPr id="54277" name="Rectangle 5"/>
          <p:cNvSpPr>
            <a:spLocks noChangeArrowheads="1"/>
          </p:cNvSpPr>
          <p:nvPr/>
        </p:nvSpPr>
        <p:spPr bwMode="auto">
          <a:xfrm>
            <a:off x="0" y="252412"/>
            <a:ext cx="465138" cy="6552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rIns="90000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1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4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5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6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7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8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9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10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11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12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13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14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15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16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17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18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19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20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21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22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23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24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25</a:t>
            </a:r>
          </a:p>
        </p:txBody>
      </p:sp>
      <p:sp>
        <p:nvSpPr>
          <p:cNvPr id="54282" name="AutoShape 10"/>
          <p:cNvSpPr>
            <a:spLocks noChangeArrowheads="1"/>
          </p:cNvSpPr>
          <p:nvPr/>
        </p:nvSpPr>
        <p:spPr bwMode="auto">
          <a:xfrm>
            <a:off x="5364163" y="1105258"/>
            <a:ext cx="3676650" cy="1328023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</a:rPr>
              <a:t>Alternative technique: treating </a:t>
            </a:r>
            <a:r>
              <a:rPr lang="en-US" altLang="zh-TW" sz="2400" b="0" dirty="0" err="1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</a:rPr>
              <a:t> as a "dynamic array"</a:t>
            </a:r>
          </a:p>
        </p:txBody>
      </p:sp>
      <p:sp>
        <p:nvSpPr>
          <p:cNvPr id="54283" name="AutoShape 11"/>
          <p:cNvSpPr>
            <a:spLocks noChangeArrowheads="1"/>
          </p:cNvSpPr>
          <p:nvPr/>
        </p:nvSpPr>
        <p:spPr bwMode="auto">
          <a:xfrm>
            <a:off x="5608885" y="4727575"/>
            <a:ext cx="2609355" cy="442674"/>
          </a:xfrm>
          <a:prstGeom prst="wedgeRoundRectCallout">
            <a:avLst>
              <a:gd name="adj1" fmla="val -77611"/>
              <a:gd name="adj2" fmla="val 74722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</a:rPr>
              <a:t>Or: </a:t>
            </a:r>
            <a:r>
              <a:rPr lang="en-US" altLang="zh-TW" sz="2000" b="0" dirty="0">
                <a:solidFill>
                  <a:schemeClr val="folHlink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*(</a:t>
            </a:r>
            <a:r>
              <a:rPr lang="en-US" altLang="zh-TW" sz="2000" b="0" dirty="0" err="1">
                <a:solidFill>
                  <a:schemeClr val="folHlink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sz="2000" b="0" dirty="0">
                <a:solidFill>
                  <a:schemeClr val="folHlink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 + </a:t>
            </a:r>
            <a:r>
              <a:rPr lang="en-US" altLang="zh-TW" sz="2000" b="0" dirty="0" err="1">
                <a:solidFill>
                  <a:schemeClr val="folHlink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i</a:t>
            </a:r>
            <a:r>
              <a:rPr lang="en-US" altLang="zh-TW" sz="2000" b="0" dirty="0">
                <a:solidFill>
                  <a:schemeClr val="folHlink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)</a:t>
            </a:r>
          </a:p>
        </p:txBody>
      </p:sp>
      <p:sp>
        <p:nvSpPr>
          <p:cNvPr id="54284" name="AutoShape 12"/>
          <p:cNvSpPr>
            <a:spLocks noChangeArrowheads="1"/>
          </p:cNvSpPr>
          <p:nvPr/>
        </p:nvSpPr>
        <p:spPr bwMode="auto">
          <a:xfrm>
            <a:off x="5130246" y="4006850"/>
            <a:ext cx="2202971" cy="442674"/>
          </a:xfrm>
          <a:prstGeom prst="wedgeRoundRectCallout">
            <a:avLst>
              <a:gd name="adj1" fmla="val -71653"/>
              <a:gd name="adj2" fmla="val -3505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</a:rPr>
              <a:t>Or: </a:t>
            </a:r>
            <a:r>
              <a:rPr lang="en-US" altLang="zh-TW" sz="2000" b="0" dirty="0" err="1">
                <a:solidFill>
                  <a:schemeClr val="folHlink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baseptr</a:t>
            </a:r>
            <a:r>
              <a:rPr lang="en-US" altLang="zh-TW" sz="2000" b="0" dirty="0">
                <a:solidFill>
                  <a:schemeClr val="folHlink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 + </a:t>
            </a:r>
            <a:r>
              <a:rPr lang="en-US" altLang="zh-TW" sz="2000" b="0" dirty="0" err="1">
                <a:solidFill>
                  <a:schemeClr val="folHlink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i</a:t>
            </a:r>
            <a:endParaRPr lang="en-US" altLang="zh-TW" sz="2000" b="0" dirty="0">
              <a:solidFill>
                <a:schemeClr val="folHlink"/>
              </a:solidFill>
              <a:highlight>
                <a:srgbClr val="00FF00"/>
              </a:highlight>
              <a:latin typeface="Consolas" panose="020B0609020204030204" pitchFamily="49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3288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D33BE4-0085-44C3-8408-FE3A6FDF6546}" type="slidenum">
              <a:rPr lang="zh-TW" altLang="en-US"/>
              <a:pPr>
                <a:defRPr/>
              </a:pPr>
              <a:t>24</a:t>
            </a:fld>
            <a:endParaRPr lang="en-US" altLang="zh-TW"/>
          </a:p>
        </p:txBody>
      </p:sp>
      <p:sp>
        <p:nvSpPr>
          <p:cNvPr id="80899" name="Rectangle 2"/>
          <p:cNvSpPr>
            <a:spLocks noChangeArrowheads="1"/>
          </p:cNvSpPr>
          <p:nvPr/>
        </p:nvSpPr>
        <p:spPr bwMode="auto">
          <a:xfrm>
            <a:off x="0" y="7938"/>
            <a:ext cx="9144000" cy="6197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 *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array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,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*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tmp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,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, n;</a:t>
            </a:r>
          </a:p>
          <a:p>
            <a:pPr eaLnBrk="1" hangingPunct="1">
              <a:defRPr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n = …; 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</a:t>
            </a:r>
            <a:r>
              <a:rPr lang="en-US" altLang="zh-TW" sz="2000" b="0" dirty="0">
                <a:solidFill>
                  <a:srgbClr val="0080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Suppose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n</a:t>
            </a:r>
            <a:r>
              <a:rPr lang="en-US" altLang="zh-TW" sz="2000" b="0" dirty="0">
                <a:solidFill>
                  <a:srgbClr val="0080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 is determined here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*/</a:t>
            </a:r>
          </a:p>
          <a:p>
            <a:pPr eaLnBrk="1" hangingPunct="1">
              <a:defRPr/>
            </a:pPr>
            <a:endParaRPr lang="en-US" altLang="zh-TW" sz="2000" b="0" dirty="0">
              <a:solidFill>
                <a:srgbClr val="008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array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(int *)malloc(n *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sizeof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(int));</a:t>
            </a:r>
          </a:p>
          <a:p>
            <a:pPr eaLnBrk="1" hangingPunct="1">
              <a:defRPr/>
            </a:pPr>
            <a:endParaRPr lang="en-US" altLang="zh-TW" sz="2000" b="0" dirty="0">
              <a:solidFill>
                <a:srgbClr val="008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…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</a:t>
            </a:r>
            <a:r>
              <a:rPr lang="en-US" altLang="zh-TW" sz="2000" b="0" dirty="0">
                <a:solidFill>
                  <a:srgbClr val="0080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Elements of 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array</a:t>
            </a:r>
            <a:r>
              <a:rPr lang="en-US" altLang="zh-TW" sz="2000" b="0" dirty="0">
                <a:solidFill>
                  <a:srgbClr val="0080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 have been assigned some values here…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*/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endParaRPr lang="en-US" altLang="zh-TW" sz="2000" b="0" dirty="0">
              <a:solidFill>
                <a:srgbClr val="008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</a:t>
            </a:r>
            <a:r>
              <a:rPr lang="en-US" altLang="zh-TW" sz="2000" b="0" dirty="0">
                <a:solidFill>
                  <a:srgbClr val="0080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Suppose now we want to enlarge 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array</a:t>
            </a:r>
            <a:r>
              <a:rPr lang="en-US" altLang="zh-TW" sz="2000" b="0" dirty="0">
                <a:solidFill>
                  <a:srgbClr val="0080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 to hold </a:t>
            </a:r>
            <a:r>
              <a:rPr lang="en-US" altLang="zh-TW" sz="2000" dirty="0">
                <a:solidFill>
                  <a:srgbClr val="0080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2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n</a:t>
            </a:r>
            <a:r>
              <a:rPr lang="en-US" altLang="zh-TW" sz="2000" b="0" dirty="0">
                <a:solidFill>
                  <a:srgbClr val="0080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 integers, and we want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 </a:t>
            </a:r>
            <a:r>
              <a:rPr lang="en-US" altLang="zh-TW" sz="2000" b="0" dirty="0">
                <a:solidFill>
                  <a:srgbClr val="0080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to retain the existing data. Solution: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 </a:t>
            </a:r>
            <a:r>
              <a:rPr lang="en-US" altLang="zh-TW" sz="2000" b="0" dirty="0">
                <a:solidFill>
                  <a:srgbClr val="0080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(1) Allocate a larger array,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 </a:t>
            </a:r>
            <a:r>
              <a:rPr lang="en-US" altLang="zh-TW" sz="2000" b="0" dirty="0">
                <a:solidFill>
                  <a:srgbClr val="0080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(2) copy the data from 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array</a:t>
            </a:r>
            <a:r>
              <a:rPr lang="en-US" altLang="zh-TW" sz="2000" b="0" dirty="0">
                <a:solidFill>
                  <a:srgbClr val="0080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 to the newly allocated array,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 </a:t>
            </a:r>
            <a:r>
              <a:rPr lang="en-US" altLang="zh-TW" sz="2000" b="0" dirty="0">
                <a:solidFill>
                  <a:srgbClr val="0080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(3) free up the space occupied by 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array</a:t>
            </a:r>
            <a:r>
              <a:rPr lang="en-US" altLang="zh-TW" sz="2000" b="0" dirty="0">
                <a:solidFill>
                  <a:srgbClr val="0080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, and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 </a:t>
            </a:r>
            <a:r>
              <a:rPr lang="en-US" altLang="zh-TW" sz="2000" b="0" dirty="0">
                <a:solidFill>
                  <a:srgbClr val="0080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(4) makes 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array</a:t>
            </a:r>
            <a:r>
              <a:rPr lang="en-US" altLang="zh-TW" sz="2000" b="0" dirty="0">
                <a:solidFill>
                  <a:srgbClr val="0080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 points to the newly allocated array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*/</a:t>
            </a:r>
          </a:p>
          <a:p>
            <a:pPr eaLnBrk="1" hangingPunct="1">
              <a:defRPr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tmp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(int *)malloc(2 * n *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sizeof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(int));   </a:t>
            </a:r>
            <a:r>
              <a:rPr lang="en-US" altLang="zh-TW" sz="2000" b="0" dirty="0">
                <a:solidFill>
                  <a:srgbClr val="0066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(1) */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for (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0;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&lt; n;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++)                     </a:t>
            </a:r>
            <a:r>
              <a:rPr lang="en-US" altLang="zh-TW" sz="2000" b="0" dirty="0">
                <a:solidFill>
                  <a:srgbClr val="0066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(2) */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  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tmp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[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]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array[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]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;</a:t>
            </a:r>
            <a:r>
              <a:rPr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                    </a:t>
            </a:r>
            <a:endParaRPr lang="en-US" altLang="zh-TW" sz="2000" b="0" dirty="0">
              <a:solidFill>
                <a:srgbClr val="008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free(array);                                </a:t>
            </a:r>
            <a:r>
              <a:rPr lang="en-US" altLang="zh-TW" sz="2000" b="0" dirty="0">
                <a:solidFill>
                  <a:srgbClr val="0066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(3) */</a:t>
            </a:r>
            <a:endParaRPr lang="en-US" altLang="zh-TW" sz="2000" b="0" dirty="0">
              <a:solidFill>
                <a:srgbClr val="006600"/>
              </a:solidFill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array =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tmp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;                                </a:t>
            </a:r>
            <a:r>
              <a:rPr lang="en-US" altLang="zh-TW" sz="2000" b="0" dirty="0">
                <a:solidFill>
                  <a:srgbClr val="0066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(4) */</a:t>
            </a:r>
            <a:endParaRPr lang="en-US" altLang="zh-TW" sz="2000" b="0" dirty="0">
              <a:solidFill>
                <a:srgbClr val="008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</p:txBody>
      </p:sp>
      <p:sp>
        <p:nvSpPr>
          <p:cNvPr id="80900" name="Rectangle 3"/>
          <p:cNvSpPr>
            <a:spLocks noChangeArrowheads="1"/>
          </p:cNvSpPr>
          <p:nvPr/>
        </p:nvSpPr>
        <p:spPr bwMode="auto">
          <a:xfrm>
            <a:off x="0" y="6205538"/>
            <a:ext cx="9144000" cy="466725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TW" sz="24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Example: Enlarging a dynamically allocated array.</a:t>
            </a:r>
          </a:p>
        </p:txBody>
      </p:sp>
    </p:spTree>
    <p:extLst>
      <p:ext uri="{BB962C8B-B14F-4D97-AF65-F5344CB8AC3E}">
        <p14:creationId xmlns:p14="http://schemas.microsoft.com/office/powerpoint/2010/main" val="141675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08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089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089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089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E5AACE-E07D-43B6-9B2E-E717D429FA18}" type="slidenum">
              <a:rPr lang="zh-TW" altLang="en-US"/>
              <a:pPr>
                <a:defRPr/>
              </a:pPr>
              <a:t>25</a:t>
            </a:fld>
            <a:endParaRPr lang="en-US" altLang="zh-TW"/>
          </a:p>
        </p:txBody>
      </p:sp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0" y="1600200"/>
            <a:ext cx="9144000" cy="1930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highlight>
                  <a:srgbClr val="8080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**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foo;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ROW = 10;</a:t>
            </a:r>
          </a:p>
          <a:p>
            <a:pPr eaLnBrk="1" hangingPunct="1">
              <a:defRPr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foo</a:t>
            </a:r>
            <a:r>
              <a:rPr lang="en-US" altLang="zh-TW" sz="2000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 is considered as an array of pointers</a:t>
            </a: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*/</a:t>
            </a:r>
          </a:p>
          <a:p>
            <a:pPr eaLnBrk="1" hangingPunct="1"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foo = (</a:t>
            </a:r>
            <a:r>
              <a:rPr lang="en-US" altLang="zh-TW" sz="2000" b="0" dirty="0">
                <a:highlight>
                  <a:srgbClr val="8080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**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)malloc(ROW *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sizeof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(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));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</a:t>
            </a:r>
            <a:r>
              <a:rPr lang="en-US" altLang="zh-TW" sz="2000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Each element is a pointer to </a:t>
            </a: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*/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2667000" y="4462463"/>
            <a:ext cx="1641475" cy="385762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pointer to int</a:t>
            </a:r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269875" y="4462463"/>
            <a:ext cx="1530350" cy="385762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1926" name="Text Box 6"/>
          <p:cNvSpPr txBox="1">
            <a:spLocks noChangeArrowheads="1"/>
          </p:cNvSpPr>
          <p:nvPr/>
        </p:nvSpPr>
        <p:spPr bwMode="auto">
          <a:xfrm>
            <a:off x="338138" y="4005263"/>
            <a:ext cx="694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foo</a:t>
            </a:r>
          </a:p>
        </p:txBody>
      </p:sp>
      <p:sp>
        <p:nvSpPr>
          <p:cNvPr id="81927" name="Rectangle 7"/>
          <p:cNvSpPr>
            <a:spLocks noChangeArrowheads="1"/>
          </p:cNvSpPr>
          <p:nvPr/>
        </p:nvSpPr>
        <p:spPr bwMode="auto">
          <a:xfrm>
            <a:off x="2667000" y="4848225"/>
            <a:ext cx="1641475" cy="385763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pointer to int</a:t>
            </a: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1928" name="Rectangle 8"/>
          <p:cNvSpPr>
            <a:spLocks noChangeArrowheads="1"/>
          </p:cNvSpPr>
          <p:nvPr/>
        </p:nvSpPr>
        <p:spPr bwMode="auto">
          <a:xfrm>
            <a:off x="2667000" y="5233988"/>
            <a:ext cx="1641475" cy="385762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pointer to int</a:t>
            </a: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1929" name="Line 9"/>
          <p:cNvSpPr>
            <a:spLocks noChangeShapeType="1"/>
          </p:cNvSpPr>
          <p:nvPr/>
        </p:nvSpPr>
        <p:spPr bwMode="auto">
          <a:xfrm>
            <a:off x="1800225" y="4605338"/>
            <a:ext cx="8667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81930" name="Line 10"/>
          <p:cNvSpPr>
            <a:spLocks noChangeShapeType="1"/>
          </p:cNvSpPr>
          <p:nvPr/>
        </p:nvSpPr>
        <p:spPr bwMode="auto">
          <a:xfrm>
            <a:off x="4308475" y="4605338"/>
            <a:ext cx="1025525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81931" name="Rectangle 11"/>
          <p:cNvSpPr>
            <a:spLocks noChangeArrowheads="1"/>
          </p:cNvSpPr>
          <p:nvPr/>
        </p:nvSpPr>
        <p:spPr bwMode="auto">
          <a:xfrm>
            <a:off x="3352800" y="5694363"/>
            <a:ext cx="248786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40000"/>
              </a:lnSpc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  <a:p>
            <a:pPr>
              <a:lnSpc>
                <a:spcPct val="40000"/>
              </a:lnSpc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  <a:p>
            <a:pPr>
              <a:lnSpc>
                <a:spcPct val="40000"/>
              </a:lnSpc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</p:txBody>
      </p:sp>
      <p:sp>
        <p:nvSpPr>
          <p:cNvPr id="81932" name="Line 12"/>
          <p:cNvSpPr>
            <a:spLocks noChangeShapeType="1"/>
          </p:cNvSpPr>
          <p:nvPr/>
        </p:nvSpPr>
        <p:spPr bwMode="auto">
          <a:xfrm>
            <a:off x="4308475" y="5062538"/>
            <a:ext cx="1025525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81933" name="Line 13"/>
          <p:cNvSpPr>
            <a:spLocks noChangeShapeType="1"/>
          </p:cNvSpPr>
          <p:nvPr/>
        </p:nvSpPr>
        <p:spPr bwMode="auto">
          <a:xfrm>
            <a:off x="4308475" y="5443538"/>
            <a:ext cx="1025525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81934" name="Rectangle 14"/>
          <p:cNvSpPr>
            <a:spLocks noChangeArrowheads="1"/>
          </p:cNvSpPr>
          <p:nvPr/>
        </p:nvSpPr>
        <p:spPr bwMode="auto">
          <a:xfrm>
            <a:off x="5334000" y="4406900"/>
            <a:ext cx="3032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?</a:t>
            </a:r>
          </a:p>
        </p:txBody>
      </p:sp>
      <p:sp>
        <p:nvSpPr>
          <p:cNvPr id="81935" name="Rectangle 15"/>
          <p:cNvSpPr>
            <a:spLocks noChangeArrowheads="1"/>
          </p:cNvSpPr>
          <p:nvPr/>
        </p:nvSpPr>
        <p:spPr bwMode="auto">
          <a:xfrm>
            <a:off x="5334000" y="4837113"/>
            <a:ext cx="3032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?</a:t>
            </a:r>
          </a:p>
        </p:txBody>
      </p:sp>
      <p:sp>
        <p:nvSpPr>
          <p:cNvPr id="81936" name="Rectangle 16"/>
          <p:cNvSpPr>
            <a:spLocks noChangeArrowheads="1"/>
          </p:cNvSpPr>
          <p:nvPr/>
        </p:nvSpPr>
        <p:spPr bwMode="auto">
          <a:xfrm>
            <a:off x="5322888" y="5297488"/>
            <a:ext cx="3032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49C13B-C7E1-B245-A5D9-1C2FE9A2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Dynamically Allocate a 2-D Array</a:t>
            </a:r>
          </a:p>
        </p:txBody>
      </p:sp>
    </p:spTree>
    <p:extLst>
      <p:ext uri="{BB962C8B-B14F-4D97-AF65-F5344CB8AC3E}">
        <p14:creationId xmlns:p14="http://schemas.microsoft.com/office/powerpoint/2010/main" val="1956133837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4000" dirty="0">
                <a:ea typeface="新細明體" charset="-120"/>
              </a:rPr>
              <a:t>Dynamically Allocate a 2-D Array</a:t>
            </a:r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37D472-A2F4-40CF-999C-FB7E23C4FEA0}" type="slidenum">
              <a:rPr lang="zh-TW" altLang="en-US"/>
              <a:pPr>
                <a:defRPr/>
              </a:pPr>
              <a:t>26</a:t>
            </a:fld>
            <a:endParaRPr lang="en-US" altLang="zh-TW"/>
          </a:p>
        </p:txBody>
      </p:sp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0" y="980660"/>
            <a:ext cx="9144000" cy="3149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highlight>
                  <a:srgbClr val="8080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**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foo;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, ROW = 10, COL = 4;</a:t>
            </a:r>
          </a:p>
          <a:p>
            <a:pPr eaLnBrk="1" hangingPunct="1">
              <a:defRPr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foo = (</a:t>
            </a:r>
            <a:r>
              <a:rPr lang="en-US" altLang="zh-TW" sz="2000" b="0" dirty="0">
                <a:highlight>
                  <a:srgbClr val="8080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**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)malloc(ROW *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sizeof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(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));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</a:t>
            </a:r>
            <a:r>
              <a:rPr lang="en-US" altLang="zh-TW" sz="2000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Each element is a pointer to</a:t>
            </a: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int */</a:t>
            </a:r>
          </a:p>
          <a:p>
            <a:pPr eaLnBrk="1" hangingPunct="1">
              <a:defRPr/>
            </a:pP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Allocate a 1-D array for each row */</a:t>
            </a:r>
          </a:p>
          <a:p>
            <a:pPr eaLnBrk="1" hangingPunct="1"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for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 = 0;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 &lt; ROW;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++)</a:t>
            </a:r>
          </a:p>
          <a:p>
            <a:pPr eaLnBrk="1" hangingPunct="1"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  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foo[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]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 = (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)malloc(COL *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sizeof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(int));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</a:t>
            </a:r>
            <a:r>
              <a:rPr lang="en-US" altLang="zh-TW" sz="2000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Now </a:t>
            </a: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foo</a:t>
            </a:r>
            <a:r>
              <a:rPr lang="en-US" altLang="zh-TW" sz="2000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 can be used as a </a:t>
            </a: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ROW </a:t>
            </a:r>
            <a:r>
              <a:rPr lang="en-HK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× </a:t>
            </a: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COL</a:t>
            </a:r>
            <a:r>
              <a:rPr lang="en-US" altLang="zh-TW" sz="2000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 2-D array of </a:t>
            </a: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*/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2667000" y="4623972"/>
            <a:ext cx="1641475" cy="385763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pointer to int</a:t>
            </a:r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269875" y="4623972"/>
            <a:ext cx="1530350" cy="385763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2950" name="Text Box 6"/>
          <p:cNvSpPr txBox="1">
            <a:spLocks noChangeArrowheads="1"/>
          </p:cNvSpPr>
          <p:nvPr/>
        </p:nvSpPr>
        <p:spPr bwMode="auto">
          <a:xfrm>
            <a:off x="338138" y="4166772"/>
            <a:ext cx="694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foo</a:t>
            </a:r>
          </a:p>
        </p:txBody>
      </p:sp>
      <p:sp>
        <p:nvSpPr>
          <p:cNvPr id="82951" name="Rectangle 7"/>
          <p:cNvSpPr>
            <a:spLocks noChangeArrowheads="1"/>
          </p:cNvSpPr>
          <p:nvPr/>
        </p:nvSpPr>
        <p:spPr bwMode="auto">
          <a:xfrm>
            <a:off x="2667000" y="5009735"/>
            <a:ext cx="1641475" cy="385762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pointer to int</a:t>
            </a: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2952" name="Rectangle 8"/>
          <p:cNvSpPr>
            <a:spLocks noChangeArrowheads="1"/>
          </p:cNvSpPr>
          <p:nvPr/>
        </p:nvSpPr>
        <p:spPr bwMode="auto">
          <a:xfrm>
            <a:off x="2667000" y="5395497"/>
            <a:ext cx="1641475" cy="385763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pointer to int</a:t>
            </a: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2953" name="Line 9"/>
          <p:cNvSpPr>
            <a:spLocks noChangeShapeType="1"/>
          </p:cNvSpPr>
          <p:nvPr/>
        </p:nvSpPr>
        <p:spPr bwMode="auto">
          <a:xfrm>
            <a:off x="1800225" y="4766847"/>
            <a:ext cx="8667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82954" name="Line 10"/>
          <p:cNvSpPr>
            <a:spLocks noChangeShapeType="1"/>
          </p:cNvSpPr>
          <p:nvPr/>
        </p:nvSpPr>
        <p:spPr bwMode="auto">
          <a:xfrm flipV="1">
            <a:off x="4308475" y="4430297"/>
            <a:ext cx="2263775" cy="3365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82955" name="Rectangle 11"/>
          <p:cNvSpPr>
            <a:spLocks noChangeArrowheads="1"/>
          </p:cNvSpPr>
          <p:nvPr/>
        </p:nvSpPr>
        <p:spPr bwMode="auto">
          <a:xfrm>
            <a:off x="3352800" y="5855872"/>
            <a:ext cx="248786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40000"/>
              </a:lnSpc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  <a:p>
            <a:pPr>
              <a:lnSpc>
                <a:spcPct val="40000"/>
              </a:lnSpc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  <a:p>
            <a:pPr>
              <a:lnSpc>
                <a:spcPct val="40000"/>
              </a:lnSpc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</p:txBody>
      </p:sp>
      <p:sp>
        <p:nvSpPr>
          <p:cNvPr id="82956" name="Line 12"/>
          <p:cNvSpPr>
            <a:spLocks noChangeShapeType="1"/>
          </p:cNvSpPr>
          <p:nvPr/>
        </p:nvSpPr>
        <p:spPr bwMode="auto">
          <a:xfrm>
            <a:off x="4308475" y="5224047"/>
            <a:ext cx="2051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82957" name="Line 13"/>
          <p:cNvSpPr>
            <a:spLocks noChangeShapeType="1"/>
          </p:cNvSpPr>
          <p:nvPr/>
        </p:nvSpPr>
        <p:spPr bwMode="auto">
          <a:xfrm>
            <a:off x="4308475" y="5605047"/>
            <a:ext cx="2051050" cy="2508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82958" name="Rectangle 14"/>
          <p:cNvSpPr>
            <a:spLocks noChangeArrowheads="1"/>
          </p:cNvSpPr>
          <p:nvPr/>
        </p:nvSpPr>
        <p:spPr bwMode="auto">
          <a:xfrm>
            <a:off x="6996113" y="4236622"/>
            <a:ext cx="423862" cy="3857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0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2959" name="Rectangle 15"/>
          <p:cNvSpPr>
            <a:spLocks noChangeArrowheads="1"/>
          </p:cNvSpPr>
          <p:nvPr/>
        </p:nvSpPr>
        <p:spPr bwMode="auto">
          <a:xfrm>
            <a:off x="7424738" y="4236622"/>
            <a:ext cx="423862" cy="3857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0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2960" name="Rectangle 16"/>
          <p:cNvSpPr>
            <a:spLocks noChangeArrowheads="1"/>
          </p:cNvSpPr>
          <p:nvPr/>
        </p:nvSpPr>
        <p:spPr bwMode="auto">
          <a:xfrm>
            <a:off x="7848600" y="4236622"/>
            <a:ext cx="423863" cy="3857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0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2961" name="Rectangle 17"/>
          <p:cNvSpPr>
            <a:spLocks noChangeArrowheads="1"/>
          </p:cNvSpPr>
          <p:nvPr/>
        </p:nvSpPr>
        <p:spPr bwMode="auto">
          <a:xfrm>
            <a:off x="6572250" y="4236622"/>
            <a:ext cx="423863" cy="3857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0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2962" name="Rectangle 18"/>
          <p:cNvSpPr>
            <a:spLocks noChangeArrowheads="1"/>
          </p:cNvSpPr>
          <p:nvPr/>
        </p:nvSpPr>
        <p:spPr bwMode="auto">
          <a:xfrm>
            <a:off x="6783388" y="4998622"/>
            <a:ext cx="423862" cy="3857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0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2963" name="Rectangle 19"/>
          <p:cNvSpPr>
            <a:spLocks noChangeArrowheads="1"/>
          </p:cNvSpPr>
          <p:nvPr/>
        </p:nvSpPr>
        <p:spPr bwMode="auto">
          <a:xfrm>
            <a:off x="7212013" y="4998622"/>
            <a:ext cx="423862" cy="3857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0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2964" name="Rectangle 20"/>
          <p:cNvSpPr>
            <a:spLocks noChangeArrowheads="1"/>
          </p:cNvSpPr>
          <p:nvPr/>
        </p:nvSpPr>
        <p:spPr bwMode="auto">
          <a:xfrm>
            <a:off x="7635875" y="4998622"/>
            <a:ext cx="423863" cy="3857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0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2965" name="Rectangle 21"/>
          <p:cNvSpPr>
            <a:spLocks noChangeArrowheads="1"/>
          </p:cNvSpPr>
          <p:nvPr/>
        </p:nvSpPr>
        <p:spPr bwMode="auto">
          <a:xfrm>
            <a:off x="6359525" y="4998622"/>
            <a:ext cx="423863" cy="3857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0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2966" name="Rectangle 22"/>
          <p:cNvSpPr>
            <a:spLocks noChangeArrowheads="1"/>
          </p:cNvSpPr>
          <p:nvPr/>
        </p:nvSpPr>
        <p:spPr bwMode="auto">
          <a:xfrm>
            <a:off x="6783388" y="5662197"/>
            <a:ext cx="423862" cy="3857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0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2967" name="Rectangle 23"/>
          <p:cNvSpPr>
            <a:spLocks noChangeArrowheads="1"/>
          </p:cNvSpPr>
          <p:nvPr/>
        </p:nvSpPr>
        <p:spPr bwMode="auto">
          <a:xfrm>
            <a:off x="7212013" y="5662197"/>
            <a:ext cx="423862" cy="3857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0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2968" name="Rectangle 24"/>
          <p:cNvSpPr>
            <a:spLocks noChangeArrowheads="1"/>
          </p:cNvSpPr>
          <p:nvPr/>
        </p:nvSpPr>
        <p:spPr bwMode="auto">
          <a:xfrm>
            <a:off x="7635875" y="5662197"/>
            <a:ext cx="423863" cy="3857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0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2969" name="Rectangle 25"/>
          <p:cNvSpPr>
            <a:spLocks noChangeArrowheads="1"/>
          </p:cNvSpPr>
          <p:nvPr/>
        </p:nvSpPr>
        <p:spPr bwMode="auto">
          <a:xfrm>
            <a:off x="6359525" y="5662197"/>
            <a:ext cx="423863" cy="3857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0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91871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4000" dirty="0">
                <a:ea typeface="新細明體" charset="-120"/>
              </a:rPr>
              <a:t>Allocating/Deallocating 2-D Arrays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2E7755-A010-4500-B94E-9BF5124C39CA}" type="slidenum">
              <a:rPr lang="zh-TW" altLang="en-US"/>
              <a:pPr>
                <a:defRPr/>
              </a:pPr>
              <a:t>27</a:t>
            </a:fld>
            <a:endParaRPr lang="en-US" altLang="zh-TW"/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0" y="911458"/>
            <a:ext cx="9144000" cy="554196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highlight>
                  <a:srgbClr val="8080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**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foo;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, j, ROW = 10, COL = 4;</a:t>
            </a:r>
          </a:p>
          <a:p>
            <a:pPr eaLnBrk="1" hangingPunct="1">
              <a:defRPr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Allocate space for an array of pointers  */</a:t>
            </a:r>
          </a:p>
          <a:p>
            <a:pPr eaLnBrk="1" hangingPunct="1"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foo = (</a:t>
            </a:r>
            <a:r>
              <a:rPr lang="en-US" altLang="zh-TW" sz="2000" b="0" dirty="0">
                <a:highlight>
                  <a:srgbClr val="8080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**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)malloc(ROW *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sizeof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(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));</a:t>
            </a:r>
          </a:p>
          <a:p>
            <a:pPr eaLnBrk="1" hangingPunct="1">
              <a:defRPr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Allocate space for each row (which is a 1-D array) */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for (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0;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&lt; ROW;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++) {</a:t>
            </a:r>
          </a:p>
          <a:p>
            <a:pPr eaLnBrk="1" hangingPunct="1"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  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foo[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]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 = (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)malloc(COL *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sizeof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(int));</a:t>
            </a:r>
          </a:p>
          <a:p>
            <a:pPr eaLnBrk="1" hangingPunct="1"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   for (j = 0; j &lt; COL;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j++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)</a:t>
            </a:r>
          </a:p>
          <a:p>
            <a:pPr eaLnBrk="1" hangingPunct="1"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     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foo[</a:t>
            </a:r>
            <a:r>
              <a:rPr lang="en-US" altLang="zh-TW" sz="2000" b="0" dirty="0" err="1"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][j]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 + j;   </a:t>
            </a: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Can be used as a 2D array */</a:t>
            </a:r>
          </a:p>
          <a:p>
            <a:pPr eaLnBrk="1" hangingPunct="1"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}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…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Free the space of each row first */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for (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0;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&lt; ROW;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++)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 free(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foo[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]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);</a:t>
            </a:r>
          </a:p>
          <a:p>
            <a:pPr eaLnBrk="1" hangingPunct="1">
              <a:defRPr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free(foo);   </a:t>
            </a: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Finally, free the array of pointers */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57157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4000" dirty="0">
                <a:ea typeface="新細明體" charset="-120"/>
              </a:rPr>
              <a:t>Allocating/Deallocating 2-D Arrays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FC30B-610C-47C6-B338-59E81BC6EBF0}" type="slidenum">
              <a:rPr lang="zh-TW" altLang="en-US"/>
              <a:pPr>
                <a:defRPr/>
              </a:pPr>
              <a:t>28</a:t>
            </a:fld>
            <a:endParaRPr lang="en-US" altLang="zh-TW"/>
          </a:p>
        </p:txBody>
      </p:sp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0" y="954190"/>
            <a:ext cx="9144000" cy="5283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highlight>
                  <a:srgbClr val="8080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**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foo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;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tmp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;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, j, ROW = 10, COL = 4;</a:t>
            </a:r>
          </a:p>
          <a:p>
            <a:pPr eaLnBrk="1" hangingPunct="1">
              <a:defRPr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Allocate space for an array of pointers  */</a:t>
            </a:r>
          </a:p>
          <a:p>
            <a:pPr eaLnBrk="1" hangingPunct="1">
              <a:defRPr/>
            </a:pPr>
            <a:r>
              <a:rPr lang="en-US" altLang="zh-TW" sz="2000" b="0" dirty="0">
                <a:highlight>
                  <a:srgbClr val="C0C0C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foo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 = (</a:t>
            </a:r>
            <a:r>
              <a:rPr lang="en-US" altLang="zh-TW" sz="2000" b="0" dirty="0">
                <a:highlight>
                  <a:srgbClr val="8080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**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)malloc(ROW *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sizeof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(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));</a:t>
            </a:r>
          </a:p>
          <a:p>
            <a:pPr eaLnBrk="1" hangingPunct="1">
              <a:defRPr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/* </a:t>
            </a:r>
            <a:r>
              <a:rPr lang="en-US" altLang="zh-TW" sz="200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  <a:cs typeface="Times New Roman" charset="0"/>
              </a:rPr>
              <a:t>Alternative approach </a:t>
            </a:r>
            <a:endParaRPr lang="en-US" altLang="zh-TW" sz="2000" dirty="0">
              <a:solidFill>
                <a:srgbClr val="0099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 Allocate a 1-D array big enough for all elements in the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 2-D array and then share the space among all rows */</a:t>
            </a:r>
          </a:p>
          <a:p>
            <a:pPr eaLnBrk="1" hangingPunct="1">
              <a:defRPr/>
            </a:pPr>
            <a:r>
              <a:rPr lang="en-US" altLang="zh-TW" sz="20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tmp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(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int *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)malloc(ROW * COL *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sizeof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(int));</a:t>
            </a:r>
            <a:endParaRPr lang="en-US" altLang="zh-TW" sz="2000" b="0" dirty="0">
              <a:solidFill>
                <a:schemeClr val="hlink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for (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0;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&lt; ROW;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++)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  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foo[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]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=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&amp;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tmp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[COL *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]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;</a:t>
            </a:r>
          </a:p>
          <a:p>
            <a:pPr eaLnBrk="1" hangingPunct="1">
              <a:defRPr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…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free(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tmp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);</a:t>
            </a:r>
          </a:p>
          <a:p>
            <a:pPr eaLnBrk="1" hangingPunct="1">
              <a:defRPr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free(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  <a:ea typeface="新細明體" charset="-120"/>
                <a:cs typeface="Times New Roman" charset="0"/>
              </a:rPr>
              <a:t>foo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24515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4000" dirty="0">
                <a:ea typeface="新細明體" charset="-120"/>
              </a:rPr>
              <a:t>Allocating/Deallocating 2-D Arrays</a:t>
            </a:r>
            <a:endParaRPr lang="zh-TW" altLang="en-US" sz="4000" dirty="0">
              <a:ea typeface="新細明體" charset="-120"/>
            </a:endParaRPr>
          </a:p>
        </p:txBody>
      </p:sp>
      <p:sp>
        <p:nvSpPr>
          <p:cNvPr id="9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6E5091-73F9-4320-B2C0-78F98079F28E}" type="slidenum">
              <a:rPr lang="zh-TW" altLang="en-US"/>
              <a:pPr>
                <a:defRPr/>
              </a:pPr>
              <a:t>29</a:t>
            </a:fld>
            <a:endParaRPr lang="en-US" altLang="zh-TW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2436813" y="2806285"/>
            <a:ext cx="1641475" cy="385762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pointer to int</a:t>
            </a:r>
          </a:p>
        </p:txBody>
      </p:sp>
      <p:sp>
        <p:nvSpPr>
          <p:cNvPr id="88070" name="Rectangle 6"/>
          <p:cNvSpPr>
            <a:spLocks noChangeArrowheads="1"/>
          </p:cNvSpPr>
          <p:nvPr/>
        </p:nvSpPr>
        <p:spPr bwMode="auto">
          <a:xfrm>
            <a:off x="184150" y="2661822"/>
            <a:ext cx="654050" cy="385763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8071" name="Text Box 7"/>
          <p:cNvSpPr txBox="1">
            <a:spLocks noChangeArrowheads="1"/>
          </p:cNvSpPr>
          <p:nvPr/>
        </p:nvSpPr>
        <p:spPr bwMode="auto">
          <a:xfrm>
            <a:off x="107950" y="2204622"/>
            <a:ext cx="694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  <a:cs typeface="Times New Roman" charset="0"/>
              </a:rPr>
              <a:t>foo</a:t>
            </a:r>
          </a:p>
        </p:txBody>
      </p:sp>
      <p:sp>
        <p:nvSpPr>
          <p:cNvPr id="88072" name="Rectangle 8"/>
          <p:cNvSpPr>
            <a:spLocks noChangeArrowheads="1"/>
          </p:cNvSpPr>
          <p:nvPr/>
        </p:nvSpPr>
        <p:spPr bwMode="auto">
          <a:xfrm>
            <a:off x="2436813" y="3192047"/>
            <a:ext cx="1641475" cy="385763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pointer to int</a:t>
            </a: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8073" name="Rectangle 9"/>
          <p:cNvSpPr>
            <a:spLocks noChangeArrowheads="1"/>
          </p:cNvSpPr>
          <p:nvPr/>
        </p:nvSpPr>
        <p:spPr bwMode="auto">
          <a:xfrm>
            <a:off x="2436813" y="3577810"/>
            <a:ext cx="1641475" cy="385762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pointer to int</a:t>
            </a: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8074" name="Line 10"/>
          <p:cNvSpPr>
            <a:spLocks noChangeShapeType="1"/>
          </p:cNvSpPr>
          <p:nvPr/>
        </p:nvSpPr>
        <p:spPr bwMode="auto">
          <a:xfrm flipV="1">
            <a:off x="477838" y="2852322"/>
            <a:ext cx="19446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88075" name="Rectangle 11"/>
          <p:cNvSpPr>
            <a:spLocks noChangeArrowheads="1"/>
          </p:cNvSpPr>
          <p:nvPr/>
        </p:nvSpPr>
        <p:spPr bwMode="auto">
          <a:xfrm>
            <a:off x="3122613" y="4006435"/>
            <a:ext cx="248786" cy="49859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40000"/>
              </a:lnSpc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  <a:p>
            <a:pPr>
              <a:lnSpc>
                <a:spcPct val="40000"/>
              </a:lnSpc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  <a:p>
            <a:pPr>
              <a:lnSpc>
                <a:spcPct val="40000"/>
              </a:lnSpc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</p:txBody>
      </p:sp>
      <p:graphicFrame>
        <p:nvGraphicFramePr>
          <p:cNvPr id="88310" name="Group 246"/>
          <p:cNvGraphicFramePr>
            <a:graphicFrameLocks noGrp="1"/>
          </p:cNvGraphicFramePr>
          <p:nvPr/>
        </p:nvGraphicFramePr>
        <p:xfrm>
          <a:off x="2071688" y="980660"/>
          <a:ext cx="7000875" cy="792352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756691019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53182664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172665135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1745965884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804477059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3903736624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50909255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681742996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386579083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1921156977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151253412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3593500778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3165128137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35951414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3127601890"/>
                    </a:ext>
                  </a:extLst>
                </a:gridCol>
              </a:tblGrid>
              <a:tr h="39608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…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37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38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39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814815"/>
                  </a:ext>
                </a:extLst>
              </a:tr>
              <a:tr h="39608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292794"/>
                  </a:ext>
                </a:extLst>
              </a:tr>
            </a:tbl>
          </a:graphicData>
        </a:graphic>
      </p:graphicFrame>
      <p:sp>
        <p:nvSpPr>
          <p:cNvPr id="88245" name="Freeform 181"/>
          <p:cNvSpPr>
            <a:spLocks/>
          </p:cNvSpPr>
          <p:nvPr/>
        </p:nvSpPr>
        <p:spPr bwMode="auto">
          <a:xfrm>
            <a:off x="4140200" y="1772822"/>
            <a:ext cx="1068388" cy="1655763"/>
          </a:xfrm>
          <a:custGeom>
            <a:avLst/>
            <a:gdLst>
              <a:gd name="T0" fmla="*/ 0 w 673"/>
              <a:gd name="T1" fmla="*/ 1655763 h 1043"/>
              <a:gd name="T2" fmla="*/ 1008063 w 673"/>
              <a:gd name="T3" fmla="*/ 1368425 h 1043"/>
              <a:gd name="T4" fmla="*/ 360363 w 673"/>
              <a:gd name="T5" fmla="*/ 360363 h 1043"/>
              <a:gd name="T6" fmla="*/ 144463 w 673"/>
              <a:gd name="T7" fmla="*/ 0 h 104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73" h="1043">
                <a:moveTo>
                  <a:pt x="0" y="1043"/>
                </a:moveTo>
                <a:cubicBezTo>
                  <a:pt x="298" y="1020"/>
                  <a:pt x="597" y="998"/>
                  <a:pt x="635" y="862"/>
                </a:cubicBezTo>
                <a:cubicBezTo>
                  <a:pt x="673" y="726"/>
                  <a:pt x="318" y="371"/>
                  <a:pt x="227" y="227"/>
                </a:cubicBezTo>
                <a:cubicBezTo>
                  <a:pt x="136" y="83"/>
                  <a:pt x="113" y="41"/>
                  <a:pt x="91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88247" name="Rectangle 183"/>
          <p:cNvSpPr>
            <a:spLocks noChangeArrowheads="1"/>
          </p:cNvSpPr>
          <p:nvPr/>
        </p:nvSpPr>
        <p:spPr bwMode="auto">
          <a:xfrm>
            <a:off x="2436813" y="4509672"/>
            <a:ext cx="1641475" cy="385763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pointer to int</a:t>
            </a: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8248" name="Freeform 184"/>
          <p:cNvSpPr>
            <a:spLocks/>
          </p:cNvSpPr>
          <p:nvPr/>
        </p:nvSpPr>
        <p:spPr bwMode="auto">
          <a:xfrm>
            <a:off x="4078288" y="1772822"/>
            <a:ext cx="3384550" cy="2952750"/>
          </a:xfrm>
          <a:custGeom>
            <a:avLst/>
            <a:gdLst>
              <a:gd name="T0" fmla="*/ 0 w 2132"/>
              <a:gd name="T1" fmla="*/ 2952750 h 1860"/>
              <a:gd name="T2" fmla="*/ 2447925 w 2132"/>
              <a:gd name="T3" fmla="*/ 2305050 h 1860"/>
              <a:gd name="T4" fmla="*/ 3384550 w 2132"/>
              <a:gd name="T5" fmla="*/ 0 h 186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32" h="1860">
                <a:moveTo>
                  <a:pt x="0" y="1860"/>
                </a:moveTo>
                <a:cubicBezTo>
                  <a:pt x="593" y="1811"/>
                  <a:pt x="1187" y="1762"/>
                  <a:pt x="1542" y="1452"/>
                </a:cubicBezTo>
                <a:cubicBezTo>
                  <a:pt x="1897" y="1142"/>
                  <a:pt x="2014" y="571"/>
                  <a:pt x="2132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88250" name="Freeform 186"/>
          <p:cNvSpPr>
            <a:spLocks/>
          </p:cNvSpPr>
          <p:nvPr/>
        </p:nvSpPr>
        <p:spPr bwMode="auto">
          <a:xfrm>
            <a:off x="4078288" y="1772822"/>
            <a:ext cx="1944687" cy="2065338"/>
          </a:xfrm>
          <a:custGeom>
            <a:avLst/>
            <a:gdLst>
              <a:gd name="T0" fmla="*/ 0 w 1225"/>
              <a:gd name="T1" fmla="*/ 2016125 h 1301"/>
              <a:gd name="T2" fmla="*/ 1368425 w 1225"/>
              <a:gd name="T3" fmla="*/ 1728788 h 1301"/>
              <a:gd name="T4" fmla="*/ 1944687 w 1225"/>
              <a:gd name="T5" fmla="*/ 0 h 130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25" h="1301">
                <a:moveTo>
                  <a:pt x="0" y="1270"/>
                </a:moveTo>
                <a:cubicBezTo>
                  <a:pt x="329" y="1285"/>
                  <a:pt x="658" y="1301"/>
                  <a:pt x="862" y="1089"/>
                </a:cubicBezTo>
                <a:cubicBezTo>
                  <a:pt x="1066" y="877"/>
                  <a:pt x="1145" y="438"/>
                  <a:pt x="1225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88251" name="Freeform 187"/>
          <p:cNvSpPr>
            <a:spLocks/>
          </p:cNvSpPr>
          <p:nvPr/>
        </p:nvSpPr>
        <p:spPr bwMode="auto">
          <a:xfrm>
            <a:off x="2314575" y="1772822"/>
            <a:ext cx="2219325" cy="1223963"/>
          </a:xfrm>
          <a:custGeom>
            <a:avLst/>
            <a:gdLst>
              <a:gd name="T0" fmla="*/ 1763713 w 1398"/>
              <a:gd name="T1" fmla="*/ 1223963 h 771"/>
              <a:gd name="T2" fmla="*/ 1979613 w 1398"/>
              <a:gd name="T3" fmla="*/ 936625 h 771"/>
              <a:gd name="T4" fmla="*/ 323850 w 1398"/>
              <a:gd name="T5" fmla="*/ 504825 h 771"/>
              <a:gd name="T6" fmla="*/ 34925 w 1398"/>
              <a:gd name="T7" fmla="*/ 0 h 7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98" h="771">
                <a:moveTo>
                  <a:pt x="1111" y="771"/>
                </a:moveTo>
                <a:cubicBezTo>
                  <a:pt x="1254" y="718"/>
                  <a:pt x="1398" y="665"/>
                  <a:pt x="1247" y="590"/>
                </a:cubicBezTo>
                <a:cubicBezTo>
                  <a:pt x="1096" y="515"/>
                  <a:pt x="408" y="416"/>
                  <a:pt x="204" y="318"/>
                </a:cubicBezTo>
                <a:cubicBezTo>
                  <a:pt x="0" y="220"/>
                  <a:pt x="11" y="110"/>
                  <a:pt x="22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88311" name="Text Box 247"/>
          <p:cNvSpPr txBox="1">
            <a:spLocks noChangeArrowheads="1"/>
          </p:cNvSpPr>
          <p:nvPr/>
        </p:nvSpPr>
        <p:spPr bwMode="auto">
          <a:xfrm>
            <a:off x="179388" y="1052097"/>
            <a:ext cx="694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  <a:cs typeface="Times New Roman" charset="0"/>
              </a:rPr>
              <a:t>tmp</a:t>
            </a:r>
            <a:endParaRPr lang="en-US" altLang="zh-TW" sz="2400" b="0" dirty="0"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</p:txBody>
      </p:sp>
      <p:sp>
        <p:nvSpPr>
          <p:cNvPr id="88312" name="Rectangle 248"/>
          <p:cNvSpPr>
            <a:spLocks noChangeArrowheads="1"/>
          </p:cNvSpPr>
          <p:nvPr/>
        </p:nvSpPr>
        <p:spPr bwMode="auto">
          <a:xfrm>
            <a:off x="179388" y="1485485"/>
            <a:ext cx="792162" cy="385762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88313" name="Freeform 249"/>
          <p:cNvSpPr>
            <a:spLocks/>
          </p:cNvSpPr>
          <p:nvPr/>
        </p:nvSpPr>
        <p:spPr bwMode="auto">
          <a:xfrm>
            <a:off x="539750" y="1556922"/>
            <a:ext cx="1512888" cy="144463"/>
          </a:xfrm>
          <a:custGeom>
            <a:avLst/>
            <a:gdLst>
              <a:gd name="T0" fmla="*/ 0 w 953"/>
              <a:gd name="T1" fmla="*/ 144463 h 91"/>
              <a:gd name="T2" fmla="*/ 1512888 w 953"/>
              <a:gd name="T3" fmla="*/ 0 h 9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53" h="91">
                <a:moveTo>
                  <a:pt x="0" y="91"/>
                </a:moveTo>
                <a:cubicBezTo>
                  <a:pt x="0" y="91"/>
                  <a:pt x="476" y="45"/>
                  <a:pt x="953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88314" name="Text Box 250"/>
          <p:cNvSpPr txBox="1">
            <a:spLocks noChangeArrowheads="1"/>
          </p:cNvSpPr>
          <p:nvPr/>
        </p:nvSpPr>
        <p:spPr bwMode="auto">
          <a:xfrm>
            <a:off x="6159500" y="2780885"/>
            <a:ext cx="3609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88315" name="Text Box 251"/>
          <p:cNvSpPr txBox="1">
            <a:spLocks noChangeArrowheads="1"/>
          </p:cNvSpPr>
          <p:nvPr/>
        </p:nvSpPr>
        <p:spPr bwMode="auto">
          <a:xfrm>
            <a:off x="2038350" y="2815810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b="0" dirty="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88316" name="Text Box 252"/>
          <p:cNvSpPr txBox="1">
            <a:spLocks noChangeArrowheads="1"/>
          </p:cNvSpPr>
          <p:nvPr/>
        </p:nvSpPr>
        <p:spPr bwMode="auto">
          <a:xfrm>
            <a:off x="2038350" y="3201572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b="0" dirty="0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88317" name="Text Box 253"/>
          <p:cNvSpPr txBox="1">
            <a:spLocks noChangeArrowheads="1"/>
          </p:cNvSpPr>
          <p:nvPr/>
        </p:nvSpPr>
        <p:spPr bwMode="auto">
          <a:xfrm>
            <a:off x="2038350" y="3587335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b="0" dirty="0"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88318" name="Text Box 254"/>
          <p:cNvSpPr txBox="1">
            <a:spLocks noChangeArrowheads="1"/>
          </p:cNvSpPr>
          <p:nvPr/>
        </p:nvSpPr>
        <p:spPr bwMode="auto">
          <a:xfrm>
            <a:off x="2038350" y="4519197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b="0" dirty="0">
                <a:latin typeface="Calibri" panose="020F0502020204030204" pitchFamily="34" charset="0"/>
              </a:rPr>
              <a:t>9</a:t>
            </a:r>
          </a:p>
        </p:txBody>
      </p:sp>
      <p:sp>
        <p:nvSpPr>
          <p:cNvPr id="88319" name="AutoShape 255"/>
          <p:cNvSpPr>
            <a:spLocks noChangeArrowheads="1"/>
          </p:cNvSpPr>
          <p:nvPr/>
        </p:nvSpPr>
        <p:spPr bwMode="auto">
          <a:xfrm>
            <a:off x="621874" y="5231985"/>
            <a:ext cx="7900251" cy="919401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400" b="0" dirty="0">
                <a:latin typeface="Calibri" panose="020F0502020204030204" pitchFamily="34" charset="0"/>
              </a:rPr>
              <a:t>Allocate a 1-D array (</a:t>
            </a:r>
            <a:r>
              <a:rPr lang="en-US" altLang="zh-TW" sz="2400" b="0" dirty="0" err="1">
                <a:latin typeface="Consolas" panose="020B0609020204030204" pitchFamily="49" charset="0"/>
              </a:rPr>
              <a:t>tmp</a:t>
            </a:r>
            <a:r>
              <a:rPr lang="en-US" altLang="zh-TW" sz="2400" b="0" dirty="0">
                <a:latin typeface="Calibri" panose="020F0502020204030204" pitchFamily="34" charset="0"/>
              </a:rPr>
              <a:t>) big enough for </a:t>
            </a:r>
            <a:r>
              <a:rPr lang="en-US" altLang="zh-TW" sz="2400" b="0" u="sng" dirty="0">
                <a:latin typeface="Calibri" panose="020F0502020204030204" pitchFamily="34" charset="0"/>
              </a:rPr>
              <a:t>all</a:t>
            </a:r>
            <a:r>
              <a:rPr lang="en-US" altLang="zh-TW" sz="2400" b="0" dirty="0">
                <a:latin typeface="Calibri" panose="020F0502020204030204" pitchFamily="34" charset="0"/>
              </a:rPr>
              <a:t> elements in the</a:t>
            </a:r>
          </a:p>
          <a:p>
            <a:pPr algn="ctr">
              <a:defRPr/>
            </a:pPr>
            <a:r>
              <a:rPr lang="en-US" altLang="zh-TW" sz="2400" b="0" dirty="0">
                <a:latin typeface="Calibri" panose="020F0502020204030204" pitchFamily="34" charset="0"/>
              </a:rPr>
              <a:t>2-D array and then share the space among all rows</a:t>
            </a:r>
          </a:p>
        </p:txBody>
      </p:sp>
      <p:sp>
        <p:nvSpPr>
          <p:cNvPr id="88320" name="Rectangle 256"/>
          <p:cNvSpPr>
            <a:spLocks noChangeArrowheads="1"/>
          </p:cNvSpPr>
          <p:nvPr/>
        </p:nvSpPr>
        <p:spPr bwMode="auto">
          <a:xfrm>
            <a:off x="2066925" y="4006435"/>
            <a:ext cx="248786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40000"/>
              </a:lnSpc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  <a:p>
            <a:pPr>
              <a:lnSpc>
                <a:spcPct val="40000"/>
              </a:lnSpc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  <a:p>
            <a:pPr>
              <a:lnSpc>
                <a:spcPct val="40000"/>
              </a:lnSpc>
              <a:defRPr/>
            </a:pPr>
            <a:r>
              <a:rPr lang="en-US" altLang="zh-TW" sz="2000" b="0" dirty="0">
                <a:latin typeface="Calibri" panose="020F0502020204030204" pitchFamily="34" charset="0"/>
                <a:ea typeface="新細明體" charset="-120"/>
                <a:cs typeface="Times New Roman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5068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457200" y="169863"/>
            <a:ext cx="8686800" cy="6692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#include &lt;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stdio.h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&gt;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#include &lt;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stdlib.h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&gt;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typedef struct {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double x, y;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} Coordinates;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int main(void) {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Coordinates </a:t>
            </a:r>
            <a:r>
              <a:rPr lang="en-US" altLang="zh-TW" b="0" dirty="0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point1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= {3.4, -5.9}, </a:t>
            </a:r>
            <a:r>
              <a:rPr lang="en-US" altLang="zh-TW" b="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</a:rPr>
              <a:t>*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= &amp;point1;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-&gt;x = 3.458;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-&gt;y = -5.967;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b="0" dirty="0" err="1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= (Coordinates *)malloc( </a:t>
            </a:r>
            <a:r>
              <a:rPr lang="en-US" altLang="zh-TW" b="0" dirty="0" err="1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sizeof</a:t>
            </a: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(Coordinates) );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if (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== NULL )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   return 0;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-&gt;x = 47.57;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b="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-&gt;y = 23.45;</a:t>
            </a:r>
          </a:p>
          <a:p>
            <a:pPr>
              <a:defRPr/>
            </a:pPr>
            <a:endParaRPr lang="en-US" altLang="zh-TW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  free(</a:t>
            </a:r>
            <a:r>
              <a:rPr lang="en-US" altLang="zh-TW" b="0" dirty="0" err="1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);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   return 0;</a:t>
            </a:r>
          </a:p>
          <a:p>
            <a:pPr>
              <a:defRPr/>
            </a:pPr>
            <a:r>
              <a:rPr lang="en-US" altLang="zh-TW" b="0" dirty="0">
                <a:latin typeface="Consolas" panose="020B0609020204030204" pitchFamily="49" charset="0"/>
                <a:ea typeface="新細明體" charset="-120"/>
              </a:rPr>
              <a:t>}</a:t>
            </a:r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8BBA4C-BF7B-4B57-B02E-5C031A0834FB}" type="slidenum">
              <a:rPr lang="zh-TW" altLang="en-US"/>
              <a:pPr>
                <a:defRPr/>
              </a:pPr>
              <a:t>30</a:t>
            </a:fld>
            <a:endParaRPr lang="en-US" altLang="zh-TW"/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457200" y="1000125"/>
            <a:ext cx="8305800" cy="91598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r">
              <a:defRPr/>
            </a:pPr>
            <a:endParaRPr lang="en-US" altLang="zh-TW" b="0" dirty="0">
              <a:solidFill>
                <a:srgbClr val="009900"/>
              </a:solidFill>
              <a:latin typeface="Calibri" panose="020F0502020204030204" pitchFamily="34" charset="0"/>
              <a:ea typeface="新細明體" charset="-120"/>
            </a:endParaRPr>
          </a:p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Define a structure type */</a:t>
            </a:r>
          </a:p>
          <a:p>
            <a:pPr algn="r">
              <a:defRPr/>
            </a:pPr>
            <a:endParaRPr lang="en-US" altLang="zh-TW" b="0" dirty="0">
              <a:solidFill>
                <a:srgbClr val="009900"/>
              </a:solidFill>
              <a:latin typeface="Calibri" panose="020F0502020204030204" pitchFamily="34" charset="0"/>
              <a:ea typeface="新細明體" charset="-120"/>
            </a:endParaRPr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827088" y="2725738"/>
            <a:ext cx="8316912" cy="228600"/>
          </a:xfrm>
          <a:prstGeom prst="rect">
            <a:avLst/>
          </a:prstGeom>
          <a:solidFill>
            <a:srgbClr val="00CCFF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Declare a structure </a:t>
            </a:r>
            <a:r>
              <a:rPr lang="en-US" altLang="zh-TW" b="0" dirty="0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point1</a:t>
            </a: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 and a pointer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 */</a:t>
            </a:r>
          </a:p>
        </p:txBody>
      </p:sp>
      <p:sp>
        <p:nvSpPr>
          <p:cNvPr id="43015" name="Rectangle 7"/>
          <p:cNvSpPr>
            <a:spLocks noChangeArrowheads="1"/>
          </p:cNvSpPr>
          <p:nvPr/>
        </p:nvSpPr>
        <p:spPr bwMode="auto">
          <a:xfrm>
            <a:off x="827088" y="3213100"/>
            <a:ext cx="8316912" cy="576263"/>
          </a:xfrm>
          <a:prstGeom prst="rect">
            <a:avLst/>
          </a:prstGeom>
          <a:solidFill>
            <a:srgbClr val="FF33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Modify </a:t>
            </a:r>
            <a:r>
              <a:rPr lang="en-US" altLang="zh-TW" b="0" dirty="0">
                <a:solidFill>
                  <a:schemeClr val="folHlink"/>
                </a:solidFill>
                <a:latin typeface="Consolas" panose="020B0609020204030204" pitchFamily="49" charset="0"/>
                <a:ea typeface="新細明體" charset="-120"/>
              </a:rPr>
              <a:t>point1</a:t>
            </a: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 via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 */</a:t>
            </a:r>
          </a:p>
        </p:txBody>
      </p:sp>
      <p:sp>
        <p:nvSpPr>
          <p:cNvPr id="43019" name="Rectangle 11"/>
          <p:cNvSpPr>
            <a:spLocks noChangeArrowheads="1"/>
          </p:cNvSpPr>
          <p:nvPr/>
        </p:nvSpPr>
        <p:spPr bwMode="auto">
          <a:xfrm>
            <a:off x="827088" y="2420938"/>
            <a:ext cx="8316912" cy="304800"/>
          </a:xfrm>
          <a:prstGeom prst="rect">
            <a:avLst/>
          </a:prstGeom>
          <a:solidFill>
            <a:srgbClr val="00CCFF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endParaRPr lang="en-US" altLang="zh-TW" b="0" dirty="0">
              <a:latin typeface="Calibri" panose="020F0502020204030204" pitchFamily="34" charset="0"/>
              <a:ea typeface="新細明體" charset="-120"/>
            </a:endParaRPr>
          </a:p>
        </p:txBody>
      </p:sp>
      <p:sp>
        <p:nvSpPr>
          <p:cNvPr id="43020" name="Rectangle 12"/>
          <p:cNvSpPr>
            <a:spLocks noChangeArrowheads="1"/>
          </p:cNvSpPr>
          <p:nvPr/>
        </p:nvSpPr>
        <p:spPr bwMode="auto">
          <a:xfrm>
            <a:off x="827088" y="4005263"/>
            <a:ext cx="8316912" cy="1728787"/>
          </a:xfrm>
          <a:prstGeom prst="rect">
            <a:avLst/>
          </a:prstGeom>
          <a:solidFill>
            <a:srgbClr val="FFCC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r">
              <a:defRPr/>
            </a:pPr>
            <a:endParaRPr lang="en-US" altLang="zh-TW" b="0" dirty="0">
              <a:latin typeface="Calibri" panose="020F0502020204030204" pitchFamily="34" charset="0"/>
              <a:ea typeface="新細明體" charset="-120"/>
            </a:endParaRPr>
          </a:p>
          <a:p>
            <a:pPr algn="r">
              <a:defRPr/>
            </a:pPr>
            <a:endParaRPr lang="en-US" altLang="zh-TW" b="0" dirty="0">
              <a:latin typeface="Calibri" panose="020F0502020204030204" pitchFamily="34" charset="0"/>
              <a:ea typeface="新細明體" charset="-120"/>
            </a:endParaRPr>
          </a:p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Create </a:t>
            </a:r>
            <a:r>
              <a:rPr lang="en-US" altLang="zh-TW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ANOTHER</a:t>
            </a: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 structure </a:t>
            </a:r>
            <a:r>
              <a:rPr lang="en-US" altLang="zh-TW" i="1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dynamically</a:t>
            </a: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 and manipulate it */</a:t>
            </a:r>
          </a:p>
        </p:txBody>
      </p:sp>
      <p:sp>
        <p:nvSpPr>
          <p:cNvPr id="43021" name="Rectangle 13"/>
          <p:cNvSpPr>
            <a:spLocks noChangeArrowheads="1"/>
          </p:cNvSpPr>
          <p:nvPr/>
        </p:nvSpPr>
        <p:spPr bwMode="auto">
          <a:xfrm>
            <a:off x="827088" y="5949950"/>
            <a:ext cx="8316912" cy="304800"/>
          </a:xfrm>
          <a:prstGeom prst="rect">
            <a:avLst/>
          </a:prstGeom>
          <a:solidFill>
            <a:srgbClr val="FF33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TW" b="0" dirty="0">
                <a:solidFill>
                  <a:srgbClr val="009900"/>
                </a:solidFill>
                <a:latin typeface="Calibri" panose="020F0502020204030204" pitchFamily="34" charset="0"/>
                <a:ea typeface="新細明體" charset="-120"/>
              </a:rPr>
              <a:t>/* Free it after use */</a:t>
            </a:r>
            <a:endParaRPr lang="en-US" altLang="zh-TW" b="0" dirty="0">
              <a:solidFill>
                <a:srgbClr val="009900"/>
              </a:solidFill>
              <a:latin typeface="Consolas" panose="020B0609020204030204" pitchFamily="49" charset="0"/>
              <a:ea typeface="新細明體" charset="-120"/>
            </a:endParaRP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-4763" y="169863"/>
            <a:ext cx="461963" cy="6692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Ins="0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1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4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Times New Roman" charset="0"/>
            </a:endParaRP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5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6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7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8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 9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10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11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12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13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14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15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16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17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18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19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20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21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22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23</a:t>
            </a:r>
          </a:p>
          <a:p>
            <a:pPr eaLnBrk="1" hangingPunct="1">
              <a:defRPr/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Times New Roman" charset="0"/>
              </a:rPr>
              <a:t>24</a:t>
            </a:r>
          </a:p>
        </p:txBody>
      </p:sp>
      <p:sp>
        <p:nvSpPr>
          <p:cNvPr id="43017" name="Rectangle 9"/>
          <p:cNvSpPr>
            <a:spLocks noGrp="1" noChangeArrowheads="1"/>
          </p:cNvSpPr>
          <p:nvPr>
            <p:ph type="title"/>
          </p:nvPr>
        </p:nvSpPr>
        <p:spPr>
          <a:xfrm>
            <a:off x="3203810" y="254000"/>
            <a:ext cx="5832240" cy="600075"/>
          </a:xfrm>
          <a:ln w="38100">
            <a:noFill/>
          </a:ln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zh-TW" sz="3600" b="1" dirty="0">
                <a:ea typeface="新細明體" charset="-120"/>
              </a:rPr>
              <a:t>Dynamic Memory for Structures</a:t>
            </a:r>
            <a:endParaRPr lang="zh-TW" altLang="en-US" sz="3600" b="1" dirty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258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0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30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30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30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30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301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0" grpId="0" animBg="1"/>
      <p:bldP spid="4302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4000" dirty="0">
                <a:ea typeface="新細明體"/>
              </a:rPr>
              <a:t>Self-Referential Structures</a:t>
            </a:r>
            <a:endParaRPr lang="en-US" altLang="zh-TW" sz="2400" dirty="0">
              <a:solidFill>
                <a:srgbClr val="FF0000"/>
              </a:solidFill>
              <a:ea typeface="新細明體" charset="-120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ea typeface="新細明體" charset="-120"/>
              </a:rPr>
              <a:t>A self-referential structure is a structure that contains a pointer member that points to a structure of the same structure type.</a:t>
            </a:r>
          </a:p>
          <a:p>
            <a:pPr lvl="4">
              <a:defRPr/>
            </a:pPr>
            <a:endParaRPr lang="en-US" altLang="zh-TW" dirty="0">
              <a:ea typeface="新細明體" charset="-120"/>
            </a:endParaRPr>
          </a:p>
          <a:p>
            <a:pPr>
              <a:defRPr/>
            </a:pPr>
            <a:r>
              <a:rPr lang="en-US" altLang="zh-TW" dirty="0">
                <a:ea typeface="新細明體" charset="-120"/>
              </a:rPr>
              <a:t>Example: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3C2067-3F40-4234-9C1A-3CF2A0CCD7F5}" type="slidenum">
              <a:rPr lang="zh-TW" altLang="en-US"/>
              <a:pPr>
                <a:defRPr/>
              </a:pPr>
              <a:t>31</a:t>
            </a:fld>
            <a:endParaRPr lang="en-US" altLang="zh-TW"/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2284413" y="4292600"/>
            <a:ext cx="4262705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struct node {</a:t>
            </a:r>
          </a:p>
          <a:p>
            <a:pPr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   int </a:t>
            </a:r>
            <a:r>
              <a:rPr lang="en-US" altLang="zh-TW" sz="2400" b="0" dirty="0"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data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sz="24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struct node *</a:t>
            </a:r>
            <a:r>
              <a:rPr lang="en-US" altLang="zh-TW" sz="24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nextptr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};</a:t>
            </a:r>
          </a:p>
        </p:txBody>
      </p:sp>
      <p:sp>
        <p:nvSpPr>
          <p:cNvPr id="57349" name="Line 5"/>
          <p:cNvSpPr>
            <a:spLocks noChangeShapeType="1"/>
          </p:cNvSpPr>
          <p:nvPr/>
        </p:nvSpPr>
        <p:spPr bwMode="auto">
          <a:xfrm>
            <a:off x="1674813" y="4292600"/>
            <a:ext cx="665162" cy="2159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57350" name="Line 6"/>
          <p:cNvSpPr>
            <a:spLocks noChangeShapeType="1"/>
          </p:cNvSpPr>
          <p:nvPr/>
        </p:nvSpPr>
        <p:spPr bwMode="auto">
          <a:xfrm>
            <a:off x="2195513" y="5013325"/>
            <a:ext cx="665162" cy="2159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413942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4000" dirty="0">
                <a:ea typeface="新細明體"/>
              </a:rPr>
              <a:t>Self-Referential Structures</a:t>
            </a:r>
            <a:endParaRPr lang="en-US" altLang="zh-TW" sz="2400" dirty="0">
              <a:ea typeface="新細明體" charset="-120"/>
            </a:endParaRPr>
          </a:p>
        </p:txBody>
      </p:sp>
      <p:graphicFrame>
        <p:nvGraphicFramePr>
          <p:cNvPr id="58391" name="Group 2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4363204"/>
              </p:ext>
            </p:extLst>
          </p:nvPr>
        </p:nvGraphicFramePr>
        <p:xfrm>
          <a:off x="2483710" y="4960063"/>
          <a:ext cx="1079500" cy="457200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5E260F-3A0B-4267-B612-5C83FB7BD912}" type="slidenum">
              <a:rPr lang="zh-TW" altLang="en-US"/>
              <a:pPr>
                <a:defRPr/>
              </a:pPr>
              <a:t>32</a:t>
            </a:fld>
            <a:endParaRPr lang="en-US" altLang="zh-TW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124680"/>
            <a:ext cx="9144000" cy="5006245"/>
          </a:xfrm>
        </p:spPr>
        <p:txBody>
          <a:bodyPr/>
          <a:lstStyle/>
          <a:p>
            <a:pPr>
              <a:defRPr/>
            </a:pPr>
            <a:endParaRPr lang="en-US" altLang="zh-TW" dirty="0">
              <a:ea typeface="新細明體" charset="-120"/>
            </a:endParaRPr>
          </a:p>
          <a:p>
            <a:pPr>
              <a:defRPr/>
            </a:pPr>
            <a:endParaRPr lang="en-US" altLang="zh-TW" dirty="0">
              <a:ea typeface="新細明體" charset="-120"/>
            </a:endParaRPr>
          </a:p>
          <a:p>
            <a:pPr>
              <a:defRPr/>
            </a:pPr>
            <a:endParaRPr lang="en-US" altLang="zh-TW" dirty="0">
              <a:ea typeface="新細明體" charset="-120"/>
            </a:endParaRPr>
          </a:p>
          <a:p>
            <a:pPr>
              <a:defRPr/>
            </a:pPr>
            <a:endParaRPr lang="en-US" altLang="zh-TW" dirty="0">
              <a:ea typeface="新細明體" charset="-120"/>
            </a:endParaRPr>
          </a:p>
          <a:p>
            <a:pPr>
              <a:defRPr/>
            </a:pPr>
            <a:r>
              <a:rPr lang="en-US" altLang="zh-TW" dirty="0">
                <a:ea typeface="新細明體" charset="-120"/>
              </a:rPr>
              <a:t>The member </a:t>
            </a:r>
            <a:r>
              <a:rPr lang="en-US" altLang="zh-TW" dirty="0" err="1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nextptr</a:t>
            </a:r>
            <a:r>
              <a:rPr lang="en-US" altLang="zh-TW" dirty="0">
                <a:ea typeface="新細明體" charset="-120"/>
              </a:rPr>
              <a:t> can be used as a link to "tie" a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struct node</a:t>
            </a:r>
            <a:r>
              <a:rPr lang="en-US" altLang="zh-TW" dirty="0">
                <a:ea typeface="新細明體" charset="-120"/>
              </a:rPr>
              <a:t> structure to another structure of the same type.</a:t>
            </a:r>
          </a:p>
        </p:txBody>
      </p:sp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2224747" y="1372640"/>
            <a:ext cx="4262705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struct node {</a:t>
            </a:r>
          </a:p>
          <a:p>
            <a:pPr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   int </a:t>
            </a:r>
            <a:r>
              <a:rPr lang="en-US" altLang="zh-TW" sz="2400" b="0" dirty="0"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data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sz="24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struct node *</a:t>
            </a:r>
            <a:r>
              <a:rPr lang="en-US" altLang="zh-TW" sz="24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nextptr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};</a:t>
            </a:r>
          </a:p>
        </p:txBody>
      </p:sp>
      <p:graphicFrame>
        <p:nvGraphicFramePr>
          <p:cNvPr id="58393" name="Group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424111"/>
              </p:ext>
            </p:extLst>
          </p:nvPr>
        </p:nvGraphicFramePr>
        <p:xfrm>
          <a:off x="4283935" y="4960063"/>
          <a:ext cx="1079500" cy="457200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02" name="Text Box 34"/>
          <p:cNvSpPr txBox="1">
            <a:spLocks noChangeArrowheads="1"/>
          </p:cNvSpPr>
          <p:nvPr/>
        </p:nvSpPr>
        <p:spPr bwMode="auto">
          <a:xfrm>
            <a:off x="6136548" y="4834650"/>
            <a:ext cx="39786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>
                <a:latin typeface="Calibri" panose="020F0502020204030204" pitchFamily="34" charset="0"/>
                <a:ea typeface="新細明體" charset="-120"/>
              </a:rPr>
              <a:t>…</a:t>
            </a:r>
          </a:p>
        </p:txBody>
      </p:sp>
      <p:sp>
        <p:nvSpPr>
          <p:cNvPr id="58403" name="Text Box 35"/>
          <p:cNvSpPr txBox="1">
            <a:spLocks noChangeArrowheads="1"/>
          </p:cNvSpPr>
          <p:nvPr/>
        </p:nvSpPr>
        <p:spPr bwMode="auto">
          <a:xfrm>
            <a:off x="2732948" y="5415675"/>
            <a:ext cx="5245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n1</a:t>
            </a:r>
          </a:p>
        </p:txBody>
      </p:sp>
      <p:sp>
        <p:nvSpPr>
          <p:cNvPr id="58404" name="Text Box 36"/>
          <p:cNvSpPr txBox="1">
            <a:spLocks noChangeArrowheads="1"/>
          </p:cNvSpPr>
          <p:nvPr/>
        </p:nvSpPr>
        <p:spPr bwMode="auto">
          <a:xfrm>
            <a:off x="4526823" y="5415675"/>
            <a:ext cx="5245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n2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50179B76-F6DC-2347-0021-358D2AD23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024" y="4957243"/>
            <a:ext cx="563186" cy="461665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81E8431E-32BB-592B-F9A8-E3A4ACF95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924" y="4961832"/>
            <a:ext cx="563186" cy="461665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TW" sz="2400" b="0" dirty="0">
              <a:latin typeface="Calibri" panose="020F0502020204030204" pitchFamily="34" charset="0"/>
              <a:ea typeface="新細明體" charset="-120"/>
              <a:cs typeface="Times New Roman" charset="0"/>
            </a:endParaRPr>
          </a:p>
        </p:txBody>
      </p:sp>
      <p:sp>
        <p:nvSpPr>
          <p:cNvPr id="58392" name="Line 24"/>
          <p:cNvSpPr>
            <a:spLocks noChangeShapeType="1"/>
          </p:cNvSpPr>
          <p:nvPr/>
        </p:nvSpPr>
        <p:spPr bwMode="auto">
          <a:xfrm>
            <a:off x="3275873" y="5175963"/>
            <a:ext cx="10080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  <p:sp>
        <p:nvSpPr>
          <p:cNvPr id="58401" name="Line 33"/>
          <p:cNvSpPr>
            <a:spLocks noChangeShapeType="1"/>
          </p:cNvSpPr>
          <p:nvPr/>
        </p:nvSpPr>
        <p:spPr bwMode="auto">
          <a:xfrm>
            <a:off x="5076098" y="5175963"/>
            <a:ext cx="10080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b="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94101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9" name="Rectangle 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4000" dirty="0">
                <a:ea typeface="新細明體"/>
              </a:rPr>
              <a:t>Self-Referential Structures</a:t>
            </a:r>
            <a:endParaRPr lang="en-US" altLang="zh-TW" sz="4000" dirty="0">
              <a:ea typeface="新細明體" charset="-120"/>
            </a:endParaRPr>
          </a:p>
        </p:txBody>
      </p:sp>
      <p:sp>
        <p:nvSpPr>
          <p:cNvPr id="61450" name="Rectangle 10"/>
          <p:cNvSpPr>
            <a:spLocks noGrp="1" noChangeArrowheads="1"/>
          </p:cNvSpPr>
          <p:nvPr>
            <p:ph idx="1"/>
          </p:nvPr>
        </p:nvSpPr>
        <p:spPr>
          <a:xfrm>
            <a:off x="4859338" y="1600200"/>
            <a:ext cx="3827462" cy="4530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TW" sz="32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NULL</a:t>
            </a:r>
            <a:r>
              <a:rPr lang="en-US" altLang="zh-TW" sz="3200" dirty="0">
                <a:ea typeface="新細明體" charset="-120"/>
              </a:rPr>
              <a:t> is used when the pointer points to nothing.</a:t>
            </a:r>
          </a:p>
          <a:p>
            <a:pPr>
              <a:lnSpc>
                <a:spcPct val="90000"/>
              </a:lnSpc>
              <a:defRPr/>
            </a:pPr>
            <a:endParaRPr lang="en-US" altLang="zh-TW" sz="3200" dirty="0">
              <a:ea typeface="新細明體" charset="-12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TW" sz="3200" dirty="0">
                <a:ea typeface="新細明體" charset="-120"/>
              </a:rPr>
              <a:t>Self-referential structures can form useful data structures like lists, queues, …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2B38C1-CE49-47B3-AB86-2971BA624CB7}" type="slidenum">
              <a:rPr lang="zh-TW" altLang="en-US"/>
              <a:pPr>
                <a:defRPr/>
              </a:pPr>
              <a:t>33</a:t>
            </a:fld>
            <a:endParaRPr lang="en-US" altLang="zh-TW"/>
          </a:p>
        </p:txBody>
      </p:sp>
      <p:sp>
        <p:nvSpPr>
          <p:cNvPr id="61445" name="Text Box 5"/>
          <p:cNvSpPr txBox="1">
            <a:spLocks noChangeArrowheads="1"/>
          </p:cNvSpPr>
          <p:nvPr/>
        </p:nvSpPr>
        <p:spPr bwMode="auto">
          <a:xfrm>
            <a:off x="481853" y="942879"/>
            <a:ext cx="3570208" cy="563231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charset="-12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&gt;</a:t>
            </a:r>
          </a:p>
          <a:p>
            <a:pPr>
              <a:defRPr/>
            </a:pPr>
            <a:endParaRPr lang="en-US" altLang="zh-TW" sz="2000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struct node {</a:t>
            </a:r>
          </a:p>
          <a:p>
            <a:pPr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  int data;</a:t>
            </a:r>
          </a:p>
          <a:p>
            <a:pPr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struct node *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nextptr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};</a:t>
            </a:r>
          </a:p>
          <a:p>
            <a:pPr>
              <a:defRPr/>
            </a:pPr>
            <a:endParaRPr lang="en-US" altLang="zh-TW" sz="2000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int main(void) {</a:t>
            </a:r>
          </a:p>
          <a:p>
            <a:pPr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  struct node n1, n2;</a:t>
            </a:r>
          </a:p>
          <a:p>
            <a:pPr>
              <a:defRPr/>
            </a:pPr>
            <a:endParaRPr lang="en-US" altLang="zh-TW" sz="2000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  n1.data = 15;</a:t>
            </a:r>
          </a:p>
          <a:p>
            <a:pPr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  n1.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nextptr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= &amp;n2;</a:t>
            </a:r>
          </a:p>
          <a:p>
            <a:pPr>
              <a:defRPr/>
            </a:pPr>
            <a:endParaRPr lang="en-US" altLang="zh-TW" sz="2000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  n2.data = 30;</a:t>
            </a:r>
          </a:p>
          <a:p>
            <a:pPr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  n2.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nextptr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= NULL;</a:t>
            </a:r>
          </a:p>
          <a:p>
            <a:pPr>
              <a:defRPr/>
            </a:pPr>
            <a:endParaRPr lang="en-US" altLang="zh-TW" sz="2000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  return 0;</a:t>
            </a:r>
          </a:p>
          <a:p>
            <a:pPr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}</a:t>
            </a:r>
          </a:p>
        </p:txBody>
      </p:sp>
      <p:sp>
        <p:nvSpPr>
          <p:cNvPr id="61451" name="Text Box 11"/>
          <p:cNvSpPr txBox="1">
            <a:spLocks noChangeArrowheads="1"/>
          </p:cNvSpPr>
          <p:nvPr/>
        </p:nvSpPr>
        <p:spPr bwMode="auto">
          <a:xfrm>
            <a:off x="15059" y="942879"/>
            <a:ext cx="466794" cy="563231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</a:t>
            </a:r>
          </a:p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2</a:t>
            </a:r>
          </a:p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3</a:t>
            </a:r>
          </a:p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4</a:t>
            </a:r>
          </a:p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5</a:t>
            </a:r>
          </a:p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6</a:t>
            </a:r>
          </a:p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7</a:t>
            </a:r>
          </a:p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8</a:t>
            </a:r>
          </a:p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9</a:t>
            </a:r>
          </a:p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10</a:t>
            </a:r>
          </a:p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11</a:t>
            </a:r>
          </a:p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12</a:t>
            </a:r>
          </a:p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13</a:t>
            </a:r>
          </a:p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14</a:t>
            </a:r>
          </a:p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15</a:t>
            </a:r>
          </a:p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16</a:t>
            </a:r>
          </a:p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17</a:t>
            </a:r>
          </a:p>
          <a:p>
            <a:pPr algn="r"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90199661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4000" dirty="0">
                <a:ea typeface="新細明體"/>
              </a:rPr>
              <a:t>Self-Referential Structures</a:t>
            </a:r>
            <a:endParaRPr lang="zh-TW" altLang="en-US" sz="2400" dirty="0">
              <a:solidFill>
                <a:srgbClr val="FF0000"/>
              </a:solidFill>
              <a:ea typeface="新細明體" charset="-120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3200" dirty="0">
                <a:ea typeface="新細明體" charset="-120"/>
              </a:rPr>
              <a:t>Dynamic memory allocation can be used such that a data structure contains varying number of nodes as required.</a:t>
            </a:r>
          </a:p>
          <a:p>
            <a:pPr>
              <a:defRPr/>
            </a:pPr>
            <a:endParaRPr lang="en-US" altLang="zh-TW" sz="3200" dirty="0">
              <a:ea typeface="新細明體" charset="-120"/>
            </a:endParaRPr>
          </a:p>
          <a:p>
            <a:pPr>
              <a:defRPr/>
            </a:pPr>
            <a:r>
              <a:rPr lang="en-US" altLang="zh-TW" sz="3200" dirty="0">
                <a:ea typeface="新細明體" charset="-120"/>
              </a:rPr>
              <a:t>A node can be created dynamically when needed.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80F96A-E3D1-41FB-BBFE-7C9929517116}" type="slidenum">
              <a:rPr lang="zh-TW" altLang="en-US"/>
              <a:pPr>
                <a:defRPr/>
              </a:pPr>
              <a:t>34</a:t>
            </a:fld>
            <a:endParaRPr lang="en-US" altLang="zh-TW"/>
          </a:p>
        </p:txBody>
      </p:sp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458148" y="3933070"/>
            <a:ext cx="851066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struct node *</a:t>
            </a:r>
            <a:r>
              <a:rPr lang="en-US" altLang="zh-TW" sz="24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defRPr/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……</a:t>
            </a:r>
          </a:p>
          <a:p>
            <a:pPr>
              <a:defRPr/>
            </a:pPr>
            <a:r>
              <a:rPr lang="en-US" altLang="zh-TW" sz="24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 = (</a:t>
            </a:r>
            <a:r>
              <a:rPr lang="en-US" altLang="zh-TW" sz="24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struct node *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)malloc(</a:t>
            </a:r>
            <a:r>
              <a:rPr lang="en-US" altLang="zh-TW" sz="2400" b="0" dirty="0" err="1">
                <a:latin typeface="Consolas" panose="020B0609020204030204" pitchFamily="49" charset="0"/>
                <a:ea typeface="新細明體" charset="-120"/>
              </a:rPr>
              <a:t>sizeof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</a:rPr>
              <a:t>(struct node));</a:t>
            </a:r>
          </a:p>
        </p:txBody>
      </p:sp>
    </p:spTree>
    <p:extLst>
      <p:ext uri="{BB962C8B-B14F-4D97-AF65-F5344CB8AC3E}">
        <p14:creationId xmlns:p14="http://schemas.microsoft.com/office/powerpoint/2010/main" val="3915131532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8451AF-171D-4BAA-863E-6FBA5F9C13B0}" type="slidenum">
              <a:rPr lang="zh-TW" altLang="en-US"/>
              <a:pPr>
                <a:defRPr/>
              </a:pPr>
              <a:t>35</a:t>
            </a:fld>
            <a:endParaRPr lang="en-US" altLang="zh-TW"/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498475" y="0"/>
            <a:ext cx="8645525" cy="682109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charset="-12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&gt;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charset="-120"/>
              </a:rPr>
              <a:t>stdlib.h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&gt;</a:t>
            </a:r>
          </a:p>
          <a:p>
            <a:pPr>
              <a:lnSpc>
                <a:spcPct val="95000"/>
              </a:lnSpc>
              <a:defRPr/>
            </a:pPr>
            <a:endParaRPr lang="en-US" altLang="zh-TW" sz="2000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struct node {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  int data;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struct node *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nextptr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};</a:t>
            </a:r>
          </a:p>
          <a:p>
            <a:pPr>
              <a:lnSpc>
                <a:spcPct val="95000"/>
              </a:lnSpc>
              <a:defRPr/>
            </a:pPr>
            <a:endParaRPr lang="en-US" altLang="zh-TW" sz="2000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int main(void) {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struct node 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n1,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*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lnSpc>
                <a:spcPct val="95000"/>
              </a:lnSpc>
              <a:defRPr/>
            </a:pPr>
            <a:endParaRPr lang="en-US" altLang="zh-TW" sz="2000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  n1.data = 15;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  n1.nextptr = NULL;</a:t>
            </a:r>
          </a:p>
          <a:p>
            <a:pPr>
              <a:lnSpc>
                <a:spcPct val="95000"/>
              </a:lnSpc>
              <a:defRPr/>
            </a:pPr>
            <a:endParaRPr lang="en-US" altLang="zh-TW" sz="2000" b="0" dirty="0"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sz="2000" b="0" dirty="0" err="1">
                <a:solidFill>
                  <a:srgbClr val="FF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= (</a:t>
            </a:r>
            <a:r>
              <a:rPr lang="en-US" altLang="zh-TW" sz="2000" b="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charset="-120"/>
              </a:rPr>
              <a:t>struct node *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)malloc(</a:t>
            </a:r>
            <a:r>
              <a:rPr lang="en-US" altLang="zh-TW" sz="2000" b="0" dirty="0" err="1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sizeof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(struct node));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sz="2000" b="0" dirty="0" err="1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-&gt;</a:t>
            </a:r>
            <a:r>
              <a:rPr lang="en-US" altLang="zh-TW" sz="2000" b="0" dirty="0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charset="-120"/>
              </a:rPr>
              <a:t>data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= 30;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sz="2000" b="0" dirty="0" err="1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-&gt;</a:t>
            </a:r>
            <a:r>
              <a:rPr lang="en-US" altLang="zh-TW" sz="2000" b="0" dirty="0" err="1">
                <a:solidFill>
                  <a:srgbClr val="FF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charset="-120"/>
              </a:rPr>
              <a:t>nextptr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 = NULL;</a:t>
            </a:r>
          </a:p>
          <a:p>
            <a:pPr>
              <a:lnSpc>
                <a:spcPct val="95000"/>
              </a:lnSpc>
              <a:defRPr/>
            </a:pPr>
            <a:endParaRPr lang="en-US" altLang="zh-TW" sz="2000" b="0" dirty="0">
              <a:solidFill>
                <a:srgbClr val="FF0000"/>
              </a:solidFill>
              <a:latin typeface="Consolas" panose="020B0609020204030204" pitchFamily="49" charset="0"/>
              <a:ea typeface="新細明體" charset="-120"/>
            </a:endParaRPr>
          </a:p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  n1.nextptr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;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  ……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  free(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charset="-12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);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   return 0;</a:t>
            </a:r>
          </a:p>
          <a:p>
            <a:pPr>
              <a:lnSpc>
                <a:spcPct val="95000"/>
              </a:lnSpc>
              <a:defRPr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</a:rPr>
              <a:t>}</a:t>
            </a:r>
          </a:p>
        </p:txBody>
      </p:sp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31682" y="0"/>
            <a:ext cx="466794" cy="68172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2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3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4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5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6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7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8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9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10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11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12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13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14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15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16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17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18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19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20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21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22</a:t>
            </a:r>
          </a:p>
          <a:p>
            <a:pPr algn="r">
              <a:lnSpc>
                <a:spcPct val="95000"/>
              </a:lnSpc>
              <a:defRPr/>
            </a:pPr>
            <a:r>
              <a:rPr lang="en-US" altLang="zh-TW" sz="20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charset="-12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4083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56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656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656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656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656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656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Summary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TW" dirty="0">
                <a:ea typeface="新細明體" charset="-120"/>
              </a:rPr>
              <a:t>Dynamic memory allocation</a:t>
            </a:r>
          </a:p>
          <a:p>
            <a:pPr>
              <a:lnSpc>
                <a:spcPct val="90000"/>
              </a:lnSpc>
              <a:defRPr/>
            </a:pPr>
            <a:r>
              <a:rPr lang="en-US" altLang="zh-TW" dirty="0">
                <a:ea typeface="新細明體" charset="-120"/>
              </a:rPr>
              <a:t>Dynamic memory de-allocation</a:t>
            </a:r>
          </a:p>
          <a:p>
            <a:pPr>
              <a:lnSpc>
                <a:spcPct val="90000"/>
              </a:lnSpc>
              <a:defRPr/>
            </a:pPr>
            <a:r>
              <a:rPr lang="en-US" altLang="zh-TW" dirty="0">
                <a:ea typeface="新細明體" charset="-120"/>
              </a:rPr>
              <a:t>Dynamic memory VS Automatic variable</a:t>
            </a:r>
          </a:p>
          <a:p>
            <a:pPr>
              <a:lnSpc>
                <a:spcPct val="90000"/>
              </a:lnSpc>
              <a:defRPr/>
            </a:pPr>
            <a:r>
              <a:rPr lang="en-US" altLang="zh-TW" dirty="0"/>
              <a:t>Dynamic memory for creating 1D and 2D arrays</a:t>
            </a:r>
            <a:endParaRPr lang="en-US" dirty="0">
              <a:ea typeface="新細明體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TW" dirty="0">
                <a:ea typeface="新細明體" charset="-120"/>
              </a:rPr>
              <a:t>Dynamic memory for creating structure</a:t>
            </a:r>
          </a:p>
          <a:p>
            <a:pPr>
              <a:lnSpc>
                <a:spcPct val="90000"/>
              </a:lnSpc>
              <a:defRPr/>
            </a:pPr>
            <a:r>
              <a:rPr lang="en-US" dirty="0">
                <a:ea typeface="新細明體"/>
                <a:cs typeface="Calibri" panose="020F0502020204030204" pitchFamily="34" charset="0"/>
              </a:rPr>
              <a:t>Self-referential structure</a:t>
            </a:r>
            <a:endParaRPr lang="en-US" altLang="zh-TW" dirty="0">
              <a:ea typeface="新細明體"/>
            </a:endParaRPr>
          </a:p>
          <a:p>
            <a:pPr>
              <a:lnSpc>
                <a:spcPct val="90000"/>
              </a:lnSpc>
              <a:defRPr/>
            </a:pPr>
            <a:endParaRPr lang="en-US" altLang="zh-TW" dirty="0">
              <a:ea typeface="新細明體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E086ED-9EDF-4F71-A848-B2BB3A1B1D31}" type="slidenum">
              <a:rPr lang="zh-TW" altLang="en-US"/>
              <a:pPr>
                <a:defRPr/>
              </a:pPr>
              <a:t>36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59808788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C: How to Program, 8</a:t>
            </a:r>
            <a:r>
              <a:rPr lang="en-US" sz="2800" baseline="30000" dirty="0"/>
              <a:t>th</a:t>
            </a:r>
            <a:r>
              <a:rPr lang="en-US" sz="2800" dirty="0"/>
              <a:t> ed, </a:t>
            </a:r>
            <a:r>
              <a:rPr lang="en-US" sz="2800" dirty="0" err="1"/>
              <a:t>Deitel</a:t>
            </a:r>
            <a:r>
              <a:rPr lang="en-US" sz="2800" dirty="0"/>
              <a:t> and </a:t>
            </a:r>
            <a:r>
              <a:rPr lang="en-US" sz="2800" dirty="0" err="1"/>
              <a:t>Deitel</a:t>
            </a:r>
            <a:endParaRPr lang="en-US" sz="2800" dirty="0"/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Chapter 7 C Pointers</a:t>
            </a:r>
          </a:p>
          <a:p>
            <a:pPr lvl="1">
              <a:defRPr/>
            </a:pPr>
            <a:r>
              <a:rPr lang="en-US" sz="2400" dirty="0"/>
              <a:t>Section 7.7: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sz="2400" dirty="0"/>
              <a:t> Operator</a:t>
            </a:r>
          </a:p>
          <a:p>
            <a:pPr lvl="1">
              <a:defRPr/>
            </a:pPr>
            <a:r>
              <a:rPr lang="en-US" sz="2400" dirty="0"/>
              <a:t>Sections 7.8 – 7.9: Pointer Arithmetic &amp; Arrays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Chapter 12 C Data Structures</a:t>
            </a:r>
          </a:p>
          <a:p>
            <a:pPr lvl="1">
              <a:defRPr/>
            </a:pPr>
            <a:r>
              <a:rPr lang="en-US" sz="2400" dirty="0"/>
              <a:t>Section 12.2: Self-Referential Structures</a:t>
            </a:r>
          </a:p>
          <a:p>
            <a:pPr lvl="1">
              <a:defRPr/>
            </a:pPr>
            <a:r>
              <a:rPr lang="en-US" sz="2400" dirty="0"/>
              <a:t>Section 12.3: Dynamic Memory Allocation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F6ABF1-EB76-4C3F-A4B7-B7E18D2DEFE8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06081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Watermark</Template>
  <TotalTime>1536</TotalTime>
  <Words>3741</Words>
  <Application>Microsoft Office PowerPoint</Application>
  <PresentationFormat>On-screen Show (4:3)</PresentationFormat>
  <Paragraphs>983</Paragraphs>
  <Slides>37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新細明體</vt:lpstr>
      <vt:lpstr>Arial</vt:lpstr>
      <vt:lpstr>Calibri</vt:lpstr>
      <vt:lpstr>Consolas</vt:lpstr>
      <vt:lpstr>Courier New</vt:lpstr>
      <vt:lpstr>Times New Roman</vt:lpstr>
      <vt:lpstr>Wingdings</vt:lpstr>
      <vt:lpstr>1_Office Theme</vt:lpstr>
      <vt:lpstr>Dynamic Memory Management (Optional) </vt:lpstr>
      <vt:lpstr>Outline</vt:lpstr>
      <vt:lpstr>Practical Data Structures</vt:lpstr>
      <vt:lpstr>Dynamic Memory Manipulations</vt:lpstr>
      <vt:lpstr>Get some Bytes Using malloc()</vt:lpstr>
      <vt:lpstr>Memory Usage at a Glance!</vt:lpstr>
      <vt:lpstr>Get a few Bytes Using malloc()</vt:lpstr>
      <vt:lpstr>Memory allocation (using malloc())</vt:lpstr>
      <vt:lpstr>Memory allocation (using malloc())</vt:lpstr>
      <vt:lpstr>Memory allocation (using malloc())</vt:lpstr>
      <vt:lpstr>Memory allocation (using malloc())</vt:lpstr>
      <vt:lpstr>Losing Allocated Space </vt:lpstr>
      <vt:lpstr>Dynamic Memory Manipulations</vt:lpstr>
      <vt:lpstr>Complete: malloc(), then free()</vt:lpstr>
      <vt:lpstr>PowerPoint Presentation</vt:lpstr>
      <vt:lpstr>PowerPoint Presentation</vt:lpstr>
      <vt:lpstr>PowerPoint Presentation</vt:lpstr>
      <vt:lpstr>Dynamic VS Automatic</vt:lpstr>
      <vt:lpstr>Dynamically Allocate a 1-D Array</vt:lpstr>
      <vt:lpstr>Dynamically Allocate a 1-D Array</vt:lpstr>
      <vt:lpstr>Dynamically Allocate a 1-D Array</vt:lpstr>
      <vt:lpstr>Dynamically Allocate a 1-D Array</vt:lpstr>
      <vt:lpstr>PowerPoint Presentation</vt:lpstr>
      <vt:lpstr>PowerPoint Presentation</vt:lpstr>
      <vt:lpstr>Dynamically Allocate a 2-D Array</vt:lpstr>
      <vt:lpstr>Dynamically Allocate a 2-D Array</vt:lpstr>
      <vt:lpstr>Allocating/Deallocating 2-D Arrays</vt:lpstr>
      <vt:lpstr>Allocating/Deallocating 2-D Arrays</vt:lpstr>
      <vt:lpstr>Allocating/Deallocating 2-D Arrays</vt:lpstr>
      <vt:lpstr>Dynamic Memory for Structures</vt:lpstr>
      <vt:lpstr>Self-Referential Structures</vt:lpstr>
      <vt:lpstr>Self-Referential Structures</vt:lpstr>
      <vt:lpstr>Self-Referential Structures</vt:lpstr>
      <vt:lpstr>Self-Referential Structures</vt:lpstr>
      <vt:lpstr>PowerPoint Presentation</vt:lpstr>
      <vt:lpstr>Summary</vt:lpstr>
      <vt:lpstr>Reading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Memory Management (Optional) </dc:title>
  <cp:lastModifiedBy>Yim Pan Chui, Dr. (CSD)</cp:lastModifiedBy>
  <cp:revision>1</cp:revision>
  <dcterms:created xsi:type="dcterms:W3CDTF">2005-09-04T14:56:27Z</dcterms:created>
  <dcterms:modified xsi:type="dcterms:W3CDTF">2024-04-14T12:30:28Z</dcterms:modified>
</cp:coreProperties>
</file>