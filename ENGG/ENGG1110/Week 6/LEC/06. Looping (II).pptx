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34" r:id="rId2"/>
    <p:sldId id="347" r:id="rId3"/>
    <p:sldId id="268" r:id="rId4"/>
    <p:sldId id="307" r:id="rId5"/>
    <p:sldId id="308" r:id="rId6"/>
    <p:sldId id="310" r:id="rId7"/>
    <p:sldId id="309" r:id="rId8"/>
    <p:sldId id="312" r:id="rId9"/>
    <p:sldId id="339" r:id="rId10"/>
    <p:sldId id="338" r:id="rId11"/>
    <p:sldId id="337" r:id="rId12"/>
    <p:sldId id="336" r:id="rId13"/>
    <p:sldId id="335" r:id="rId14"/>
    <p:sldId id="345" r:id="rId15"/>
    <p:sldId id="340" r:id="rId16"/>
    <p:sldId id="342" r:id="rId17"/>
    <p:sldId id="341" r:id="rId18"/>
    <p:sldId id="348" r:id="rId19"/>
    <p:sldId id="346" r:id="rId20"/>
  </p:sldIdLst>
  <p:sldSz cx="9144000" cy="6858000" type="screen4x3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CCFFCC"/>
    <a:srgbClr val="0000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8" autoAdjust="0"/>
    <p:restoredTop sz="69725" autoAdjust="0"/>
  </p:normalViewPr>
  <p:slideViewPr>
    <p:cSldViewPr>
      <p:cViewPr varScale="1">
        <p:scale>
          <a:sx n="60" d="100"/>
          <a:sy n="60" d="100"/>
        </p:scale>
        <p:origin x="644" y="5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-116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ui (IEG)" userId="S::kyhui@cuhk.edu.hk::07728535-8fdc-4325-b24f-20cc4d58a3a3" providerId="AD" clId="Web-{E506746F-6415-0C7E-7D42-198A0E4D57BE}"/>
    <pc:docChg chg="modSld">
      <pc:chgData name="William Hui (IEG)" userId="S::kyhui@cuhk.edu.hk::07728535-8fdc-4325-b24f-20cc4d58a3a3" providerId="AD" clId="Web-{E506746F-6415-0C7E-7D42-198A0E4D57BE}" dt="2019-09-23T02:07:46.577" v="1" actId="20577"/>
      <pc:docMkLst>
        <pc:docMk/>
      </pc:docMkLst>
      <pc:sldChg chg="modSp">
        <pc:chgData name="William Hui (IEG)" userId="S::kyhui@cuhk.edu.hk::07728535-8fdc-4325-b24f-20cc4d58a3a3" providerId="AD" clId="Web-{E506746F-6415-0C7E-7D42-198A0E4D57BE}" dt="2019-09-23T02:07:46.577" v="1" actId="20577"/>
        <pc:sldMkLst>
          <pc:docMk/>
          <pc:sldMk cId="3325095271" sldId="339"/>
        </pc:sldMkLst>
        <pc:spChg chg="mod">
          <ac:chgData name="William Hui (IEG)" userId="S::kyhui@cuhk.edu.hk::07728535-8fdc-4325-b24f-20cc4d58a3a3" providerId="AD" clId="Web-{E506746F-6415-0C7E-7D42-198A0E4D57BE}" dt="2019-09-23T02:07:46.577" v="1" actId="20577"/>
          <ac:spMkLst>
            <pc:docMk/>
            <pc:sldMk cId="3325095271" sldId="339"/>
            <ac:spMk id="15363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D1595F0A-D1F8-1698-F3C8-DE6AD52AED83}"/>
    <pc:docChg chg="addSld delSld modSld">
      <pc:chgData name="William Hui (IEG)" userId="S::kyhui@cuhk.edu.hk::07728535-8fdc-4325-b24f-20cc4d58a3a3" providerId="AD" clId="Web-{D1595F0A-D1F8-1698-F3C8-DE6AD52AED83}" dt="2019-09-20T08:18:40.334" v="735" actId="20577"/>
      <pc:docMkLst>
        <pc:docMk/>
      </pc:docMkLst>
      <pc:sldChg chg="modSp">
        <pc:chgData name="William Hui (IEG)" userId="S::kyhui@cuhk.edu.hk::07728535-8fdc-4325-b24f-20cc4d58a3a3" providerId="AD" clId="Web-{D1595F0A-D1F8-1698-F3C8-DE6AD52AED83}" dt="2019-09-20T08:07:12.569" v="545" actId="20577"/>
        <pc:sldMkLst>
          <pc:docMk/>
          <pc:sldMk cId="2389990707" sldId="268"/>
        </pc:sldMkLst>
        <pc:spChg chg="mod">
          <ac:chgData name="William Hui (IEG)" userId="S::kyhui@cuhk.edu.hk::07728535-8fdc-4325-b24f-20cc4d58a3a3" providerId="AD" clId="Web-{D1595F0A-D1F8-1698-F3C8-DE6AD52AED83}" dt="2019-09-20T08:07:12.569" v="545" actId="20577"/>
          <ac:spMkLst>
            <pc:docMk/>
            <pc:sldMk cId="2389990707" sldId="268"/>
            <ac:spMk id="3" creationId="{00000000-0000-0000-0000-000000000000}"/>
          </ac:spMkLst>
        </pc:spChg>
      </pc:sldChg>
      <pc:sldChg chg="del">
        <pc:chgData name="William Hui (IEG)" userId="S::kyhui@cuhk.edu.hk::07728535-8fdc-4325-b24f-20cc4d58a3a3" providerId="AD" clId="Web-{D1595F0A-D1F8-1698-F3C8-DE6AD52AED83}" dt="2019-09-20T06:53:55.399" v="11"/>
        <pc:sldMkLst>
          <pc:docMk/>
          <pc:sldMk cId="360582746" sldId="286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3"/>
        <pc:sldMkLst>
          <pc:docMk/>
          <pc:sldMk cId="3136977192" sldId="292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12"/>
        <pc:sldMkLst>
          <pc:docMk/>
          <pc:sldMk cId="1228135940" sldId="296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10"/>
        <pc:sldMkLst>
          <pc:docMk/>
          <pc:sldMk cId="521825324" sldId="298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9"/>
        <pc:sldMkLst>
          <pc:docMk/>
          <pc:sldMk cId="1870489681" sldId="299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7"/>
        <pc:sldMkLst>
          <pc:docMk/>
          <pc:sldMk cId="411688544" sldId="300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8"/>
        <pc:sldMkLst>
          <pc:docMk/>
          <pc:sldMk cId="3317880975" sldId="302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6"/>
        <pc:sldMkLst>
          <pc:docMk/>
          <pc:sldMk cId="3002568572" sldId="303"/>
        </pc:sldMkLst>
      </pc:sldChg>
      <pc:sldChg chg="del">
        <pc:chgData name="William Hui (IEG)" userId="S::kyhui@cuhk.edu.hk::07728535-8fdc-4325-b24f-20cc4d58a3a3" providerId="AD" clId="Web-{D1595F0A-D1F8-1698-F3C8-DE6AD52AED83}" dt="2019-09-20T06:53:55.383" v="5"/>
        <pc:sldMkLst>
          <pc:docMk/>
          <pc:sldMk cId="968428340" sldId="304"/>
        </pc:sldMkLst>
      </pc:sldChg>
      <pc:sldChg chg="del">
        <pc:chgData name="William Hui (IEG)" userId="S::kyhui@cuhk.edu.hk::07728535-8fdc-4325-b24f-20cc4d58a3a3" providerId="AD" clId="Web-{D1595F0A-D1F8-1698-F3C8-DE6AD52AED83}" dt="2019-09-20T06:53:55.383" v="4"/>
        <pc:sldMkLst>
          <pc:docMk/>
          <pc:sldMk cId="1853803826" sldId="305"/>
        </pc:sldMkLst>
      </pc:sldChg>
      <pc:sldChg chg="del">
        <pc:chgData name="William Hui (IEG)" userId="S::kyhui@cuhk.edu.hk::07728535-8fdc-4325-b24f-20cc4d58a3a3" providerId="AD" clId="Web-{D1595F0A-D1F8-1698-F3C8-DE6AD52AED83}" dt="2019-09-20T06:53:55.383" v="3"/>
        <pc:sldMkLst>
          <pc:docMk/>
          <pc:sldMk cId="2123121090" sldId="306"/>
        </pc:sldMkLst>
      </pc:sldChg>
      <pc:sldChg chg="modSp">
        <pc:chgData name="William Hui (IEG)" userId="S::kyhui@cuhk.edu.hk::07728535-8fdc-4325-b24f-20cc4d58a3a3" providerId="AD" clId="Web-{D1595F0A-D1F8-1698-F3C8-DE6AD52AED83}" dt="2019-09-20T08:00:17.867" v="415" actId="20577"/>
        <pc:sldMkLst>
          <pc:docMk/>
          <pc:sldMk cId="439030304" sldId="307"/>
        </pc:sldMkLst>
        <pc:spChg chg="mod">
          <ac:chgData name="William Hui (IEG)" userId="S::kyhui@cuhk.edu.hk::07728535-8fdc-4325-b24f-20cc4d58a3a3" providerId="AD" clId="Web-{D1595F0A-D1F8-1698-F3C8-DE6AD52AED83}" dt="2019-09-20T08:00:17.867" v="415" actId="20577"/>
          <ac:spMkLst>
            <pc:docMk/>
            <pc:sldMk cId="439030304" sldId="307"/>
            <ac:spMk id="659458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D1595F0A-D1F8-1698-F3C8-DE6AD52AED83}" dt="2019-09-20T08:00:20.695" v="418" actId="20577"/>
        <pc:sldMkLst>
          <pc:docMk/>
          <pc:sldMk cId="1975804927" sldId="308"/>
        </pc:sldMkLst>
        <pc:spChg chg="mod">
          <ac:chgData name="William Hui (IEG)" userId="S::kyhui@cuhk.edu.hk::07728535-8fdc-4325-b24f-20cc4d58a3a3" providerId="AD" clId="Web-{D1595F0A-D1F8-1698-F3C8-DE6AD52AED83}" dt="2019-09-20T08:00:20.695" v="418" actId="20577"/>
          <ac:spMkLst>
            <pc:docMk/>
            <pc:sldMk cId="1975804927" sldId="308"/>
            <ac:spMk id="2253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D1595F0A-D1F8-1698-F3C8-DE6AD52AED83}" dt="2019-09-20T08:00:27.351" v="423" actId="20577"/>
        <pc:sldMkLst>
          <pc:docMk/>
          <pc:sldMk cId="2831768147" sldId="309"/>
        </pc:sldMkLst>
        <pc:spChg chg="mod">
          <ac:chgData name="William Hui (IEG)" userId="S::kyhui@cuhk.edu.hk::07728535-8fdc-4325-b24f-20cc4d58a3a3" providerId="AD" clId="Web-{D1595F0A-D1F8-1698-F3C8-DE6AD52AED83}" dt="2019-09-20T08:00:27.351" v="423" actId="20577"/>
          <ac:spMkLst>
            <pc:docMk/>
            <pc:sldMk cId="2831768147" sldId="309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D1595F0A-D1F8-1698-F3C8-DE6AD52AED83}" dt="2019-09-20T07:10:14.151" v="307" actId="20577"/>
          <ac:spMkLst>
            <pc:docMk/>
            <pc:sldMk cId="2831768147" sldId="309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D1595F0A-D1F8-1698-F3C8-DE6AD52AED83}" dt="2019-09-20T08:00:25.679" v="421" actId="20577"/>
        <pc:sldMkLst>
          <pc:docMk/>
          <pc:sldMk cId="4073212048" sldId="310"/>
        </pc:sldMkLst>
        <pc:spChg chg="mod">
          <ac:chgData name="William Hui (IEG)" userId="S::kyhui@cuhk.edu.hk::07728535-8fdc-4325-b24f-20cc4d58a3a3" providerId="AD" clId="Web-{D1595F0A-D1F8-1698-F3C8-DE6AD52AED83}" dt="2019-09-20T08:00:25.679" v="421" actId="20577"/>
          <ac:spMkLst>
            <pc:docMk/>
            <pc:sldMk cId="4073212048" sldId="310"/>
            <ac:spMk id="659458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D1595F0A-D1F8-1698-F3C8-DE6AD52AED83}" dt="2019-09-20T08:01:20.320" v="458"/>
        <pc:sldMkLst>
          <pc:docMk/>
          <pc:sldMk cId="819198260" sldId="312"/>
        </pc:sldMkLst>
        <pc:spChg chg="mod">
          <ac:chgData name="William Hui (IEG)" userId="S::kyhui@cuhk.edu.hk::07728535-8fdc-4325-b24f-20cc4d58a3a3" providerId="AD" clId="Web-{D1595F0A-D1F8-1698-F3C8-DE6AD52AED83}" dt="2019-09-20T08:01:20.320" v="458"/>
          <ac:spMkLst>
            <pc:docMk/>
            <pc:sldMk cId="819198260" sldId="312"/>
            <ac:spMk id="15" creationId="{00000000-0000-0000-0000-000000000000}"/>
          </ac:spMkLst>
        </pc:spChg>
        <pc:spChg chg="mod">
          <ac:chgData name="William Hui (IEG)" userId="S::kyhui@cuhk.edu.hk::07728535-8fdc-4325-b24f-20cc4d58a3a3" providerId="AD" clId="Web-{D1595F0A-D1F8-1698-F3C8-DE6AD52AED83}" dt="2019-09-20T08:01:10.460" v="457" actId="20577"/>
          <ac:spMkLst>
            <pc:docMk/>
            <pc:sldMk cId="819198260" sldId="312"/>
            <ac:spMk id="22531" creationId="{00000000-0000-0000-0000-000000000000}"/>
          </ac:spMkLst>
        </pc:spChg>
      </pc:sldChg>
      <pc:sldChg chg="del">
        <pc:chgData name="William Hui (IEG)" userId="S::kyhui@cuhk.edu.hk::07728535-8fdc-4325-b24f-20cc4d58a3a3" providerId="AD" clId="Web-{D1595F0A-D1F8-1698-F3C8-DE6AD52AED83}" dt="2019-09-20T07:56:01.477" v="399"/>
        <pc:sldMkLst>
          <pc:docMk/>
          <pc:sldMk cId="1800300312" sldId="314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8"/>
        <pc:sldMkLst>
          <pc:docMk/>
          <pc:sldMk cId="914536711" sldId="317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7"/>
        <pc:sldMkLst>
          <pc:docMk/>
          <pc:sldMk cId="2226101510" sldId="319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6"/>
        <pc:sldMkLst>
          <pc:docMk/>
          <pc:sldMk cId="1216653165" sldId="320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5"/>
        <pc:sldMkLst>
          <pc:docMk/>
          <pc:sldMk cId="1830487195" sldId="321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4"/>
        <pc:sldMkLst>
          <pc:docMk/>
          <pc:sldMk cId="1929478062" sldId="322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0"/>
        <pc:sldMkLst>
          <pc:docMk/>
          <pc:sldMk cId="1438276141" sldId="323"/>
        </pc:sldMkLst>
      </pc:sldChg>
      <pc:sldChg chg="del">
        <pc:chgData name="William Hui (IEG)" userId="S::kyhui@cuhk.edu.hk::07728535-8fdc-4325-b24f-20cc4d58a3a3" providerId="AD" clId="Web-{D1595F0A-D1F8-1698-F3C8-DE6AD52AED83}" dt="2019-09-20T07:55:56.836" v="388"/>
        <pc:sldMkLst>
          <pc:docMk/>
          <pc:sldMk cId="1230929561" sldId="325"/>
        </pc:sldMkLst>
      </pc:sldChg>
      <pc:sldChg chg="del">
        <pc:chgData name="William Hui (IEG)" userId="S::kyhui@cuhk.edu.hk::07728535-8fdc-4325-b24f-20cc4d58a3a3" providerId="AD" clId="Web-{D1595F0A-D1F8-1698-F3C8-DE6AD52AED83}" dt="2019-09-20T07:55:56.836" v="387"/>
        <pc:sldMkLst>
          <pc:docMk/>
          <pc:sldMk cId="4008021819" sldId="326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1"/>
        <pc:sldMkLst>
          <pc:docMk/>
          <pc:sldMk cId="1667810930" sldId="329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89"/>
        <pc:sldMkLst>
          <pc:docMk/>
          <pc:sldMk cId="2997350601" sldId="330"/>
        </pc:sldMkLst>
      </pc:sldChg>
      <pc:sldChg chg="del">
        <pc:chgData name="William Hui (IEG)" userId="S::kyhui@cuhk.edu.hk::07728535-8fdc-4325-b24f-20cc4d58a3a3" providerId="AD" clId="Web-{D1595F0A-D1F8-1698-F3C8-DE6AD52AED83}" dt="2019-09-20T07:55:56.836" v="386"/>
        <pc:sldMkLst>
          <pc:docMk/>
          <pc:sldMk cId="4034358189" sldId="331"/>
        </pc:sldMkLst>
      </pc:sldChg>
      <pc:sldChg chg="del">
        <pc:chgData name="William Hui (IEG)" userId="S::kyhui@cuhk.edu.hk::07728535-8fdc-4325-b24f-20cc4d58a3a3" providerId="AD" clId="Web-{D1595F0A-D1F8-1698-F3C8-DE6AD52AED83}" dt="2019-09-20T07:55:56.836" v="385"/>
        <pc:sldMkLst>
          <pc:docMk/>
          <pc:sldMk cId="1782371758" sldId="332"/>
        </pc:sldMkLst>
      </pc:sldChg>
      <pc:sldChg chg="modSp">
        <pc:chgData name="William Hui (IEG)" userId="S::kyhui@cuhk.edu.hk::07728535-8fdc-4325-b24f-20cc4d58a3a3" providerId="AD" clId="Web-{D1595F0A-D1F8-1698-F3C8-DE6AD52AED83}" dt="2019-09-20T06:53:41.539" v="0" actId="20577"/>
        <pc:sldMkLst>
          <pc:docMk/>
          <pc:sldMk cId="1971017547" sldId="334"/>
        </pc:sldMkLst>
        <pc:spChg chg="mod">
          <ac:chgData name="William Hui (IEG)" userId="S::kyhui@cuhk.edu.hk::07728535-8fdc-4325-b24f-20cc4d58a3a3" providerId="AD" clId="Web-{D1595F0A-D1F8-1698-F3C8-DE6AD52AED83}" dt="2019-09-20T06:53:41.539" v="0" actId="20577"/>
          <ac:spMkLst>
            <pc:docMk/>
            <pc:sldMk cId="1971017547" sldId="334"/>
            <ac:spMk id="2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D1595F0A-D1F8-1698-F3C8-DE6AD52AED83}" dt="2019-09-20T08:02:43.585" v="507" actId="20577"/>
        <pc:sldMkLst>
          <pc:docMk/>
          <pc:sldMk cId="2924894201" sldId="335"/>
        </pc:sldMkLst>
        <pc:spChg chg="mod">
          <ac:chgData name="William Hui (IEG)" userId="S::kyhui@cuhk.edu.hk::07728535-8fdc-4325-b24f-20cc4d58a3a3" providerId="AD" clId="Web-{D1595F0A-D1F8-1698-F3C8-DE6AD52AED83}" dt="2019-09-20T08:02:43.585" v="507" actId="20577"/>
          <ac:spMkLst>
            <pc:docMk/>
            <pc:sldMk cId="2924894201" sldId="335"/>
            <ac:spMk id="23561" creationId="{00000000-0000-0000-0000-000000000000}"/>
          </ac:spMkLst>
        </pc:spChg>
      </pc:sldChg>
      <pc:sldChg chg="del">
        <pc:chgData name="William Hui (IEG)" userId="S::kyhui@cuhk.edu.hk::07728535-8fdc-4325-b24f-20cc4d58a3a3" providerId="AD" clId="Web-{D1595F0A-D1F8-1698-F3C8-DE6AD52AED83}" dt="2019-09-20T07:55:56.852" v="392"/>
        <pc:sldMkLst>
          <pc:docMk/>
          <pc:sldMk cId="3933665154" sldId="335"/>
        </pc:sldMkLst>
      </pc:sldChg>
      <pc:sldChg chg="modSp add">
        <pc:chgData name="William Hui (IEG)" userId="S::kyhui@cuhk.edu.hk::07728535-8fdc-4325-b24f-20cc4d58a3a3" providerId="AD" clId="Web-{D1595F0A-D1F8-1698-F3C8-DE6AD52AED83}" dt="2019-09-20T08:02:39.648" v="504" actId="20577"/>
        <pc:sldMkLst>
          <pc:docMk/>
          <pc:sldMk cId="1313796965" sldId="336"/>
        </pc:sldMkLst>
        <pc:spChg chg="mod">
          <ac:chgData name="William Hui (IEG)" userId="S::kyhui@cuhk.edu.hk::07728535-8fdc-4325-b24f-20cc4d58a3a3" providerId="AD" clId="Web-{D1595F0A-D1F8-1698-F3C8-DE6AD52AED83}" dt="2019-09-20T08:02:39.648" v="504" actId="20577"/>
          <ac:spMkLst>
            <pc:docMk/>
            <pc:sldMk cId="1313796965" sldId="336"/>
            <ac:spMk id="22537" creationId="{00000000-0000-0000-0000-000000000000}"/>
          </ac:spMkLst>
        </pc:spChg>
      </pc:sldChg>
      <pc:sldChg chg="del">
        <pc:chgData name="William Hui (IEG)" userId="S::kyhui@cuhk.edu.hk::07728535-8fdc-4325-b24f-20cc4d58a3a3" providerId="AD" clId="Web-{D1595F0A-D1F8-1698-F3C8-DE6AD52AED83}" dt="2019-09-20T07:55:56.836" v="384"/>
        <pc:sldMkLst>
          <pc:docMk/>
          <pc:sldMk cId="1841267462" sldId="336"/>
        </pc:sldMkLst>
      </pc:sldChg>
      <pc:sldChg chg="modSp add">
        <pc:chgData name="William Hui (IEG)" userId="S::kyhui@cuhk.edu.hk::07728535-8fdc-4325-b24f-20cc4d58a3a3" providerId="AD" clId="Web-{D1595F0A-D1F8-1698-F3C8-DE6AD52AED83}" dt="2019-09-20T08:02:38.148" v="503" actId="20577"/>
        <pc:sldMkLst>
          <pc:docMk/>
          <pc:sldMk cId="740399349" sldId="337"/>
        </pc:sldMkLst>
        <pc:spChg chg="mod">
          <ac:chgData name="William Hui (IEG)" userId="S::kyhui@cuhk.edu.hk::07728535-8fdc-4325-b24f-20cc4d58a3a3" providerId="AD" clId="Web-{D1595F0A-D1F8-1698-F3C8-DE6AD52AED83}" dt="2019-09-20T08:02:38.148" v="503" actId="20577"/>
          <ac:spMkLst>
            <pc:docMk/>
            <pc:sldMk cId="740399349" sldId="337"/>
            <ac:spMk id="22537" creationId="{00000000-0000-0000-0000-000000000000}"/>
          </ac:spMkLst>
        </pc:spChg>
      </pc:sldChg>
      <pc:sldChg chg="del">
        <pc:chgData name="William Hui (IEG)" userId="S::kyhui@cuhk.edu.hk::07728535-8fdc-4325-b24f-20cc4d58a3a3" providerId="AD" clId="Web-{D1595F0A-D1F8-1698-F3C8-DE6AD52AED83}" dt="2019-09-20T06:53:55.414" v="13"/>
        <pc:sldMkLst>
          <pc:docMk/>
          <pc:sldMk cId="1841907987" sldId="337"/>
        </pc:sldMkLst>
      </pc:sldChg>
      <pc:sldChg chg="modSp add">
        <pc:chgData name="William Hui (IEG)" userId="S::kyhui@cuhk.edu.hk::07728535-8fdc-4325-b24f-20cc4d58a3a3" providerId="AD" clId="Web-{D1595F0A-D1F8-1698-F3C8-DE6AD52AED83}" dt="2019-09-20T08:03:02.304" v="537" actId="20577"/>
        <pc:sldMkLst>
          <pc:docMk/>
          <pc:sldMk cId="890796274" sldId="338"/>
        </pc:sldMkLst>
        <pc:spChg chg="mod">
          <ac:chgData name="William Hui (IEG)" userId="S::kyhui@cuhk.edu.hk::07728535-8fdc-4325-b24f-20cc4d58a3a3" providerId="AD" clId="Web-{D1595F0A-D1F8-1698-F3C8-DE6AD52AED83}" dt="2019-09-20T08:03:02.304" v="537" actId="20577"/>
          <ac:spMkLst>
            <pc:docMk/>
            <pc:sldMk cId="890796274" sldId="338"/>
            <ac:spMk id="21507" creationId="{00000000-0000-0000-0000-000000000000}"/>
          </ac:spMkLst>
        </pc:spChg>
        <pc:spChg chg="mod">
          <ac:chgData name="William Hui (IEG)" userId="S::kyhui@cuhk.edu.hk::07728535-8fdc-4325-b24f-20cc4d58a3a3" providerId="AD" clId="Web-{D1595F0A-D1F8-1698-F3C8-DE6AD52AED83}" dt="2019-09-20T08:02:07.414" v="499" actId="20577"/>
          <ac:spMkLst>
            <pc:docMk/>
            <pc:sldMk cId="890796274" sldId="338"/>
            <ac:spMk id="21508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D1595F0A-D1F8-1698-F3C8-DE6AD52AED83}" dt="2019-09-20T08:01:43.617" v="479" actId="20577"/>
        <pc:sldMkLst>
          <pc:docMk/>
          <pc:sldMk cId="3325095271" sldId="339"/>
        </pc:sldMkLst>
        <pc:spChg chg="mod">
          <ac:chgData name="William Hui (IEG)" userId="S::kyhui@cuhk.edu.hk::07728535-8fdc-4325-b24f-20cc4d58a3a3" providerId="AD" clId="Web-{D1595F0A-D1F8-1698-F3C8-DE6AD52AED83}" dt="2019-09-20T08:00:45.320" v="431" actId="20577"/>
          <ac:spMkLst>
            <pc:docMk/>
            <pc:sldMk cId="3325095271" sldId="339"/>
            <ac:spMk id="7" creationId="{00000000-0000-0000-0000-000000000000}"/>
          </ac:spMkLst>
        </pc:spChg>
        <pc:spChg chg="mod">
          <ac:chgData name="William Hui (IEG)" userId="S::kyhui@cuhk.edu.hk::07728535-8fdc-4325-b24f-20cc4d58a3a3" providerId="AD" clId="Web-{D1595F0A-D1F8-1698-F3C8-DE6AD52AED83}" dt="2019-09-20T08:01:43.617" v="479" actId="20577"/>
          <ac:spMkLst>
            <pc:docMk/>
            <pc:sldMk cId="3325095271" sldId="339"/>
            <ac:spMk id="8" creationId="{00000000-0000-0000-0000-000000000000}"/>
          </ac:spMkLst>
        </pc:spChg>
      </pc:sldChg>
      <pc:sldChg chg="modSp new">
        <pc:chgData name="William Hui (IEG)" userId="S::kyhui@cuhk.edu.hk::07728535-8fdc-4325-b24f-20cc4d58a3a3" providerId="AD" clId="Web-{D1595F0A-D1F8-1698-F3C8-DE6AD52AED83}" dt="2019-09-20T08:18:37.115" v="733" actId="20577"/>
        <pc:sldMkLst>
          <pc:docMk/>
          <pc:sldMk cId="476817869" sldId="340"/>
        </pc:sldMkLst>
        <pc:spChg chg="mod">
          <ac:chgData name="William Hui (IEG)" userId="S::kyhui@cuhk.edu.hk::07728535-8fdc-4325-b24f-20cc4d58a3a3" providerId="AD" clId="Web-{D1595F0A-D1F8-1698-F3C8-DE6AD52AED83}" dt="2019-09-20T08:10:40.413" v="569" actId="20577"/>
          <ac:spMkLst>
            <pc:docMk/>
            <pc:sldMk cId="476817869" sldId="340"/>
            <ac:spMk id="2" creationId="{72AA712F-7E5B-4CED-BE09-F25F44F6BEA5}"/>
          </ac:spMkLst>
        </pc:spChg>
        <pc:spChg chg="mod">
          <ac:chgData name="William Hui (IEG)" userId="S::kyhui@cuhk.edu.hk::07728535-8fdc-4325-b24f-20cc4d58a3a3" providerId="AD" clId="Web-{D1595F0A-D1F8-1698-F3C8-DE6AD52AED83}" dt="2019-09-20T08:18:37.115" v="733" actId="20577"/>
          <ac:spMkLst>
            <pc:docMk/>
            <pc:sldMk cId="476817869" sldId="340"/>
            <ac:spMk id="3" creationId="{35BA0BE7-6C9A-472E-ACEE-BA889BA203ED}"/>
          </ac:spMkLst>
        </pc:spChg>
      </pc:sldChg>
      <pc:sldChg chg="modSp add">
        <pc:chgData name="William Hui (IEG)" userId="S::kyhui@cuhk.edu.hk::07728535-8fdc-4325-b24f-20cc4d58a3a3" providerId="AD" clId="Web-{D1595F0A-D1F8-1698-F3C8-DE6AD52AED83}" dt="2019-09-20T08:10:57.710" v="576" actId="20577"/>
        <pc:sldMkLst>
          <pc:docMk/>
          <pc:sldMk cId="1823182997" sldId="341"/>
        </pc:sldMkLst>
        <pc:spChg chg="mod">
          <ac:chgData name="William Hui (IEG)" userId="S::kyhui@cuhk.edu.hk::07728535-8fdc-4325-b24f-20cc4d58a3a3" providerId="AD" clId="Web-{D1595F0A-D1F8-1698-F3C8-DE6AD52AED83}" dt="2019-09-20T08:10:57.710" v="576" actId="20577"/>
          <ac:spMkLst>
            <pc:docMk/>
            <pc:sldMk cId="1823182997" sldId="341"/>
            <ac:spMk id="22531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D1595F0A-D1F8-1698-F3C8-DE6AD52AED83}" dt="2019-09-20T08:11:07.350" v="577" actId="20577"/>
        <pc:sldMkLst>
          <pc:docMk/>
          <pc:sldMk cId="1454679282" sldId="342"/>
        </pc:sldMkLst>
        <pc:spChg chg="mod">
          <ac:chgData name="William Hui (IEG)" userId="S::kyhui@cuhk.edu.hk::07728535-8fdc-4325-b24f-20cc4d58a3a3" providerId="AD" clId="Web-{D1595F0A-D1F8-1698-F3C8-DE6AD52AED83}" dt="2019-09-20T08:11:07.350" v="577" actId="20577"/>
          <ac:spMkLst>
            <pc:docMk/>
            <pc:sldMk cId="1454679282" sldId="342"/>
            <ac:spMk id="21507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D1595F0A-D1F8-1698-F3C8-DE6AD52AED83}" dt="2019-09-20T08:12:00.053" v="583" actId="20577"/>
        <pc:sldMkLst>
          <pc:docMk/>
          <pc:sldMk cId="2527276554" sldId="343"/>
        </pc:sldMkLst>
        <pc:spChg chg="mod">
          <ac:chgData name="William Hui (IEG)" userId="S::kyhui@cuhk.edu.hk::07728535-8fdc-4325-b24f-20cc4d58a3a3" providerId="AD" clId="Web-{D1595F0A-D1F8-1698-F3C8-DE6AD52AED83}" dt="2019-09-20T08:12:00.053" v="583" actId="20577"/>
          <ac:spMkLst>
            <pc:docMk/>
            <pc:sldMk cId="2527276554" sldId="343"/>
            <ac:spMk id="22531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D1595F0A-D1F8-1698-F3C8-DE6AD52AED83}" dt="2019-09-20T08:11:54.960" v="581" actId="20577"/>
        <pc:sldMkLst>
          <pc:docMk/>
          <pc:sldMk cId="1926019625" sldId="344"/>
        </pc:sldMkLst>
        <pc:spChg chg="mod">
          <ac:chgData name="William Hui (IEG)" userId="S::kyhui@cuhk.edu.hk::07728535-8fdc-4325-b24f-20cc4d58a3a3" providerId="AD" clId="Web-{D1595F0A-D1F8-1698-F3C8-DE6AD52AED83}" dt="2019-09-20T08:11:54.960" v="581" actId="20577"/>
          <ac:spMkLst>
            <pc:docMk/>
            <pc:sldMk cId="1926019625" sldId="344"/>
            <ac:spMk id="21507" creationId="{00000000-0000-0000-0000-000000000000}"/>
          </ac:spMkLst>
        </pc:spChg>
      </pc:sldChg>
      <pc:sldMasterChg chg="addSldLayout">
        <pc:chgData name="William Hui (IEG)" userId="S::kyhui@cuhk.edu.hk::07728535-8fdc-4325-b24f-20cc4d58a3a3" providerId="AD" clId="Web-{D1595F0A-D1F8-1698-F3C8-DE6AD52AED83}" dt="2019-09-20T07:59:46.117" v="404"/>
        <pc:sldMasterMkLst>
          <pc:docMk/>
          <pc:sldMasterMk cId="0" sldId="2147483648"/>
        </pc:sldMasterMkLst>
        <pc:sldLayoutChg chg="add">
          <pc:chgData name="William Hui (IEG)" userId="S::kyhui@cuhk.edu.hk::07728535-8fdc-4325-b24f-20cc4d58a3a3" providerId="AD" clId="Web-{D1595F0A-D1F8-1698-F3C8-DE6AD52AED83}" dt="2019-09-20T07:59:46.117" v="404"/>
          <pc:sldLayoutMkLst>
            <pc:docMk/>
            <pc:sldMasterMk cId="0" sldId="2147483648"/>
            <pc:sldLayoutMk cId="1435403841" sldId="2147483652"/>
          </pc:sldLayoutMkLst>
        </pc:sldLayoutChg>
      </pc:sldMasterChg>
    </pc:docChg>
  </pc:docChgLst>
  <pc:docChgLst>
    <pc:chgData name="Chuck jee Chau (CSD)" userId="7aa7a09e-983f-4214-9e5a-071cbb678e81" providerId="ADAL" clId="{8EE21599-21C9-E340-BA67-924ECE571A92}"/>
    <pc:docChg chg="undo custSel addSld modSld">
      <pc:chgData name="Chuck jee Chau (CSD)" userId="7aa7a09e-983f-4214-9e5a-071cbb678e81" providerId="ADAL" clId="{8EE21599-21C9-E340-BA67-924ECE571A92}" dt="2019-10-01T15:06:57.502" v="473" actId="2710"/>
      <pc:docMkLst>
        <pc:docMk/>
      </pc:docMkLst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2389990707" sldId="268"/>
        </pc:sldMkLst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2389990707" sldId="268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439030304" sldId="307"/>
        </pc:sldMkLst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439030304" sldId="307"/>
            <ac:spMk id="24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439030304" sldId="307"/>
            <ac:spMk id="659458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439030304" sldId="307"/>
            <ac:spMk id="659459" creationId="{00000000-0000-0000-0000-000000000000}"/>
          </ac:spMkLst>
        </pc:spChg>
      </pc:sldChg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1975804927" sldId="308"/>
        </pc:sldMkLst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1975804927" sldId="308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47:44.015" v="188" actId="14100"/>
          <ac:spMkLst>
            <pc:docMk/>
            <pc:sldMk cId="1975804927" sldId="308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1975804927" sldId="308"/>
            <ac:spMk id="22531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1975804927" sldId="308"/>
            <ac:spMk id="22532" creationId="{00000000-0000-0000-0000-000000000000}"/>
          </ac:spMkLst>
        </pc:spChg>
      </pc:sldChg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2831768147" sldId="309"/>
        </pc:sldMkLst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2831768147" sldId="309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2831768147" sldId="309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4073212048" sldId="310"/>
        </pc:sldMkLst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4073212048" sldId="310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4073212048" sldId="310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4073212048" sldId="310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4073212048" sldId="310"/>
            <ac:spMk id="15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1:11.580" v="214" actId="14100"/>
          <ac:spMkLst>
            <pc:docMk/>
            <pc:sldMk cId="4073212048" sldId="310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1:01.873" v="208" actId="14100"/>
          <ac:spMkLst>
            <pc:docMk/>
            <pc:sldMk cId="4073212048" sldId="310"/>
            <ac:spMk id="19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4073212048" sldId="310"/>
            <ac:spMk id="65945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8EE21599-21C9-E340-BA67-924ECE571A92}" dt="2019-10-01T14:57:58.372" v="295"/>
        <pc:sldMkLst>
          <pc:docMk/>
          <pc:sldMk cId="819198260" sldId="312"/>
        </pc:sldMkLst>
        <pc:spChg chg="del">
          <ac:chgData name="Chuck jee Chau (CSD)" userId="7aa7a09e-983f-4214-9e5a-071cbb678e81" providerId="ADAL" clId="{8EE21599-21C9-E340-BA67-924ECE571A92}" dt="2019-10-01T14:53:19.289" v="223" actId="478"/>
          <ac:spMkLst>
            <pc:docMk/>
            <pc:sldMk cId="819198260" sldId="312"/>
            <ac:spMk id="9" creationId="{00000000-0000-0000-0000-000000000000}"/>
          </ac:spMkLst>
        </pc:spChg>
        <pc:spChg chg="add">
          <ac:chgData name="Chuck jee Chau (CSD)" userId="7aa7a09e-983f-4214-9e5a-071cbb678e81" providerId="ADAL" clId="{8EE21599-21C9-E340-BA67-924ECE571A92}" dt="2019-10-01T14:53:21.704" v="225"/>
          <ac:spMkLst>
            <pc:docMk/>
            <pc:sldMk cId="819198260" sldId="312"/>
            <ac:spMk id="10" creationId="{DA8E8E3A-18FE-7A48-8CEF-712FE471A339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819198260" sldId="312"/>
            <ac:spMk id="11" creationId="{00000000-0000-0000-0000-000000000000}"/>
          </ac:spMkLst>
        </pc:spChg>
        <pc:spChg chg="add mod">
          <ac:chgData name="Chuck jee Chau (CSD)" userId="7aa7a09e-983f-4214-9e5a-071cbb678e81" providerId="ADAL" clId="{8EE21599-21C9-E340-BA67-924ECE571A92}" dt="2019-10-01T14:54:43.913" v="248" actId="14100"/>
          <ac:spMkLst>
            <pc:docMk/>
            <pc:sldMk cId="819198260" sldId="312"/>
            <ac:spMk id="12" creationId="{31FD6A57-2015-F941-94D1-E9670A821C08}"/>
          </ac:spMkLst>
        </pc:spChg>
        <pc:spChg chg="add mod">
          <ac:chgData name="Chuck jee Chau (CSD)" userId="7aa7a09e-983f-4214-9e5a-071cbb678e81" providerId="ADAL" clId="{8EE21599-21C9-E340-BA67-924ECE571A92}" dt="2019-10-01T14:55:23.956" v="252" actId="14100"/>
          <ac:spMkLst>
            <pc:docMk/>
            <pc:sldMk cId="819198260" sldId="312"/>
            <ac:spMk id="13" creationId="{ECE5C2C6-0EC7-A441-AE4D-410288C7D1C6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819198260" sldId="312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819198260" sldId="312"/>
            <ac:spMk id="15" creationId="{00000000-0000-0000-0000-000000000000}"/>
          </ac:spMkLst>
        </pc:spChg>
        <pc:spChg chg="add mod">
          <ac:chgData name="Chuck jee Chau (CSD)" userId="7aa7a09e-983f-4214-9e5a-071cbb678e81" providerId="ADAL" clId="{8EE21599-21C9-E340-BA67-924ECE571A92}" dt="2019-10-01T14:56:52.230" v="288" actId="1076"/>
          <ac:spMkLst>
            <pc:docMk/>
            <pc:sldMk cId="819198260" sldId="312"/>
            <ac:spMk id="16" creationId="{11C0E3F8-23A4-9449-B505-04B9666EBD38}"/>
          </ac:spMkLst>
        </pc:spChg>
        <pc:spChg chg="del">
          <ac:chgData name="Chuck jee Chau (CSD)" userId="7aa7a09e-983f-4214-9e5a-071cbb678e81" providerId="ADAL" clId="{8EE21599-21C9-E340-BA67-924ECE571A92}" dt="2019-10-01T14:53:21.010" v="224" actId="478"/>
          <ac:spMkLst>
            <pc:docMk/>
            <pc:sldMk cId="819198260" sldId="312"/>
            <ac:spMk id="22530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819198260" sldId="312"/>
            <ac:spMk id="22531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819198260" sldId="312"/>
            <ac:spMk id="22532" creationId="{00000000-0000-0000-0000-000000000000}"/>
          </ac:spMkLst>
        </pc:spChg>
      </pc:sldChg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1971017547" sldId="334"/>
        </pc:sldMkLst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1971017547" sldId="334"/>
            <ac:spMk id="2" creationId="{00000000-0000-0000-0000-000000000000}"/>
          </ac:spMkLst>
        </pc:spChg>
      </pc:sldChg>
      <pc:sldChg chg="addSp delSp modSp modNotes">
        <pc:chgData name="Chuck jee Chau (CSD)" userId="7aa7a09e-983f-4214-9e5a-071cbb678e81" providerId="ADAL" clId="{8EE21599-21C9-E340-BA67-924ECE571A92}" dt="2019-10-01T15:03:08.567" v="327" actId="20577"/>
        <pc:sldMkLst>
          <pc:docMk/>
          <pc:sldMk cId="2924894201" sldId="335"/>
        </pc:sldMkLst>
        <pc:spChg chg="add">
          <ac:chgData name="Chuck jee Chau (CSD)" userId="7aa7a09e-983f-4214-9e5a-071cbb678e81" providerId="ADAL" clId="{8EE21599-21C9-E340-BA67-924ECE571A92}" dt="2019-10-01T14:53:51.061" v="237"/>
          <ac:spMkLst>
            <pc:docMk/>
            <pc:sldMk cId="2924894201" sldId="335"/>
            <ac:spMk id="10" creationId="{A9FCFA85-CB57-2F4C-AF1C-2D8917E0F745}"/>
          </ac:spMkLst>
        </pc:spChg>
        <pc:spChg chg="del">
          <ac:chgData name="Chuck jee Chau (CSD)" userId="7aa7a09e-983f-4214-9e5a-071cbb678e81" providerId="ADAL" clId="{8EE21599-21C9-E340-BA67-924ECE571A92}" dt="2019-10-01T14:53:50.536" v="236" actId="478"/>
          <ac:spMkLst>
            <pc:docMk/>
            <pc:sldMk cId="2924894201" sldId="335"/>
            <ac:spMk id="23554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5:03:08.567" v="327" actId="20577"/>
          <ac:spMkLst>
            <pc:docMk/>
            <pc:sldMk cId="2924894201" sldId="335"/>
            <ac:spMk id="23559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5:02:55.981" v="325" actId="20577"/>
          <ac:spMkLst>
            <pc:docMk/>
            <pc:sldMk cId="2924894201" sldId="335"/>
            <ac:spMk id="23560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5:02:23.270" v="320" actId="1076"/>
          <ac:spMkLst>
            <pc:docMk/>
            <pc:sldMk cId="2924894201" sldId="335"/>
            <ac:spMk id="23561" creationId="{00000000-0000-0000-0000-000000000000}"/>
          </ac:spMkLst>
        </pc:spChg>
      </pc:sldChg>
      <pc:sldChg chg="addSp delSp modSp modNotes">
        <pc:chgData name="Chuck jee Chau (CSD)" userId="7aa7a09e-983f-4214-9e5a-071cbb678e81" providerId="ADAL" clId="{8EE21599-21C9-E340-BA67-924ECE571A92}" dt="2019-10-01T15:03:12.896" v="328" actId="20577"/>
        <pc:sldMkLst>
          <pc:docMk/>
          <pc:sldMk cId="1313796965" sldId="336"/>
        </pc:sldMkLst>
        <pc:spChg chg="add">
          <ac:chgData name="Chuck jee Chau (CSD)" userId="7aa7a09e-983f-4214-9e5a-071cbb678e81" providerId="ADAL" clId="{8EE21599-21C9-E340-BA67-924ECE571A92}" dt="2019-10-01T14:53:47.613" v="235"/>
          <ac:spMkLst>
            <pc:docMk/>
            <pc:sldMk cId="1313796965" sldId="336"/>
            <ac:spMk id="10" creationId="{9B3F14BD-5C0D-0540-8512-2BEB94E42389}"/>
          </ac:spMkLst>
        </pc:spChg>
        <pc:spChg chg="del">
          <ac:chgData name="Chuck jee Chau (CSD)" userId="7aa7a09e-983f-4214-9e5a-071cbb678e81" providerId="ADAL" clId="{8EE21599-21C9-E340-BA67-924ECE571A92}" dt="2019-10-01T14:53:47.050" v="234" actId="478"/>
          <ac:spMkLst>
            <pc:docMk/>
            <pc:sldMk cId="1313796965" sldId="336"/>
            <ac:spMk id="22530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5:03:12.896" v="328" actId="20577"/>
          <ac:spMkLst>
            <pc:docMk/>
            <pc:sldMk cId="1313796965" sldId="336"/>
            <ac:spMk id="22535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1313796965" sldId="336"/>
            <ac:spMk id="22537" creationId="{00000000-0000-0000-0000-000000000000}"/>
          </ac:spMkLst>
        </pc:spChg>
      </pc:sldChg>
      <pc:sldChg chg="addSp delSp modSp modNotes">
        <pc:chgData name="Chuck jee Chau (CSD)" userId="7aa7a09e-983f-4214-9e5a-071cbb678e81" providerId="ADAL" clId="{8EE21599-21C9-E340-BA67-924ECE571A92}" dt="2019-10-01T15:00:53.672" v="316" actId="20577"/>
        <pc:sldMkLst>
          <pc:docMk/>
          <pc:sldMk cId="740399349" sldId="337"/>
        </pc:sldMkLst>
        <pc:spChg chg="add">
          <ac:chgData name="Chuck jee Chau (CSD)" userId="7aa7a09e-983f-4214-9e5a-071cbb678e81" providerId="ADAL" clId="{8EE21599-21C9-E340-BA67-924ECE571A92}" dt="2019-10-01T14:53:42.825" v="233"/>
          <ac:spMkLst>
            <pc:docMk/>
            <pc:sldMk cId="740399349" sldId="337"/>
            <ac:spMk id="10" creationId="{FE2C63F2-6B7C-694D-AC6F-290BB2CC771B}"/>
          </ac:spMkLst>
        </pc:spChg>
        <pc:spChg chg="del mod">
          <ac:chgData name="Chuck jee Chau (CSD)" userId="7aa7a09e-983f-4214-9e5a-071cbb678e81" providerId="ADAL" clId="{8EE21599-21C9-E340-BA67-924ECE571A92}" dt="2019-10-01T14:53:42.253" v="232" actId="478"/>
          <ac:spMkLst>
            <pc:docMk/>
            <pc:sldMk cId="740399349" sldId="337"/>
            <ac:spMk id="22530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740399349" sldId="337"/>
            <ac:spMk id="22535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5:00:53.672" v="316" actId="20577"/>
          <ac:spMkLst>
            <pc:docMk/>
            <pc:sldMk cId="740399349" sldId="337"/>
            <ac:spMk id="22537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8EE21599-21C9-E340-BA67-924ECE571A92}" dt="2019-10-01T15:00:09.535" v="313" actId="114"/>
        <pc:sldMkLst>
          <pc:docMk/>
          <pc:sldMk cId="890796274" sldId="338"/>
        </pc:sldMkLst>
        <pc:spChg chg="add del mod">
          <ac:chgData name="Chuck jee Chau (CSD)" userId="7aa7a09e-983f-4214-9e5a-071cbb678e81" providerId="ADAL" clId="{8EE21599-21C9-E340-BA67-924ECE571A92}" dt="2019-10-01T14:59:29.014" v="302"/>
          <ac:spMkLst>
            <pc:docMk/>
            <pc:sldMk cId="890796274" sldId="338"/>
            <ac:spMk id="2" creationId="{CF813F6A-4B40-C045-AD07-E9E1CF1D1039}"/>
          </ac:spMkLst>
        </pc:spChg>
        <pc:spChg chg="add del mod">
          <ac:chgData name="Chuck jee Chau (CSD)" userId="7aa7a09e-983f-4214-9e5a-071cbb678e81" providerId="ADAL" clId="{8EE21599-21C9-E340-BA67-924ECE571A92}" dt="2019-10-01T14:59:29.014" v="302"/>
          <ac:spMkLst>
            <pc:docMk/>
            <pc:sldMk cId="890796274" sldId="338"/>
            <ac:spMk id="3" creationId="{B69A686D-0841-9C4C-8EDC-19B190A44AD9}"/>
          </ac:spMkLst>
        </pc:spChg>
        <pc:spChg chg="add del mod">
          <ac:chgData name="Chuck jee Chau (CSD)" userId="7aa7a09e-983f-4214-9e5a-071cbb678e81" providerId="ADAL" clId="{8EE21599-21C9-E340-BA67-924ECE571A92}" dt="2019-10-01T14:59:29.014" v="302"/>
          <ac:spMkLst>
            <pc:docMk/>
            <pc:sldMk cId="890796274" sldId="338"/>
            <ac:spMk id="4" creationId="{51AECDE2-891D-D745-9D16-E1124C0FF451}"/>
          </ac:spMkLst>
        </pc:spChg>
        <pc:spChg chg="add">
          <ac:chgData name="Chuck jee Chau (CSD)" userId="7aa7a09e-983f-4214-9e5a-071cbb678e81" providerId="ADAL" clId="{8EE21599-21C9-E340-BA67-924ECE571A92}" dt="2019-10-01T14:53:33.915" v="227"/>
          <ac:spMkLst>
            <pc:docMk/>
            <pc:sldMk cId="890796274" sldId="338"/>
            <ac:spMk id="5" creationId="{1B40E762-FB87-D447-BBBD-6A139B976618}"/>
          </ac:spMkLst>
        </pc:spChg>
        <pc:spChg chg="del">
          <ac:chgData name="Chuck jee Chau (CSD)" userId="7aa7a09e-983f-4214-9e5a-071cbb678e81" providerId="ADAL" clId="{8EE21599-21C9-E340-BA67-924ECE571A92}" dt="2019-10-01T14:53:33.311" v="226" actId="478"/>
          <ac:spMkLst>
            <pc:docMk/>
            <pc:sldMk cId="890796274" sldId="338"/>
            <ac:spMk id="21506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9:33.873" v="304" actId="14100"/>
          <ac:spMkLst>
            <pc:docMk/>
            <pc:sldMk cId="890796274" sldId="338"/>
            <ac:spMk id="21507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5:00:09.535" v="313" actId="114"/>
          <ac:spMkLst>
            <pc:docMk/>
            <pc:sldMk cId="890796274" sldId="338"/>
            <ac:spMk id="21508" creationId="{00000000-0000-0000-0000-000000000000}"/>
          </ac:spMkLst>
        </pc:spChg>
      </pc:sldChg>
      <pc:sldChg chg="modSp">
        <pc:chgData name="Chuck jee Chau (CSD)" userId="7aa7a09e-983f-4214-9e5a-071cbb678e81" providerId="ADAL" clId="{8EE21599-21C9-E340-BA67-924ECE571A92}" dt="2019-10-01T14:58:51.855" v="301" actId="14100"/>
        <pc:sldMkLst>
          <pc:docMk/>
          <pc:sldMk cId="3325095271" sldId="339"/>
        </pc:sldMkLst>
        <pc:spChg chg="mod">
          <ac:chgData name="Chuck jee Chau (CSD)" userId="7aa7a09e-983f-4214-9e5a-071cbb678e81" providerId="ADAL" clId="{8EE21599-21C9-E340-BA67-924ECE571A92}" dt="2019-10-01T14:58:36.252" v="296" actId="2711"/>
          <ac:spMkLst>
            <pc:docMk/>
            <pc:sldMk cId="3325095271" sldId="339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8:51.855" v="301" actId="14100"/>
          <ac:spMkLst>
            <pc:docMk/>
            <pc:sldMk cId="3325095271" sldId="339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3325095271" sldId="339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3325095271" sldId="339"/>
            <ac:spMk id="15363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3325095271" sldId="339"/>
            <ac:spMk id="15365" creationId="{00000000-0000-0000-0000-000000000000}"/>
          </ac:spMkLst>
        </pc:spChg>
      </pc:sldChg>
      <pc:sldChg chg="modSp">
        <pc:chgData name="Chuck jee Chau (CSD)" userId="7aa7a09e-983f-4214-9e5a-071cbb678e81" providerId="ADAL" clId="{8EE21599-21C9-E340-BA67-924ECE571A92}" dt="2019-10-01T15:04:55.337" v="340" actId="20577"/>
        <pc:sldMkLst>
          <pc:docMk/>
          <pc:sldMk cId="476817869" sldId="340"/>
        </pc:sldMkLst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476817869" sldId="340"/>
            <ac:spMk id="2" creationId="{72AA712F-7E5B-4CED-BE09-F25F44F6BEA5}"/>
          </ac:spMkLst>
        </pc:spChg>
        <pc:spChg chg="mod">
          <ac:chgData name="Chuck jee Chau (CSD)" userId="7aa7a09e-983f-4214-9e5a-071cbb678e81" providerId="ADAL" clId="{8EE21599-21C9-E340-BA67-924ECE571A92}" dt="2019-10-01T15:04:55.337" v="340" actId="20577"/>
          <ac:spMkLst>
            <pc:docMk/>
            <pc:sldMk cId="476817869" sldId="340"/>
            <ac:spMk id="3" creationId="{35BA0BE7-6C9A-472E-ACEE-BA889BA203ED}"/>
          </ac:spMkLst>
        </pc:spChg>
      </pc:sldChg>
      <pc:sldChg chg="addSp delSp modSp">
        <pc:chgData name="Chuck jee Chau (CSD)" userId="7aa7a09e-983f-4214-9e5a-071cbb678e81" providerId="ADAL" clId="{8EE21599-21C9-E340-BA67-924ECE571A92}" dt="2019-10-01T14:57:58.372" v="295"/>
        <pc:sldMkLst>
          <pc:docMk/>
          <pc:sldMk cId="1823182997" sldId="341"/>
        </pc:sldMkLst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1823182997" sldId="341"/>
            <ac:spMk id="4" creationId="{00000000-0000-0000-0000-000000000000}"/>
          </ac:spMkLst>
        </pc:spChg>
        <pc:spChg chg="add">
          <ac:chgData name="Chuck jee Chau (CSD)" userId="7aa7a09e-983f-4214-9e5a-071cbb678e81" providerId="ADAL" clId="{8EE21599-21C9-E340-BA67-924ECE571A92}" dt="2019-10-01T14:54:05.188" v="243"/>
          <ac:spMkLst>
            <pc:docMk/>
            <pc:sldMk cId="1823182997" sldId="341"/>
            <ac:spMk id="8" creationId="{6C1E3BC0-A5E9-A242-9297-10B1647F8C24}"/>
          </ac:spMkLst>
        </pc:spChg>
        <pc:spChg chg="del">
          <ac:chgData name="Chuck jee Chau (CSD)" userId="7aa7a09e-983f-4214-9e5a-071cbb678e81" providerId="ADAL" clId="{8EE21599-21C9-E340-BA67-924ECE571A92}" dt="2019-10-01T14:54:04.847" v="242" actId="478"/>
          <ac:spMkLst>
            <pc:docMk/>
            <pc:sldMk cId="1823182997" sldId="341"/>
            <ac:spMk id="22530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1823182997" sldId="341"/>
            <ac:spMk id="22531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1823182997" sldId="341"/>
            <ac:spMk id="22532" creationId="{00000000-0000-0000-0000-000000000000}"/>
          </ac:spMkLst>
        </pc:spChg>
        <pc:graphicFrameChg chg="mod">
          <ac:chgData name="Chuck jee Chau (CSD)" userId="7aa7a09e-983f-4214-9e5a-071cbb678e81" providerId="ADAL" clId="{8EE21599-21C9-E340-BA67-924ECE571A92}" dt="2019-10-01T14:57:58.372" v="295"/>
          <ac:graphicFrameMkLst>
            <pc:docMk/>
            <pc:sldMk cId="1823182997" sldId="341"/>
            <ac:graphicFrameMk id="3" creationId="{00000000-0000-0000-0000-000000000000}"/>
          </ac:graphicFrameMkLst>
        </pc:graphicFrameChg>
      </pc:sldChg>
      <pc:sldChg chg="addSp delSp modSp">
        <pc:chgData name="Chuck jee Chau (CSD)" userId="7aa7a09e-983f-4214-9e5a-071cbb678e81" providerId="ADAL" clId="{8EE21599-21C9-E340-BA67-924ECE571A92}" dt="2019-10-01T15:05:26.056" v="347" actId="20577"/>
        <pc:sldMkLst>
          <pc:docMk/>
          <pc:sldMk cId="1454679282" sldId="342"/>
        </pc:sldMkLst>
        <pc:spChg chg="add">
          <ac:chgData name="Chuck jee Chau (CSD)" userId="7aa7a09e-983f-4214-9e5a-071cbb678e81" providerId="ADAL" clId="{8EE21599-21C9-E340-BA67-924ECE571A92}" dt="2019-10-01T14:54:01.323" v="241"/>
          <ac:spMkLst>
            <pc:docMk/>
            <pc:sldMk cId="1454679282" sldId="342"/>
            <ac:spMk id="5" creationId="{34AD31B0-7D29-534E-A1C3-13A6D708E254}"/>
          </ac:spMkLst>
        </pc:spChg>
        <pc:spChg chg="del">
          <ac:chgData name="Chuck jee Chau (CSD)" userId="7aa7a09e-983f-4214-9e5a-071cbb678e81" providerId="ADAL" clId="{8EE21599-21C9-E340-BA67-924ECE571A92}" dt="2019-10-01T14:54:00.935" v="240" actId="478"/>
          <ac:spMkLst>
            <pc:docMk/>
            <pc:sldMk cId="1454679282" sldId="342"/>
            <ac:spMk id="21506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1454679282" sldId="342"/>
            <ac:spMk id="21507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5:05:26.056" v="347" actId="20577"/>
          <ac:spMkLst>
            <pc:docMk/>
            <pc:sldMk cId="1454679282" sldId="342"/>
            <ac:spMk id="2150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8EE21599-21C9-E340-BA67-924ECE571A92}" dt="2019-10-01T15:04:30.628" v="334" actId="20577"/>
        <pc:sldMkLst>
          <pc:docMk/>
          <pc:sldMk cId="1007176180" sldId="345"/>
        </pc:sldMkLst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1007176180" sldId="345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5:04:10.724" v="332" actId="20577"/>
          <ac:spMkLst>
            <pc:docMk/>
            <pc:sldMk cId="1007176180" sldId="345"/>
            <ac:spMk id="7" creationId="{00000000-0000-0000-0000-000000000000}"/>
          </ac:spMkLst>
        </pc:spChg>
        <pc:spChg chg="add">
          <ac:chgData name="Chuck jee Chau (CSD)" userId="7aa7a09e-983f-4214-9e5a-071cbb678e81" providerId="ADAL" clId="{8EE21599-21C9-E340-BA67-924ECE571A92}" dt="2019-10-01T14:53:56.103" v="239"/>
          <ac:spMkLst>
            <pc:docMk/>
            <pc:sldMk cId="1007176180" sldId="345"/>
            <ac:spMk id="8" creationId="{F1B7BAE5-CDFC-1340-84F0-100C18B51CC4}"/>
          </ac:spMkLst>
        </pc:spChg>
        <pc:spChg chg="del">
          <ac:chgData name="Chuck jee Chau (CSD)" userId="7aa7a09e-983f-4214-9e5a-071cbb678e81" providerId="ADAL" clId="{8EE21599-21C9-E340-BA67-924ECE571A92}" dt="2019-10-01T14:53:55.712" v="238" actId="478"/>
          <ac:spMkLst>
            <pc:docMk/>
            <pc:sldMk cId="1007176180" sldId="345"/>
            <ac:spMk id="21506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5:04:30.628" v="334" actId="20577"/>
          <ac:spMkLst>
            <pc:docMk/>
            <pc:sldMk cId="1007176180" sldId="345"/>
            <ac:spMk id="21507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5:04:22.154" v="333" actId="20577"/>
          <ac:spMkLst>
            <pc:docMk/>
            <pc:sldMk cId="1007176180" sldId="345"/>
            <ac:spMk id="21508" creationId="{00000000-0000-0000-0000-000000000000}"/>
          </ac:spMkLst>
        </pc:spChg>
      </pc:sldChg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2254706537" sldId="346"/>
        </pc:sldMkLst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2254706537" sldId="34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2254706537" sldId="346"/>
            <ac:spMk id="3" creationId="{00000000-0000-0000-0000-000000000000}"/>
          </ac:spMkLst>
        </pc:spChg>
      </pc:sldChg>
      <pc:sldChg chg="modSp add">
        <pc:chgData name="Chuck jee Chau (CSD)" userId="7aa7a09e-983f-4214-9e5a-071cbb678e81" providerId="ADAL" clId="{8EE21599-21C9-E340-BA67-924ECE571A92}" dt="2019-10-01T14:57:58.372" v="295"/>
        <pc:sldMkLst>
          <pc:docMk/>
          <pc:sldMk cId="876843202" sldId="347"/>
        </pc:sldMkLst>
        <pc:spChg chg="mod">
          <ac:chgData name="Chuck jee Chau (CSD)" userId="7aa7a09e-983f-4214-9e5a-071cbb678e81" providerId="ADAL" clId="{8EE21599-21C9-E340-BA67-924ECE571A92}" dt="2019-10-01T14:06:37.167" v="23" actId="20577"/>
          <ac:spMkLst>
            <pc:docMk/>
            <pc:sldMk cId="876843202" sldId="347"/>
            <ac:spMk id="2" creationId="{318D6D7D-97E3-4942-A605-196D8A9A86E8}"/>
          </ac:spMkLst>
        </pc:spChg>
        <pc:spChg chg="mod">
          <ac:chgData name="Chuck jee Chau (CSD)" userId="7aa7a09e-983f-4214-9e5a-071cbb678e81" providerId="ADAL" clId="{8EE21599-21C9-E340-BA67-924ECE571A92}" dt="2019-10-01T14:57:58.372" v="295"/>
          <ac:spMkLst>
            <pc:docMk/>
            <pc:sldMk cId="876843202" sldId="347"/>
            <ac:spMk id="3" creationId="{B0B63489-D9BC-3A4E-9596-D7521997B704}"/>
          </ac:spMkLst>
        </pc:spChg>
      </pc:sldChg>
      <pc:sldChg chg="modSp add">
        <pc:chgData name="Chuck jee Chau (CSD)" userId="7aa7a09e-983f-4214-9e5a-071cbb678e81" providerId="ADAL" clId="{8EE21599-21C9-E340-BA67-924ECE571A92}" dt="2019-10-01T15:06:57.502" v="473" actId="2710"/>
        <pc:sldMkLst>
          <pc:docMk/>
          <pc:sldMk cId="769026573" sldId="348"/>
        </pc:sldMkLst>
        <pc:spChg chg="mod">
          <ac:chgData name="Chuck jee Chau (CSD)" userId="7aa7a09e-983f-4214-9e5a-071cbb678e81" providerId="ADAL" clId="{8EE21599-21C9-E340-BA67-924ECE571A92}" dt="2019-10-01T15:06:16.017" v="357" actId="20577"/>
          <ac:spMkLst>
            <pc:docMk/>
            <pc:sldMk cId="769026573" sldId="348"/>
            <ac:spMk id="2" creationId="{46CB1B17-86D6-6544-B2C5-F7C3F241E04B}"/>
          </ac:spMkLst>
        </pc:spChg>
        <pc:spChg chg="mod">
          <ac:chgData name="Chuck jee Chau (CSD)" userId="7aa7a09e-983f-4214-9e5a-071cbb678e81" providerId="ADAL" clId="{8EE21599-21C9-E340-BA67-924ECE571A92}" dt="2019-10-01T15:06:57.502" v="473" actId="2710"/>
          <ac:spMkLst>
            <pc:docMk/>
            <pc:sldMk cId="769026573" sldId="348"/>
            <ac:spMk id="3" creationId="{03B14D9A-9DFB-274E-8126-3020D76DFA86}"/>
          </ac:spMkLst>
        </pc:spChg>
      </pc:sldChg>
    </pc:docChg>
  </pc:docChgLst>
  <pc:docChgLst>
    <pc:chgData name="William Hui (IEG)" userId="S::kyhui@cuhk.edu.hk::07728535-8fdc-4325-b24f-20cc4d58a3a3" providerId="AD" clId="Web-{783E9276-7FBB-642D-8921-EAC91788C987}"/>
    <pc:docChg chg="addSld delSld modSld">
      <pc:chgData name="William Hui (IEG)" userId="S::kyhui@cuhk.edu.hk::07728535-8fdc-4325-b24f-20cc4d58a3a3" providerId="AD" clId="Web-{783E9276-7FBB-642D-8921-EAC91788C987}" dt="2019-08-24T11:25:08.103" v="122" actId="20577"/>
      <pc:docMkLst>
        <pc:docMk/>
      </pc:docMkLst>
      <pc:sldChg chg="modSp del">
        <pc:chgData name="William Hui (IEG)" userId="S::kyhui@cuhk.edu.hk::07728535-8fdc-4325-b24f-20cc4d58a3a3" providerId="AD" clId="Web-{783E9276-7FBB-642D-8921-EAC91788C987}" dt="2019-08-24T11:24:14.697" v="16"/>
        <pc:sldMkLst>
          <pc:docMk/>
          <pc:sldMk cId="452717289" sldId="257"/>
        </pc:sldMkLst>
        <pc:spChg chg="mod">
          <ac:chgData name="William Hui (IEG)" userId="S::kyhui@cuhk.edu.hk::07728535-8fdc-4325-b24f-20cc4d58a3a3" providerId="AD" clId="Web-{783E9276-7FBB-642D-8921-EAC91788C987}" dt="2019-08-24T11:24:09.509" v="13" actId="20577"/>
          <ac:spMkLst>
            <pc:docMk/>
            <pc:sldMk cId="452717289" sldId="257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783E9276-7FBB-642D-8921-EAC91788C987}" dt="2019-08-24T11:25:03.728" v="118" actId="20577"/>
        <pc:sldMkLst>
          <pc:docMk/>
          <pc:sldMk cId="2389990707" sldId="268"/>
        </pc:sldMkLst>
        <pc:spChg chg="mod">
          <ac:chgData name="William Hui (IEG)" userId="S::kyhui@cuhk.edu.hk::07728535-8fdc-4325-b24f-20cc4d58a3a3" providerId="AD" clId="Web-{783E9276-7FBB-642D-8921-EAC91788C987}" dt="2019-08-24T11:24:32.306" v="21" actId="20577"/>
          <ac:spMkLst>
            <pc:docMk/>
            <pc:sldMk cId="2389990707" sldId="268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783E9276-7FBB-642D-8921-EAC91788C987}" dt="2019-08-24T11:25:03.728" v="118" actId="20577"/>
          <ac:spMkLst>
            <pc:docMk/>
            <pc:sldMk cId="2389990707" sldId="268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783E9276-7FBB-642D-8921-EAC91788C987}" dt="2019-08-24T11:24:04.447" v="10" actId="20577"/>
        <pc:sldMkLst>
          <pc:docMk/>
          <pc:sldMk cId="1971017547" sldId="334"/>
        </pc:sldMkLst>
        <pc:spChg chg="mod">
          <ac:chgData name="William Hui (IEG)" userId="S::kyhui@cuhk.edu.hk::07728535-8fdc-4325-b24f-20cc4d58a3a3" providerId="AD" clId="Web-{783E9276-7FBB-642D-8921-EAC91788C987}" dt="2019-08-24T11:24:04.447" v="10" actId="20577"/>
          <ac:spMkLst>
            <pc:docMk/>
            <pc:sldMk cId="1971017547" sldId="334"/>
            <ac:spMk id="2" creationId="{00000000-0000-0000-0000-000000000000}"/>
          </ac:spMkLst>
        </pc:spChg>
      </pc:sldChg>
      <pc:sldChg chg="modSp add replId">
        <pc:chgData name="William Hui (IEG)" userId="S::kyhui@cuhk.edu.hk::07728535-8fdc-4325-b24f-20cc4d58a3a3" providerId="AD" clId="Web-{783E9276-7FBB-642D-8921-EAC91788C987}" dt="2019-08-24T11:25:07.775" v="120" actId="20577"/>
        <pc:sldMkLst>
          <pc:docMk/>
          <pc:sldMk cId="1841907987" sldId="337"/>
        </pc:sldMkLst>
        <pc:spChg chg="mod">
          <ac:chgData name="William Hui (IEG)" userId="S::kyhui@cuhk.edu.hk::07728535-8fdc-4325-b24f-20cc4d58a3a3" providerId="AD" clId="Web-{783E9276-7FBB-642D-8921-EAC91788C987}" dt="2019-08-24T11:25:07.775" v="120" actId="20577"/>
          <ac:spMkLst>
            <pc:docMk/>
            <pc:sldMk cId="1841907987" sldId="337"/>
            <ac:spMk id="3" creationId="{00000000-0000-0000-0000-000000000000}"/>
          </ac:spMkLst>
        </pc:spChg>
      </pc:sldChg>
    </pc:docChg>
  </pc:docChgLst>
  <pc:docChgLst>
    <pc:chgData name="Yim Pan Chui, Dr. (CSD)" userId="06f431c5-cc1a-4439-a61b-5f3af947c103" providerId="ADAL" clId="{7F328F9B-ABD4-42FD-8D1B-878CE0E55A47}"/>
    <pc:docChg chg="undo custSel modSld">
      <pc:chgData name="Yim Pan Chui, Dr. (CSD)" userId="06f431c5-cc1a-4439-a61b-5f3af947c103" providerId="ADAL" clId="{7F328F9B-ABD4-42FD-8D1B-878CE0E55A47}" dt="2024-02-22T08:16:33.017" v="77" actId="207"/>
      <pc:docMkLst>
        <pc:docMk/>
      </pc:docMkLst>
      <pc:sldChg chg="modSp mod">
        <pc:chgData name="Yim Pan Chui, Dr. (CSD)" userId="06f431c5-cc1a-4439-a61b-5f3af947c103" providerId="ADAL" clId="{7F328F9B-ABD4-42FD-8D1B-878CE0E55A47}" dt="2024-02-22T08:16:33.017" v="77" actId="207"/>
        <pc:sldMkLst>
          <pc:docMk/>
          <pc:sldMk cId="439030304" sldId="307"/>
        </pc:sldMkLst>
        <pc:spChg chg="mod">
          <ac:chgData name="Yim Pan Chui, Dr. (CSD)" userId="06f431c5-cc1a-4439-a61b-5f3af947c103" providerId="ADAL" clId="{7F328F9B-ABD4-42FD-8D1B-878CE0E55A47}" dt="2024-02-22T08:16:33.017" v="77" actId="207"/>
          <ac:spMkLst>
            <pc:docMk/>
            <pc:sldMk cId="439030304" sldId="307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7F328F9B-ABD4-42FD-8D1B-878CE0E55A47}" dt="2024-02-22T08:03:03.606" v="70" actId="207"/>
          <ac:spMkLst>
            <pc:docMk/>
            <pc:sldMk cId="439030304" sldId="307"/>
            <ac:spMk id="18" creationId="{00000000-0000-0000-0000-000000000000}"/>
          </ac:spMkLst>
        </pc:spChg>
        <pc:spChg chg="mod">
          <ac:chgData name="Yim Pan Chui, Dr. (CSD)" userId="06f431c5-cc1a-4439-a61b-5f3af947c103" providerId="ADAL" clId="{7F328F9B-ABD4-42FD-8D1B-878CE0E55A47}" dt="2024-02-15T03:19:09.636" v="2" actId="207"/>
          <ac:spMkLst>
            <pc:docMk/>
            <pc:sldMk cId="439030304" sldId="307"/>
            <ac:spMk id="19" creationId="{00000000-0000-0000-0000-000000000000}"/>
          </ac:spMkLst>
        </pc:spChg>
        <pc:spChg chg="mod">
          <ac:chgData name="Yim Pan Chui, Dr. (CSD)" userId="06f431c5-cc1a-4439-a61b-5f3af947c103" providerId="ADAL" clId="{7F328F9B-ABD4-42FD-8D1B-878CE0E55A47}" dt="2024-02-15T03:18:51.890" v="1" actId="207"/>
          <ac:spMkLst>
            <pc:docMk/>
            <pc:sldMk cId="439030304" sldId="307"/>
            <ac:spMk id="20" creationId="{00000000-0000-0000-0000-000000000000}"/>
          </ac:spMkLst>
        </pc:spChg>
        <pc:spChg chg="mod">
          <ac:chgData name="Yim Pan Chui, Dr. (CSD)" userId="06f431c5-cc1a-4439-a61b-5f3af947c103" providerId="ADAL" clId="{7F328F9B-ABD4-42FD-8D1B-878CE0E55A47}" dt="2024-02-15T03:19:14.295" v="3" actId="207"/>
          <ac:spMkLst>
            <pc:docMk/>
            <pc:sldMk cId="439030304" sldId="307"/>
            <ac:spMk id="22" creationId="{00000000-0000-0000-0000-000000000000}"/>
          </ac:spMkLst>
        </pc:spChg>
        <pc:spChg chg="mod">
          <ac:chgData name="Yim Pan Chui, Dr. (CSD)" userId="06f431c5-cc1a-4439-a61b-5f3af947c103" providerId="ADAL" clId="{7F328F9B-ABD4-42FD-8D1B-878CE0E55A47}" dt="2024-02-22T08:10:19.510" v="71" actId="13926"/>
          <ac:spMkLst>
            <pc:docMk/>
            <pc:sldMk cId="439030304" sldId="307"/>
            <ac:spMk id="24" creationId="{00000000-0000-0000-0000-000000000000}"/>
          </ac:spMkLst>
        </pc:spChg>
        <pc:spChg chg="mod">
          <ac:chgData name="Yim Pan Chui, Dr. (CSD)" userId="06f431c5-cc1a-4439-a61b-5f3af947c103" providerId="ADAL" clId="{7F328F9B-ABD4-42FD-8D1B-878CE0E55A47}" dt="2024-02-21T02:48:54.059" v="68" actId="13926"/>
          <ac:spMkLst>
            <pc:docMk/>
            <pc:sldMk cId="439030304" sldId="307"/>
            <ac:spMk id="659459" creationId="{00000000-0000-0000-0000-000000000000}"/>
          </ac:spMkLst>
        </pc:spChg>
      </pc:sldChg>
      <pc:sldChg chg="modSp mod">
        <pc:chgData name="Yim Pan Chui, Dr. (CSD)" userId="06f431c5-cc1a-4439-a61b-5f3af947c103" providerId="ADAL" clId="{7F328F9B-ABD4-42FD-8D1B-878CE0E55A47}" dt="2024-02-22T08:10:54.239" v="74" actId="13926"/>
        <pc:sldMkLst>
          <pc:docMk/>
          <pc:sldMk cId="1975804927" sldId="308"/>
        </pc:sldMkLst>
        <pc:spChg chg="mod">
          <ac:chgData name="Yim Pan Chui, Dr. (CSD)" userId="06f431c5-cc1a-4439-a61b-5f3af947c103" providerId="ADAL" clId="{7F328F9B-ABD4-42FD-8D1B-878CE0E55A47}" dt="2024-02-22T08:10:54.239" v="74" actId="13926"/>
          <ac:spMkLst>
            <pc:docMk/>
            <pc:sldMk cId="1975804927" sldId="308"/>
            <ac:spMk id="22532" creationId="{00000000-0000-0000-0000-000000000000}"/>
          </ac:spMkLst>
        </pc:spChg>
      </pc:sldChg>
      <pc:sldChg chg="delSp modSp mod">
        <pc:chgData name="Yim Pan Chui, Dr. (CSD)" userId="06f431c5-cc1a-4439-a61b-5f3af947c103" providerId="ADAL" clId="{7F328F9B-ABD4-42FD-8D1B-878CE0E55A47}" dt="2024-02-15T03:23:46.186" v="21" actId="478"/>
        <pc:sldMkLst>
          <pc:docMk/>
          <pc:sldMk cId="4073212048" sldId="310"/>
        </pc:sldMkLst>
        <pc:spChg chg="mod">
          <ac:chgData name="Yim Pan Chui, Dr. (CSD)" userId="06f431c5-cc1a-4439-a61b-5f3af947c103" providerId="ADAL" clId="{7F328F9B-ABD4-42FD-8D1B-878CE0E55A47}" dt="2024-02-15T03:23:27.169" v="19" actId="13926"/>
          <ac:spMkLst>
            <pc:docMk/>
            <pc:sldMk cId="4073212048" sldId="310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7F328F9B-ABD4-42FD-8D1B-878CE0E55A47}" dt="2024-02-15T03:23:34.653" v="20" actId="13926"/>
          <ac:spMkLst>
            <pc:docMk/>
            <pc:sldMk cId="4073212048" sldId="310"/>
            <ac:spMk id="14" creationId="{00000000-0000-0000-0000-000000000000}"/>
          </ac:spMkLst>
        </pc:spChg>
        <pc:spChg chg="del mod">
          <ac:chgData name="Yim Pan Chui, Dr. (CSD)" userId="06f431c5-cc1a-4439-a61b-5f3af947c103" providerId="ADAL" clId="{7F328F9B-ABD4-42FD-8D1B-878CE0E55A47}" dt="2024-02-15T03:23:46.186" v="21" actId="478"/>
          <ac:spMkLst>
            <pc:docMk/>
            <pc:sldMk cId="4073212048" sldId="310"/>
            <ac:spMk id="20" creationId="{00000000-0000-0000-0000-000000000000}"/>
          </ac:spMkLst>
        </pc:spChg>
        <pc:spChg chg="del mod">
          <ac:chgData name="Yim Pan Chui, Dr. (CSD)" userId="06f431c5-cc1a-4439-a61b-5f3af947c103" providerId="ADAL" clId="{7F328F9B-ABD4-42FD-8D1B-878CE0E55A47}" dt="2024-02-15T03:23:46.186" v="21" actId="478"/>
          <ac:spMkLst>
            <pc:docMk/>
            <pc:sldMk cId="4073212048" sldId="310"/>
            <ac:spMk id="21" creationId="{00000000-0000-0000-0000-000000000000}"/>
          </ac:spMkLst>
        </pc:spChg>
        <pc:spChg chg="del mod">
          <ac:chgData name="Yim Pan Chui, Dr. (CSD)" userId="06f431c5-cc1a-4439-a61b-5f3af947c103" providerId="ADAL" clId="{7F328F9B-ABD4-42FD-8D1B-878CE0E55A47}" dt="2024-02-15T03:23:46.186" v="21" actId="478"/>
          <ac:spMkLst>
            <pc:docMk/>
            <pc:sldMk cId="4073212048" sldId="310"/>
            <ac:spMk id="23" creationId="{00000000-0000-0000-0000-000000000000}"/>
          </ac:spMkLst>
        </pc:spChg>
        <pc:spChg chg="del mod">
          <ac:chgData name="Yim Pan Chui, Dr. (CSD)" userId="06f431c5-cc1a-4439-a61b-5f3af947c103" providerId="ADAL" clId="{7F328F9B-ABD4-42FD-8D1B-878CE0E55A47}" dt="2024-02-15T03:23:46.186" v="21" actId="478"/>
          <ac:spMkLst>
            <pc:docMk/>
            <pc:sldMk cId="4073212048" sldId="310"/>
            <ac:spMk id="25" creationId="{00000000-0000-0000-0000-000000000000}"/>
          </ac:spMkLst>
        </pc:spChg>
      </pc:sldChg>
      <pc:sldChg chg="modSp mod">
        <pc:chgData name="Yim Pan Chui, Dr. (CSD)" userId="06f431c5-cc1a-4439-a61b-5f3af947c103" providerId="ADAL" clId="{7F328F9B-ABD4-42FD-8D1B-878CE0E55A47}" dt="2024-02-15T03:29:08.820" v="40" actId="13926"/>
        <pc:sldMkLst>
          <pc:docMk/>
          <pc:sldMk cId="819198260" sldId="312"/>
        </pc:sldMkLst>
        <pc:spChg chg="mod">
          <ac:chgData name="Yim Pan Chui, Dr. (CSD)" userId="06f431c5-cc1a-4439-a61b-5f3af947c103" providerId="ADAL" clId="{7F328F9B-ABD4-42FD-8D1B-878CE0E55A47}" dt="2024-02-15T03:29:08.820" v="40" actId="13926"/>
          <ac:spMkLst>
            <pc:docMk/>
            <pc:sldMk cId="819198260" sldId="312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7F328F9B-ABD4-42FD-8D1B-878CE0E55A47}" dt="2024-02-15T03:28:56.092" v="38" actId="13926"/>
          <ac:spMkLst>
            <pc:docMk/>
            <pc:sldMk cId="819198260" sldId="312"/>
            <ac:spMk id="14" creationId="{00000000-0000-0000-0000-000000000000}"/>
          </ac:spMkLst>
        </pc:spChg>
        <pc:spChg chg="mod">
          <ac:chgData name="Yim Pan Chui, Dr. (CSD)" userId="06f431c5-cc1a-4439-a61b-5f3af947c103" providerId="ADAL" clId="{7F328F9B-ABD4-42FD-8D1B-878CE0E55A47}" dt="2024-02-15T03:29:03.049" v="39" actId="13926"/>
          <ac:spMkLst>
            <pc:docMk/>
            <pc:sldMk cId="819198260" sldId="312"/>
            <ac:spMk id="22532" creationId="{00000000-0000-0000-0000-000000000000}"/>
          </ac:spMkLst>
        </pc:spChg>
      </pc:sldChg>
      <pc:sldChg chg="modSp mod">
        <pc:chgData name="Yim Pan Chui, Dr. (CSD)" userId="06f431c5-cc1a-4439-a61b-5f3af947c103" providerId="ADAL" clId="{7F328F9B-ABD4-42FD-8D1B-878CE0E55A47}" dt="2024-02-22T08:16:08.438" v="76" actId="13926"/>
        <pc:sldMkLst>
          <pc:docMk/>
          <pc:sldMk cId="2924894201" sldId="335"/>
        </pc:sldMkLst>
        <pc:spChg chg="mod">
          <ac:chgData name="Yim Pan Chui, Dr. (CSD)" userId="06f431c5-cc1a-4439-a61b-5f3af947c103" providerId="ADAL" clId="{7F328F9B-ABD4-42FD-8D1B-878CE0E55A47}" dt="2024-02-22T08:16:08.438" v="76" actId="13926"/>
          <ac:spMkLst>
            <pc:docMk/>
            <pc:sldMk cId="2924894201" sldId="335"/>
            <ac:spMk id="23559" creationId="{00000000-0000-0000-0000-000000000000}"/>
          </ac:spMkLst>
        </pc:spChg>
      </pc:sldChg>
      <pc:sldChg chg="modSp mod">
        <pc:chgData name="Yim Pan Chui, Dr. (CSD)" userId="06f431c5-cc1a-4439-a61b-5f3af947c103" providerId="ADAL" clId="{7F328F9B-ABD4-42FD-8D1B-878CE0E55A47}" dt="2024-02-22T08:15:44.090" v="75" actId="13926"/>
        <pc:sldMkLst>
          <pc:docMk/>
          <pc:sldMk cId="1313796965" sldId="336"/>
        </pc:sldMkLst>
        <pc:spChg chg="mod">
          <ac:chgData name="Yim Pan Chui, Dr. (CSD)" userId="06f431c5-cc1a-4439-a61b-5f3af947c103" providerId="ADAL" clId="{7F328F9B-ABD4-42FD-8D1B-878CE0E55A47}" dt="2024-02-22T08:15:44.090" v="75" actId="13926"/>
          <ac:spMkLst>
            <pc:docMk/>
            <pc:sldMk cId="1313796965" sldId="336"/>
            <ac:spMk id="22535" creationId="{00000000-0000-0000-0000-000000000000}"/>
          </ac:spMkLst>
        </pc:spChg>
      </pc:sldChg>
      <pc:sldChg chg="modSp mod">
        <pc:chgData name="Yim Pan Chui, Dr. (CSD)" userId="06f431c5-cc1a-4439-a61b-5f3af947c103" providerId="ADAL" clId="{7F328F9B-ABD4-42FD-8D1B-878CE0E55A47}" dt="2024-02-15T03:34:17.465" v="66" actId="13926"/>
        <pc:sldMkLst>
          <pc:docMk/>
          <pc:sldMk cId="740399349" sldId="337"/>
        </pc:sldMkLst>
        <pc:spChg chg="mod">
          <ac:chgData name="Yim Pan Chui, Dr. (CSD)" userId="06f431c5-cc1a-4439-a61b-5f3af947c103" providerId="ADAL" clId="{7F328F9B-ABD4-42FD-8D1B-878CE0E55A47}" dt="2024-02-15T03:34:17.465" v="66" actId="13926"/>
          <ac:spMkLst>
            <pc:docMk/>
            <pc:sldMk cId="740399349" sldId="337"/>
            <ac:spMk id="22535" creationId="{00000000-0000-0000-0000-000000000000}"/>
          </ac:spMkLst>
        </pc:spChg>
      </pc:sldChg>
      <pc:sldChg chg="modSp mod">
        <pc:chgData name="Yim Pan Chui, Dr. (CSD)" userId="06f431c5-cc1a-4439-a61b-5f3af947c103" providerId="ADAL" clId="{7F328F9B-ABD4-42FD-8D1B-878CE0E55A47}" dt="2024-02-15T03:31:23.631" v="50" actId="13926"/>
        <pc:sldMkLst>
          <pc:docMk/>
          <pc:sldMk cId="3325095271" sldId="339"/>
        </pc:sldMkLst>
        <pc:spChg chg="mod">
          <ac:chgData name="Yim Pan Chui, Dr. (CSD)" userId="06f431c5-cc1a-4439-a61b-5f3af947c103" providerId="ADAL" clId="{7F328F9B-ABD4-42FD-8D1B-878CE0E55A47}" dt="2024-02-15T03:31:23.631" v="50" actId="13926"/>
          <ac:spMkLst>
            <pc:docMk/>
            <pc:sldMk cId="3325095271" sldId="339"/>
            <ac:spMk id="15363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17308F0A-D845-73EB-78A0-1AA221CA1AFE}"/>
    <pc:docChg chg="delSld sldOrd">
      <pc:chgData name="William Hui (IEG)" userId="S::kyhui@cuhk.edu.hk::07728535-8fdc-4325-b24f-20cc4d58a3a3" providerId="AD" clId="Web-{17308F0A-D845-73EB-78A0-1AA221CA1AFE}" dt="2019-09-21T13:27:38.481" v="3"/>
      <pc:docMkLst>
        <pc:docMk/>
      </pc:docMkLst>
      <pc:sldChg chg="del ord">
        <pc:chgData name="William Hui (IEG)" userId="S::kyhui@cuhk.edu.hk::07728535-8fdc-4325-b24f-20cc4d58a3a3" providerId="AD" clId="Web-{17308F0A-D845-73EB-78A0-1AA221CA1AFE}" dt="2019-09-21T13:27:38.481" v="2"/>
        <pc:sldMkLst>
          <pc:docMk/>
          <pc:sldMk cId="2527276554" sldId="343"/>
        </pc:sldMkLst>
      </pc:sldChg>
      <pc:sldChg chg="del">
        <pc:chgData name="William Hui (IEG)" userId="S::kyhui@cuhk.edu.hk::07728535-8fdc-4325-b24f-20cc4d58a3a3" providerId="AD" clId="Web-{17308F0A-D845-73EB-78A0-1AA221CA1AFE}" dt="2019-09-21T13:27:38.481" v="3"/>
        <pc:sldMkLst>
          <pc:docMk/>
          <pc:sldMk cId="1926019625" sldId="344"/>
        </pc:sldMkLst>
      </pc:sldChg>
    </pc:docChg>
  </pc:docChgLst>
  <pc:docChgLst>
    <pc:chgData name="William Hui (IEG)" userId="S::kyhui@cuhk.edu.hk::07728535-8fdc-4325-b24f-20cc4d58a3a3" providerId="AD" clId="Web-{220CBFC1-1DEF-376A-F27D-7BD347CD70ED}"/>
    <pc:docChg chg="addSld modSld">
      <pc:chgData name="William Hui (IEG)" userId="S::kyhui@cuhk.edu.hk::07728535-8fdc-4325-b24f-20cc4d58a3a3" providerId="AD" clId="Web-{220CBFC1-1DEF-376A-F27D-7BD347CD70ED}" dt="2019-09-20T08:59:59.814" v="97" actId="20577"/>
      <pc:docMkLst>
        <pc:docMk/>
      </pc:docMkLst>
      <pc:sldChg chg="modSp add">
        <pc:chgData name="William Hui (IEG)" userId="S::kyhui@cuhk.edu.hk::07728535-8fdc-4325-b24f-20cc4d58a3a3" providerId="AD" clId="Web-{220CBFC1-1DEF-376A-F27D-7BD347CD70ED}" dt="2019-09-20T08:59:59.814" v="96" actId="20577"/>
        <pc:sldMkLst>
          <pc:docMk/>
          <pc:sldMk cId="1007176180" sldId="345"/>
        </pc:sldMkLst>
        <pc:spChg chg="mod">
          <ac:chgData name="William Hui (IEG)" userId="S::kyhui@cuhk.edu.hk::07728535-8fdc-4325-b24f-20cc4d58a3a3" providerId="AD" clId="Web-{220CBFC1-1DEF-376A-F27D-7BD347CD70ED}" dt="2019-09-20T08:59:38.705" v="11" actId="20577"/>
          <ac:spMkLst>
            <pc:docMk/>
            <pc:sldMk cId="1007176180" sldId="345"/>
            <ac:spMk id="21507" creationId="{00000000-0000-0000-0000-000000000000}"/>
          </ac:spMkLst>
        </pc:spChg>
        <pc:spChg chg="mod">
          <ac:chgData name="William Hui (IEG)" userId="S::kyhui@cuhk.edu.hk::07728535-8fdc-4325-b24f-20cc4d58a3a3" providerId="AD" clId="Web-{220CBFC1-1DEF-376A-F27D-7BD347CD70ED}" dt="2019-09-20T08:59:59.814" v="96" actId="20577"/>
          <ac:spMkLst>
            <pc:docMk/>
            <pc:sldMk cId="1007176180" sldId="345"/>
            <ac:spMk id="21508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719F0F6F-EBD0-6B08-FF07-DF9DB4BDE50C}"/>
    <pc:docChg chg="modSld">
      <pc:chgData name="William Hui (IEG)" userId="S::kyhui@cuhk.edu.hk::07728535-8fdc-4325-b24f-20cc4d58a3a3" providerId="AD" clId="Web-{719F0F6F-EBD0-6B08-FF07-DF9DB4BDE50C}" dt="2019-09-24T14:57:17.408" v="88" actId="20577"/>
      <pc:docMkLst>
        <pc:docMk/>
      </pc:docMkLst>
      <pc:sldChg chg="modSp">
        <pc:chgData name="William Hui (IEG)" userId="S::kyhui@cuhk.edu.hk::07728535-8fdc-4325-b24f-20cc4d58a3a3" providerId="AD" clId="Web-{719F0F6F-EBD0-6B08-FF07-DF9DB4BDE50C}" dt="2019-09-24T14:57:17.408" v="87" actId="20577"/>
        <pc:sldMkLst>
          <pc:docMk/>
          <pc:sldMk cId="2389990707" sldId="268"/>
        </pc:sldMkLst>
        <pc:spChg chg="mod">
          <ac:chgData name="William Hui (IEG)" userId="S::kyhui@cuhk.edu.hk::07728535-8fdc-4325-b24f-20cc4d58a3a3" providerId="AD" clId="Web-{719F0F6F-EBD0-6B08-FF07-DF9DB4BDE50C}" dt="2019-09-24T14:57:17.408" v="87" actId="20577"/>
          <ac:spMkLst>
            <pc:docMk/>
            <pc:sldMk cId="2389990707" sldId="268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33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73FBA3-FF73-4CAF-9AEF-8B4BE8F96046}" type="slidenum">
              <a:rPr lang="zh-TW" altLang="en-US"/>
              <a:pPr/>
              <a:t>4</a:t>
            </a:fld>
            <a:endParaRPr lang="en-US" altLang="zh-TW"/>
          </a:p>
        </p:txBody>
      </p:sp>
      <p:sp>
        <p:nvSpPr>
          <p:cNvPr id="68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29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73FBA3-FF73-4CAF-9AEF-8B4BE8F96046}" type="slidenum">
              <a:rPr lang="zh-TW" altLang="en-US"/>
              <a:pPr/>
              <a:t>6</a:t>
            </a:fld>
            <a:endParaRPr lang="en-US" altLang="zh-TW"/>
          </a:p>
        </p:txBody>
      </p:sp>
      <p:sp>
        <p:nvSpPr>
          <p:cNvPr id="68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87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30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40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35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32996429-F486-4407-9499-7AC487EF9A74}" type="slidenum">
              <a:rPr lang="zh-TW" altLang="en-US" b="0">
                <a:latin typeface="Arial" panose="020B0604020202020204" pitchFamily="34" charset="0"/>
              </a:rPr>
              <a:pPr/>
              <a:t>11</a:t>
            </a:fld>
            <a:endParaRPr lang="en-US" altLang="zh-TW" b="0" dirty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545969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32996429-F486-4407-9499-7AC487EF9A74}" type="slidenum">
              <a:rPr lang="zh-TW" altLang="en-US" b="0">
                <a:latin typeface="Arial" panose="020B0604020202020204" pitchFamily="34" charset="0"/>
              </a:rPr>
              <a:pPr/>
              <a:t>12</a:t>
            </a:fld>
            <a:endParaRPr lang="en-US" altLang="zh-TW" b="0" dirty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2761125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35242047-2399-45EB-94F8-F8F8C3391995}" type="slidenum">
              <a:rPr lang="zh-TW" altLang="en-US" b="0">
                <a:latin typeface="Arial" panose="020B0604020202020204" pitchFamily="34" charset="0"/>
              </a:rPr>
              <a:pPr/>
              <a:t>13</a:t>
            </a:fld>
            <a:endParaRPr lang="en-US" altLang="zh-TW" b="0" dirty="0"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4247722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149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31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CB658C-C1A7-450C-89D2-DFF02B4821E9}" type="datetime1">
              <a:rPr lang="zh-TW" altLang="en-US"/>
              <a:pPr/>
              <a:t>2024/2/22</a:t>
            </a:fld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02A09-46C3-4B27-B4E1-E80642C8317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540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382000" cy="3279773"/>
          </a:xfrm>
        </p:spPr>
        <p:txBody>
          <a:bodyPr anchor="t" anchorCtr="0">
            <a:normAutofit/>
          </a:bodyPr>
          <a:lstStyle/>
          <a:p>
            <a:br>
              <a:rPr lang="en-US" dirty="0"/>
            </a:br>
            <a:r>
              <a:rPr lang="en-US" b="1" dirty="0"/>
              <a:t>Looping (II)</a:t>
            </a:r>
          </a:p>
        </p:txBody>
      </p:sp>
    </p:spTree>
    <p:extLst>
      <p:ext uri="{BB962C8B-B14F-4D97-AF65-F5344CB8AC3E}">
        <p14:creationId xmlns:p14="http://schemas.microsoft.com/office/powerpoint/2010/main" val="197101754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6D7D-97E3-4942-A605-196D8A9A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63489-D9BC-3A4E-9596-D7521997B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Motivation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dirty="0"/>
              <a:t> statement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Further Examples on Array Processing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More For-Loop Examples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DC75D-22B6-4048-A2DE-2CCF1B71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4320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In our previous lectures and lab, we have learned how to use </a:t>
            </a:r>
            <a:r>
              <a:rPr lang="en-US" b="1" dirty="0">
                <a:cs typeface="Calibri"/>
              </a:rPr>
              <a:t>while</a:t>
            </a:r>
            <a:r>
              <a:rPr lang="en-US" dirty="0">
                <a:cs typeface="Calibri"/>
              </a:rPr>
              <a:t> loop</a:t>
            </a:r>
          </a:p>
          <a:p>
            <a:r>
              <a:rPr lang="en-US" dirty="0">
                <a:cs typeface="Calibri"/>
              </a:rPr>
              <a:t>We have also seen that there are two </a:t>
            </a:r>
            <a:r>
              <a:rPr lang="en-US" u="sng" dirty="0">
                <a:cs typeface="Calibri"/>
              </a:rPr>
              <a:t>Basic Cases</a:t>
            </a:r>
            <a:r>
              <a:rPr lang="en-US" dirty="0">
                <a:cs typeface="Calibri"/>
              </a:rPr>
              <a:t> of looping:</a:t>
            </a:r>
          </a:p>
          <a:p>
            <a:pPr lvl="1"/>
            <a:r>
              <a:rPr lang="en-US" u="sng" dirty="0">
                <a:cs typeface="Calibri"/>
              </a:rPr>
              <a:t>Finite repetition</a:t>
            </a:r>
          </a:p>
          <a:p>
            <a:pPr lvl="1"/>
            <a:r>
              <a:rPr lang="en-US" u="sng" dirty="0">
                <a:cs typeface="Calibri"/>
              </a:rPr>
              <a:t>Indefinite repetition</a:t>
            </a:r>
          </a:p>
          <a:p>
            <a:r>
              <a:rPr lang="en-US" dirty="0">
                <a:cs typeface="Calibri"/>
              </a:rPr>
              <a:t>Today we are going to look at </a:t>
            </a:r>
            <a:r>
              <a:rPr lang="en-US" dirty="0">
                <a:latin typeface="Consolas"/>
                <a:cs typeface="Calibri"/>
              </a:rPr>
              <a:t>for</a:t>
            </a:r>
            <a:r>
              <a:rPr lang="en-US" dirty="0">
                <a:latin typeface="Calibri"/>
                <a:cs typeface="Calibri"/>
              </a:rPr>
              <a:t> loop</a:t>
            </a:r>
            <a:r>
              <a:rPr lang="en-US" dirty="0">
                <a:cs typeface="Calibri"/>
              </a:rPr>
              <a:t>, a feature that generally help us do </a:t>
            </a:r>
            <a:r>
              <a:rPr lang="en-US" u="sng" dirty="0">
                <a:cs typeface="Calibri"/>
              </a:rPr>
              <a:t>finite repetition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9070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</a:rPr>
              <a:t>for</a:t>
            </a:r>
            <a:r>
              <a:rPr lang="en-US" altLang="zh-TW" dirty="0">
                <a:solidFill>
                  <a:srgbClr val="FF3300"/>
                </a:solidFill>
                <a:ea typeface="新細明體"/>
              </a:rPr>
              <a:t> </a:t>
            </a:r>
            <a:r>
              <a:rPr lang="en-US" altLang="zh-TW" dirty="0">
                <a:ea typeface="新細明體"/>
              </a:rPr>
              <a:t>statement (</a:t>
            </a:r>
            <a:r>
              <a:rPr lang="en-US" altLang="zh-TW" i="1" dirty="0">
                <a:ea typeface="新細明體"/>
              </a:rPr>
              <a:t>Syntax</a:t>
            </a:r>
            <a:r>
              <a:rPr lang="en-US" altLang="zh-TW" dirty="0">
                <a:ea typeface="新細明體"/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E2CF4-7484-41D7-B20A-8F9043140677}" type="slidenum">
              <a:rPr lang="zh-TW" altLang="en-US" smtClean="0"/>
              <a:pPr/>
              <a:t>4</a:t>
            </a:fld>
            <a:endParaRPr lang="en-US" altLang="zh-TW" dirty="0"/>
          </a:p>
        </p:txBody>
      </p:sp>
      <p:sp>
        <p:nvSpPr>
          <p:cNvPr id="65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39" y="1066800"/>
            <a:ext cx="5492261" cy="5181600"/>
          </a:xfrm>
        </p:spPr>
        <p:txBody>
          <a:bodyPr>
            <a:normAutofit fontScale="70000" lnSpcReduction="20000"/>
          </a:bodyPr>
          <a:lstStyle/>
          <a:p>
            <a:pPr lvl="0">
              <a:defRPr/>
            </a:pPr>
            <a:r>
              <a:rPr lang="en-US" altLang="zh-TW" dirty="0"/>
              <a:t>The </a:t>
            </a:r>
            <a:r>
              <a:rPr lang="en-US" altLang="zh-TW" b="1" dirty="0">
                <a:solidFill>
                  <a:schemeClr val="accent1"/>
                </a:solidFill>
                <a:highlight>
                  <a:srgbClr val="FFFF00"/>
                </a:highlight>
                <a:ea typeface="新細明體" pitchFamily="18" charset="-120"/>
              </a:rPr>
              <a:t>initialization</a:t>
            </a:r>
            <a:r>
              <a:rPr lang="en-US" altLang="zh-TW" dirty="0"/>
              <a:t> (</a:t>
            </a:r>
            <a:r>
              <a:rPr lang="en-US" altLang="zh-TW" dirty="0" err="1"/>
              <a:t>init</a:t>
            </a:r>
            <a:r>
              <a:rPr lang="en-US" altLang="zh-TW" dirty="0"/>
              <a:t>) statement</a:t>
            </a:r>
          </a:p>
          <a:p>
            <a:pPr lvl="1">
              <a:defRPr/>
            </a:pPr>
            <a:r>
              <a:rPr lang="en-US" altLang="zh-TW" dirty="0"/>
              <a:t>Executes once before the </a:t>
            </a:r>
            <a:r>
              <a:rPr lang="en-US" altLang="zh-TW" b="1" dirty="0">
                <a:solidFill>
                  <a:schemeClr val="accent1"/>
                </a:solidFill>
              </a:rPr>
              <a:t>condition</a:t>
            </a:r>
            <a:r>
              <a:rPr lang="en-US" altLang="zh-TW" dirty="0"/>
              <a:t> statement.</a:t>
            </a:r>
          </a:p>
          <a:p>
            <a:pPr lvl="1">
              <a:defRPr/>
            </a:pPr>
            <a:endParaRPr lang="en-US" altLang="zh-TW" dirty="0"/>
          </a:p>
          <a:p>
            <a:pPr lvl="0"/>
            <a:r>
              <a:rPr lang="en-US" altLang="zh-TW" dirty="0"/>
              <a:t>The </a:t>
            </a:r>
            <a:r>
              <a:rPr lang="en-US" altLang="zh-TW" b="1" dirty="0">
                <a:solidFill>
                  <a:schemeClr val="accent1"/>
                </a:solidFill>
                <a:highlight>
                  <a:srgbClr val="C0C0C0"/>
                </a:highlight>
              </a:rPr>
              <a:t>condition</a:t>
            </a:r>
            <a:r>
              <a:rPr lang="en-US" altLang="zh-TW" dirty="0"/>
              <a:t> statement</a:t>
            </a:r>
          </a:p>
          <a:p>
            <a:pPr lvl="1"/>
            <a:r>
              <a:rPr lang="en-US" altLang="zh-TW" dirty="0"/>
              <a:t>is the same as in the while-loop condition.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The loop body (</a:t>
            </a:r>
            <a:r>
              <a:rPr lang="en-US" altLang="zh-TW" sz="3100" b="1" dirty="0">
                <a:solidFill>
                  <a:schemeClr val="accent1"/>
                </a:solidFill>
                <a:highlight>
                  <a:srgbClr val="00FF00"/>
                </a:highlight>
              </a:rPr>
              <a:t>statement1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Repeats until the </a:t>
            </a:r>
            <a:r>
              <a:rPr lang="en-US" altLang="zh-TW" b="1" dirty="0">
                <a:solidFill>
                  <a:schemeClr val="accent1"/>
                </a:solidFill>
              </a:rPr>
              <a:t>condition</a:t>
            </a:r>
            <a:r>
              <a:rPr lang="en-US" altLang="zh-TW" dirty="0"/>
              <a:t> statement becomes </a:t>
            </a:r>
            <a:r>
              <a:rPr lang="en-US" altLang="zh-TW" b="1" i="1" dirty="0"/>
              <a:t>false</a:t>
            </a:r>
            <a:r>
              <a:rPr lang="en-US" altLang="zh-TW" dirty="0"/>
              <a:t>.</a:t>
            </a:r>
          </a:p>
          <a:p>
            <a:endParaRPr lang="en-US" altLang="zh-TW" dirty="0"/>
          </a:p>
          <a:p>
            <a:r>
              <a:rPr lang="en-US" altLang="zh-TW" dirty="0"/>
              <a:t>The </a:t>
            </a:r>
            <a:r>
              <a:rPr lang="en-US" altLang="zh-TW" b="1" dirty="0">
                <a:solidFill>
                  <a:schemeClr val="accent1"/>
                </a:solidFill>
                <a:highlight>
                  <a:srgbClr val="00FF00"/>
                </a:highlight>
              </a:rPr>
              <a:t>update</a:t>
            </a:r>
            <a:r>
              <a:rPr lang="en-US" altLang="zh-TW" dirty="0"/>
              <a:t> statement</a:t>
            </a:r>
          </a:p>
          <a:p>
            <a:pPr lvl="1"/>
            <a:r>
              <a:rPr lang="en-US" altLang="zh-TW" dirty="0"/>
              <a:t>Executes after </a:t>
            </a:r>
            <a:r>
              <a:rPr lang="en-US" altLang="zh-TW" b="1" dirty="0">
                <a:solidFill>
                  <a:srgbClr val="0070C0"/>
                </a:solidFill>
              </a:rPr>
              <a:t>statement1</a:t>
            </a:r>
            <a:r>
              <a:rPr lang="en-US" altLang="zh-TW" dirty="0"/>
              <a:t> in each iteration, and</a:t>
            </a:r>
          </a:p>
          <a:p>
            <a:pPr lvl="1"/>
            <a:r>
              <a:rPr lang="en-US" altLang="zh-TW" dirty="0"/>
              <a:t>is usually for updating the loop </a:t>
            </a:r>
            <a:r>
              <a:rPr lang="en-US" altLang="zh-TW" b="1" dirty="0">
                <a:solidFill>
                  <a:schemeClr val="accent1"/>
                </a:solidFill>
              </a:rPr>
              <a:t>condition</a:t>
            </a:r>
            <a:r>
              <a:rPr lang="en-US" altLang="zh-TW" dirty="0"/>
              <a:t>. 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5334000" y="2743200"/>
            <a:ext cx="3467100" cy="2971800"/>
            <a:chOff x="5181600" y="1066800"/>
            <a:chExt cx="3505200" cy="3276600"/>
          </a:xfrm>
        </p:grpSpPr>
        <p:sp>
          <p:nvSpPr>
            <p:cNvPr id="8" name="Rectangle 7"/>
            <p:cNvSpPr/>
            <p:nvPr/>
          </p:nvSpPr>
          <p:spPr>
            <a:xfrm>
              <a:off x="5410200" y="3581400"/>
              <a:ext cx="1524000" cy="381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statement2</a:t>
              </a:r>
            </a:p>
          </p:txBody>
        </p:sp>
        <p:cxnSp>
          <p:nvCxnSpPr>
            <p:cNvPr id="9" name="Straight Arrow Connector 8"/>
            <p:cNvCxnSpPr>
              <a:stCxn id="20" idx="2"/>
              <a:endCxn id="18" idx="0"/>
            </p:cNvCxnSpPr>
            <p:nvPr/>
          </p:nvCxnSpPr>
          <p:spPr>
            <a:xfrm>
              <a:off x="6172200" y="1828800"/>
              <a:ext cx="0" cy="5334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18" idx="2"/>
              <a:endCxn id="8" idx="0"/>
            </p:cNvCxnSpPr>
            <p:nvPr/>
          </p:nvCxnSpPr>
          <p:spPr>
            <a:xfrm>
              <a:off x="6172200" y="2971800"/>
              <a:ext cx="0" cy="6096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6172200" y="3962400"/>
              <a:ext cx="0" cy="381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6324600" y="28956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true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62600" y="297180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false</a:t>
              </a:r>
            </a:p>
          </p:txBody>
        </p:sp>
        <p:cxnSp>
          <p:nvCxnSpPr>
            <p:cNvPr id="14" name="Shape 13"/>
            <p:cNvCxnSpPr/>
            <p:nvPr/>
          </p:nvCxnSpPr>
          <p:spPr>
            <a:xfrm rot="16200000" flipH="1">
              <a:off x="6096000" y="26670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/>
            <p:nvPr/>
          </p:nvCxnSpPr>
          <p:spPr>
            <a:xfrm rot="10800000" flipH="1">
              <a:off x="6781800" y="26670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/>
            <p:nvPr/>
          </p:nvCxnSpPr>
          <p:spPr>
            <a:xfrm rot="5400000" flipH="1">
              <a:off x="6781800" y="19812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/>
            <p:cNvCxnSpPr/>
            <p:nvPr/>
          </p:nvCxnSpPr>
          <p:spPr>
            <a:xfrm flipH="1">
              <a:off x="6096000" y="19812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lowchart: Decision 17"/>
            <p:cNvSpPr/>
            <p:nvPr/>
          </p:nvSpPr>
          <p:spPr>
            <a:xfrm>
              <a:off x="5181600" y="2362200"/>
              <a:ext cx="1981200" cy="609600"/>
            </a:xfrm>
            <a:prstGeom prst="flowChartDecision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condition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162800" y="2895600"/>
              <a:ext cx="1524000" cy="381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statement1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410200" y="1447800"/>
              <a:ext cx="1524000" cy="381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init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6172200" y="1066800"/>
              <a:ext cx="0" cy="381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7162800" y="2133600"/>
              <a:ext cx="1524000" cy="381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update</a:t>
              </a:r>
            </a:p>
          </p:txBody>
        </p:sp>
      </p:grp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5105400" y="1362670"/>
            <a:ext cx="3810000" cy="92333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for (</a:t>
            </a:r>
            <a:r>
              <a:rPr lang="en-US" altLang="zh-TW" b="1" dirty="0" err="1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init</a:t>
            </a:r>
            <a:r>
              <a:rPr lang="en-US" altLang="zh-TW" b="1" dirty="0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;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b="1" dirty="0">
                <a:highlight>
                  <a:srgbClr val="C0C0C0"/>
                </a:highlight>
                <a:latin typeface="Consolas" pitchFamily="49" charset="0"/>
                <a:ea typeface="MS Gothic" pitchFamily="49" charset="-128"/>
              </a:rPr>
              <a:t>condition</a:t>
            </a:r>
            <a:r>
              <a:rPr lang="en-US" altLang="zh-TW" b="1" dirty="0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;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b="1" dirty="0">
                <a:highlight>
                  <a:srgbClr val="00FF00"/>
                </a:highlight>
                <a:latin typeface="Consolas" pitchFamily="49" charset="0"/>
                <a:ea typeface="MS Gothic" pitchFamily="49" charset="-128"/>
              </a:rPr>
              <a:t>update</a:t>
            </a:r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b="1" dirty="0">
                <a:highlight>
                  <a:srgbClr val="00FF00"/>
                </a:highlight>
                <a:latin typeface="Consolas" pitchFamily="49" charset="0"/>
                <a:ea typeface="MS Gothic" pitchFamily="49" charset="-128"/>
              </a:rPr>
              <a:t>statement1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en-US" altLang="zh-TW" b="1" dirty="0">
                <a:highlight>
                  <a:srgbClr val="00FFFF"/>
                </a:highlight>
                <a:latin typeface="Consolas" pitchFamily="49" charset="0"/>
                <a:ea typeface="MS Gothic" pitchFamily="49" charset="-128"/>
              </a:rPr>
              <a:t>statement2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3903030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990599"/>
            <a:ext cx="495586" cy="32004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91600" cy="739434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1.1. </a:t>
            </a:r>
            <a:r>
              <a:rPr lang="en-US" altLang="zh-TW" sz="4000" b="1" dirty="0">
                <a:solidFill>
                  <a:srgbClr val="0070C0"/>
                </a:solidFill>
                <a:latin typeface="Consolas"/>
                <a:ea typeface="新細明體"/>
              </a:rPr>
              <a:t>for</a:t>
            </a:r>
            <a:r>
              <a:rPr lang="en-US" altLang="zh-TW" sz="4000" dirty="0">
                <a:ea typeface="新細明體"/>
              </a:rPr>
              <a:t> Statement (Example #1)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76393" y="990600"/>
            <a:ext cx="8667607" cy="3200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 simple loop that iterates 5 times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"Lastly, </a:t>
            </a:r>
            <a:r>
              <a:rPr lang="en-US" altLang="zh-TW" sz="2000" b="0" dirty="0" err="1">
                <a:solidFill>
                  <a:srgbClr val="3399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%d\n"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4191000"/>
            <a:ext cx="9144000" cy="2018231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Lastly,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6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 flipH="1" flipV="1">
            <a:off x="76200" y="2133600"/>
            <a:ext cx="419386" cy="838200"/>
          </a:xfrm>
          <a:prstGeom prst="curvedLeftArrow">
            <a:avLst>
              <a:gd name="adj1" fmla="val 23604"/>
              <a:gd name="adj2" fmla="val 62857"/>
              <a:gd name="adj3" fmla="val 35241"/>
            </a:avLst>
          </a:prstGeom>
          <a:solidFill>
            <a:srgbClr val="FF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755E2CF4-7484-41D7-B20A-8F9043140677}" type="slidenum">
              <a:rPr lang="zh-TW" altLang="en-US" smtClean="0"/>
              <a:pPr/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7580492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1910862" y="3764727"/>
            <a:ext cx="533400" cy="17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>
              <a:lnSpc>
                <a:spcPct val="110000"/>
              </a:lnSpc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>
              <a:lnSpc>
                <a:spcPct val="110000"/>
              </a:lnSpc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>
              <a:lnSpc>
                <a:spcPct val="110000"/>
              </a:lnSpc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  <a:p>
            <a:pPr algn="r">
              <a:lnSpc>
                <a:spcPct val="110000"/>
              </a:lnSpc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5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987062" y="1456404"/>
            <a:ext cx="457200" cy="23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>
              <a:lnSpc>
                <a:spcPct val="110000"/>
              </a:lnSpc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>
              <a:lnSpc>
                <a:spcPct val="110000"/>
              </a:lnSpc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>
              <a:lnSpc>
                <a:spcPct val="110000"/>
              </a:lnSpc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  <a:p>
            <a:pPr algn="r">
              <a:lnSpc>
                <a:spcPct val="110000"/>
              </a:lnSpc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5</a:t>
            </a:r>
          </a:p>
          <a:p>
            <a:pPr algn="r">
              <a:lnSpc>
                <a:spcPct val="110000"/>
              </a:lnSpc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6</a:t>
            </a:r>
          </a:p>
          <a:p>
            <a:pPr algn="r">
              <a:lnSpc>
                <a:spcPct val="110000"/>
              </a:lnSpc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7</a:t>
            </a:r>
          </a:p>
          <a:p>
            <a:pPr algn="r">
              <a:lnSpc>
                <a:spcPct val="110000"/>
              </a:lnSpc>
            </a:pP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ea typeface="MS Gothic" pitchFamily="49" charset="-128"/>
            </a:endParaRPr>
          </a:p>
        </p:txBody>
      </p:sp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1.1. </a:t>
            </a:r>
            <a:r>
              <a:rPr lang="en-US" altLang="zh-TW" b="1" dirty="0">
                <a:solidFill>
                  <a:srgbClr val="0070C0"/>
                </a:solidFill>
                <a:latin typeface="Consolas"/>
                <a:ea typeface="新細明體"/>
              </a:rPr>
              <a:t>for</a:t>
            </a:r>
            <a:r>
              <a:rPr lang="en-US" altLang="zh-TW" dirty="0">
                <a:ea typeface="新細明體"/>
              </a:rPr>
              <a:t>-loop vs. </a:t>
            </a:r>
            <a:r>
              <a:rPr lang="en-US" altLang="zh-TW" b="1" dirty="0">
                <a:solidFill>
                  <a:srgbClr val="0070C0"/>
                </a:solidFill>
                <a:latin typeface="Consolas"/>
                <a:ea typeface="新細明體"/>
              </a:rPr>
              <a:t>while</a:t>
            </a:r>
            <a:r>
              <a:rPr lang="en-US" altLang="zh-TW" dirty="0">
                <a:ea typeface="新細明體"/>
              </a:rPr>
              <a:t>-loop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E2CF4-7484-41D7-B20A-8F9043140677}" type="slidenum">
              <a:rPr lang="zh-TW" altLang="en-US" smtClean="0"/>
              <a:pPr/>
              <a:t>6</a:t>
            </a:fld>
            <a:endParaRPr lang="en-US" altLang="zh-TW"/>
          </a:p>
        </p:txBody>
      </p:sp>
      <p:sp>
        <p:nvSpPr>
          <p:cNvPr id="9" name="Rectangle 8"/>
          <p:cNvSpPr/>
          <p:nvPr/>
        </p:nvSpPr>
        <p:spPr>
          <a:xfrm>
            <a:off x="539262" y="1456404"/>
            <a:ext cx="1447800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182880" bIns="182880" rtlCol="0" anchor="t" anchorCtr="0"/>
          <a:lstStyle/>
          <a:p>
            <a:pPr algn="ctr"/>
            <a:r>
              <a:rPr lang="en-US" b="1" dirty="0"/>
              <a:t>While-Loop 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262" y="3764728"/>
            <a:ext cx="1447800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182880" bIns="182880" rtlCol="0" anchor="t" anchorCtr="0"/>
          <a:lstStyle/>
          <a:p>
            <a:pPr algn="ctr"/>
            <a:r>
              <a:rPr lang="en-US" b="1" dirty="0"/>
              <a:t>For-Loop Version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3452446" y="2209068"/>
            <a:ext cx="4783016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235462" y="2209068"/>
            <a:ext cx="0" cy="2432823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48200" y="2575906"/>
            <a:ext cx="3587262" cy="3704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938953" y="3209004"/>
            <a:ext cx="4296509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843954" y="4596157"/>
            <a:ext cx="239150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987062" y="3764728"/>
            <a:ext cx="5867400" cy="175432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54864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1;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dirty="0" err="1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dirty="0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dirty="0">
                <a:solidFill>
                  <a:srgbClr val="3399FF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87062" y="1456404"/>
            <a:ext cx="5867400" cy="23083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54864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dirty="0">
                <a:solidFill>
                  <a:srgbClr val="33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while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dirty="0" err="1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dirty="0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dirty="0">
                <a:solidFill>
                  <a:srgbClr val="3399FF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1400" y="4175391"/>
            <a:ext cx="1371600" cy="6096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407321204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1.1. </a:t>
            </a:r>
            <a:r>
              <a:rPr lang="en-US" altLang="zh-TW" b="1" dirty="0">
                <a:solidFill>
                  <a:srgbClr val="0070C0"/>
                </a:solidFill>
                <a:latin typeface="Consolas"/>
                <a:ea typeface="新細明體"/>
              </a:rPr>
              <a:t>for</a:t>
            </a:r>
            <a:r>
              <a:rPr lang="en-US" altLang="zh-TW" dirty="0">
                <a:ea typeface="新細明體"/>
              </a:rPr>
              <a:t>-loop vs. </a:t>
            </a:r>
            <a:r>
              <a:rPr lang="en-US" altLang="zh-TW" b="1" dirty="0">
                <a:solidFill>
                  <a:srgbClr val="0070C0"/>
                </a:solidFill>
                <a:latin typeface="Consolas"/>
                <a:ea typeface="新細明體"/>
              </a:rPr>
              <a:t>while</a:t>
            </a:r>
            <a:r>
              <a:rPr lang="en-US" altLang="zh-TW" dirty="0">
                <a:ea typeface="新細明體"/>
              </a:rPr>
              <a:t>-loop</a:t>
            </a:r>
            <a:endParaRPr lang="en-US" dirty="0">
              <a:latin typeface="Consolas"/>
              <a:ea typeface="新細明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They are "equivalent" in terms of what you can accomplish with them.</a:t>
            </a:r>
            <a:endParaRPr lang="en-US" sz="2800" dirty="0">
              <a:cs typeface="Calibri"/>
            </a:endParaRPr>
          </a:p>
          <a:p>
            <a:pPr lvl="1"/>
            <a:r>
              <a:rPr lang="en-US" sz="2400" dirty="0"/>
              <a:t>Any task you can accomplish with one of these loop structures, you can also accomplish the task with the other loop structure.</a:t>
            </a:r>
          </a:p>
          <a:p>
            <a:endParaRPr lang="en-US" sz="2800" dirty="0"/>
          </a:p>
          <a:p>
            <a:r>
              <a:rPr lang="en-US" sz="2800" dirty="0">
                <a:latin typeface="Consolas"/>
                <a:cs typeface="Consolas" panose="020B0609020204030204" pitchFamily="49" charset="0"/>
              </a:rPr>
              <a:t>for</a:t>
            </a:r>
            <a:r>
              <a:rPr lang="en-US" sz="2800" dirty="0"/>
              <a:t>-loop is more expressive for tasks to be repeated a </a:t>
            </a:r>
            <a:r>
              <a:rPr lang="en-US" sz="2800" u="sng" dirty="0"/>
              <a:t>finite number</a:t>
            </a:r>
            <a:r>
              <a:rPr lang="en-US" sz="2800" dirty="0"/>
              <a:t> of times, i.e. </a:t>
            </a:r>
            <a:r>
              <a:rPr lang="en-US" sz="2800" b="1" u="sng" dirty="0"/>
              <a:t>finite repetition</a:t>
            </a:r>
            <a:r>
              <a:rPr lang="en-US" sz="2800" dirty="0"/>
              <a:t>.</a:t>
            </a:r>
            <a:endParaRPr lang="en-US" sz="2800" dirty="0">
              <a:cs typeface="Calibri"/>
            </a:endParaRP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6814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91600" cy="739434"/>
          </a:xfrm>
        </p:spPr>
        <p:txBody>
          <a:bodyPr>
            <a:noAutofit/>
          </a:bodyPr>
          <a:lstStyle/>
          <a:p>
            <a:r>
              <a:rPr lang="en-US" altLang="zh-TW" sz="3200" dirty="0">
                <a:ea typeface="新細明體"/>
              </a:rPr>
              <a:t>1.2. Example #2 – Multiple ways of writing a for loop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6724" y="984738"/>
            <a:ext cx="4105276" cy="2514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N;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increases from 0 to N-1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N -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5033963" y="984738"/>
            <a:ext cx="4110038" cy="2514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N;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increases from 1 to N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N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N -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+ 1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66724" y="3499338"/>
            <a:ext cx="4105276" cy="2514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N;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decreases from N to 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N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--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4727576" y="3645242"/>
            <a:ext cx="4264024" cy="2356339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Different ways to output numbers from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to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using a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loop.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alibri" panose="020F0502020204030204" pitchFamily="34" charset="0"/>
              <a:ea typeface="新細明體" pitchFamily="18" charset="-12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The numbers we want to generate inside a loop can usually be expressed in terms of the loop variable.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A8E8E3A-18FE-7A48-8CEF-712FE471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1FD6A57-2015-F941-94D1-E9670A821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" y="990600"/>
            <a:ext cx="461962" cy="25087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CE5C2C6-0EC7-A441-AE4D-410288C7D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" y="3499022"/>
            <a:ext cx="461962" cy="251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1C0E3F8-23A4-9449-B505-04B9666EB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990600"/>
            <a:ext cx="461962" cy="25087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1919826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9</a:t>
            </a:fld>
            <a:endParaRPr lang="en-US" altLang="zh-TW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466724" y="990600"/>
            <a:ext cx="8677276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list[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],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"Enter 4 #'s: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&amp;list[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Print the input values in reverse order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have entered:"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list[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4 </a:t>
            </a:r>
            <a:r>
              <a:rPr lang="en-US" altLang="zh-TW" sz="2000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– </a:t>
            </a:r>
            <a:r>
              <a:rPr lang="en-US" altLang="zh-TW" sz="2000" b="0" dirty="0" err="1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-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 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4762" y="990600"/>
            <a:ext cx="46196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-20638" y="5029200"/>
            <a:ext cx="8427244" cy="762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Enter 4 #'s: </a:t>
            </a:r>
            <a:r>
              <a:rPr kumimoji="0" lang="en-US" altLang="zh-TW" sz="2000" b="0" i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7 11 45 23</a:t>
            </a: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You have entered: 23 45 11 7</a:t>
            </a:r>
            <a:endParaRPr kumimoji="0"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0337" y="76200"/>
            <a:ext cx="8997461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1.3. Example #3: Arrays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dirty="0"/>
              <a:t> loop</a:t>
            </a: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>
          <a:xfrm>
            <a:off x="4876800" y="1062035"/>
            <a:ext cx="4190998" cy="962025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800" dirty="0">
                <a:ea typeface="新細明體"/>
                <a:cs typeface="Consolas" panose="020B0609020204030204" pitchFamily="49" charset="0"/>
              </a:rPr>
              <a:t>We usually use </a:t>
            </a:r>
            <a:r>
              <a:rPr kumimoji="1" lang="en-US" altLang="zh-TW" sz="28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for</a:t>
            </a:r>
            <a:r>
              <a:rPr kumimoji="1" lang="en-US" altLang="zh-TW" sz="2800" dirty="0">
                <a:ea typeface="新細明體"/>
                <a:cs typeface="Consolas" panose="020B0609020204030204" pitchFamily="49" charset="0"/>
              </a:rPr>
              <a:t> loops to process array elements.</a:t>
            </a:r>
            <a:endParaRPr lang="en-US" altLang="zh-TW" sz="2800" dirty="0"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337" y="5942568"/>
            <a:ext cx="638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Input values can be separated by any white space character.</a:t>
            </a:r>
          </a:p>
        </p:txBody>
      </p:sp>
    </p:spTree>
    <p:extLst>
      <p:ext uri="{BB962C8B-B14F-4D97-AF65-F5344CB8AC3E}">
        <p14:creationId xmlns:p14="http://schemas.microsoft.com/office/powerpoint/2010/main" val="332509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7" y="76200"/>
            <a:ext cx="8932985" cy="8382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2. Further Examples on Array Processing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The following few slides are some examples illustrating how we can process data in arrays using 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dirty="0"/>
              <a:t> loops. The examples include:</a:t>
            </a:r>
          </a:p>
          <a:p>
            <a:pPr lvl="1"/>
            <a:r>
              <a:rPr lang="en-US" altLang="zh-TW" dirty="0"/>
              <a:t>Reading </a:t>
            </a:r>
            <a:r>
              <a:rPr lang="en-US" altLang="zh-TW" i="1" dirty="0"/>
              <a:t>N</a:t>
            </a:r>
            <a:r>
              <a:rPr lang="en-US" altLang="zh-TW" dirty="0"/>
              <a:t> numbers from the user and store the numbers in an array</a:t>
            </a:r>
          </a:p>
          <a:p>
            <a:pPr lvl="1"/>
            <a:r>
              <a:rPr lang="en-US" altLang="zh-TW" dirty="0"/>
              <a:t>Computing </a:t>
            </a:r>
            <a:r>
              <a:rPr lang="en-US" altLang="zh-TW" i="1" dirty="0"/>
              <a:t>average</a:t>
            </a:r>
            <a:r>
              <a:rPr lang="en-US" altLang="zh-TW" dirty="0"/>
              <a:t> of all the numbers in an array</a:t>
            </a:r>
          </a:p>
          <a:p>
            <a:pPr lvl="1"/>
            <a:r>
              <a:rPr lang="en-US" altLang="zh-TW" dirty="0"/>
              <a:t>Finding the largest value in an array</a:t>
            </a:r>
          </a:p>
          <a:p>
            <a:pPr lvl="1"/>
            <a:endParaRPr lang="en-US" altLang="zh-TW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40E762-FB87-D447-BBBD-6A139B97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9627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Line 2"/>
          <p:cNvSpPr>
            <a:spLocks noChangeShapeType="1"/>
          </p:cNvSpPr>
          <p:nvPr/>
        </p:nvSpPr>
        <p:spPr bwMode="auto">
          <a:xfrm flipH="1">
            <a:off x="2514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2" name="Line 3"/>
          <p:cNvSpPr>
            <a:spLocks noChangeShapeType="1"/>
          </p:cNvSpPr>
          <p:nvPr/>
        </p:nvSpPr>
        <p:spPr bwMode="auto">
          <a:xfrm>
            <a:off x="2590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3" name="Line 4"/>
          <p:cNvSpPr>
            <a:spLocks noChangeShapeType="1"/>
          </p:cNvSpPr>
          <p:nvPr/>
        </p:nvSpPr>
        <p:spPr bwMode="auto">
          <a:xfrm flipH="1">
            <a:off x="2514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 flipH="1">
            <a:off x="2514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auto">
          <a:xfrm>
            <a:off x="533400" y="0"/>
            <a:ext cx="8610600" cy="3810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 N,           </a:t>
            </a:r>
            <a:r>
              <a:rPr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</a:rPr>
              <a:t>// # of data</a:t>
            </a:r>
          </a:p>
          <a:p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TW" sz="2400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100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],    </a:t>
            </a:r>
            <a:r>
              <a:rPr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</a:rPr>
              <a:t>// To store up to 100 numbers</a:t>
            </a:r>
          </a:p>
          <a:p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 eaLnBrk="1" hangingPunct="1"/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400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"# of data:"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);</a:t>
            </a:r>
          </a:p>
          <a:p>
            <a:r>
              <a:rPr lang="en-US" altLang="zh-TW" sz="24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scanf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4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"%d"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, &amp;N)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;   </a:t>
            </a:r>
            <a:r>
              <a:rPr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</a:rPr>
              <a:t>// Assuming 1 &lt;= N &lt;= 100</a:t>
            </a: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 ( 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zh-TW" sz="24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++ 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)                    </a:t>
            </a:r>
          </a:p>
          <a:p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scanf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400" b="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"%d"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, &amp;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num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[ 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])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/>
            <a:endParaRPr lang="en-US" altLang="zh-TW" sz="2400" b="0" dirty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auto">
          <a:xfrm>
            <a:off x="0" y="0"/>
            <a:ext cx="533400" cy="3810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</p:txBody>
      </p:sp>
      <p:sp>
        <p:nvSpPr>
          <p:cNvPr id="22537" name="Text Box 8"/>
          <p:cNvSpPr txBox="1">
            <a:spLocks noChangeArrowheads="1"/>
          </p:cNvSpPr>
          <p:nvPr/>
        </p:nvSpPr>
        <p:spPr bwMode="auto">
          <a:xfrm>
            <a:off x="202803" y="3962400"/>
            <a:ext cx="8738394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1" lang="en-US" altLang="zh-TW" sz="2400" dirty="0">
                <a:latin typeface="Calibri"/>
                <a:ea typeface="新細明體"/>
                <a:cs typeface="Times New Roman"/>
              </a:rPr>
              <a:t>Example 4:  </a:t>
            </a:r>
            <a:r>
              <a:rPr kumimoji="1" lang="en-US" altLang="zh-TW" sz="2400" b="0" dirty="0">
                <a:latin typeface="Calibri"/>
                <a:ea typeface="新細明體"/>
                <a:cs typeface="Times New Roman"/>
              </a:rPr>
              <a:t>Read </a:t>
            </a:r>
            <a:r>
              <a:rPr kumimoji="1"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N</a:t>
            </a:r>
            <a:r>
              <a:rPr kumimoji="1" lang="en-US" altLang="zh-TW" sz="2400" b="0" dirty="0">
                <a:latin typeface="Calibri"/>
                <a:ea typeface="新細明體"/>
                <a:cs typeface="Times New Roman"/>
              </a:rPr>
              <a:t> integers (N &lt;= 100) from the user and store the integers in the array </a:t>
            </a:r>
            <a:r>
              <a:rPr kumimoji="1" lang="en-US" altLang="zh-TW" sz="2400" b="0" dirty="0" err="1"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kumimoji="1"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[]</a:t>
            </a:r>
            <a:r>
              <a:rPr kumimoji="1" lang="en-US" altLang="zh-TW" sz="2400" b="0" dirty="0">
                <a:latin typeface="Calibri"/>
                <a:ea typeface="新細明體"/>
                <a:cs typeface="Times New Roman"/>
              </a:rPr>
              <a:t>.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E2C63F2-6B7C-694D-AC6F-290BB2CC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9934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Line 2"/>
          <p:cNvSpPr>
            <a:spLocks noChangeShapeType="1"/>
          </p:cNvSpPr>
          <p:nvPr/>
        </p:nvSpPr>
        <p:spPr bwMode="auto">
          <a:xfrm flipH="1">
            <a:off x="2514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2" name="Line 3"/>
          <p:cNvSpPr>
            <a:spLocks noChangeShapeType="1"/>
          </p:cNvSpPr>
          <p:nvPr/>
        </p:nvSpPr>
        <p:spPr bwMode="auto">
          <a:xfrm>
            <a:off x="2590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3" name="Line 4"/>
          <p:cNvSpPr>
            <a:spLocks noChangeShapeType="1"/>
          </p:cNvSpPr>
          <p:nvPr/>
        </p:nvSpPr>
        <p:spPr bwMode="auto">
          <a:xfrm flipH="1">
            <a:off x="2514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 flipH="1">
            <a:off x="2514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auto">
          <a:xfrm>
            <a:off x="533400" y="0"/>
            <a:ext cx="8610600" cy="5410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</a:rPr>
              <a:t>// Suppose </a:t>
            </a:r>
            <a:r>
              <a:rPr lang="en-US" altLang="zh-TW" sz="2400" b="0" dirty="0" err="1">
                <a:solidFill>
                  <a:srgbClr val="008000"/>
                </a:solidFill>
                <a:latin typeface="Consolas" panose="020B0609020204030204" pitchFamily="49" charset="0"/>
              </a:rPr>
              <a:t>num</a:t>
            </a:r>
            <a:r>
              <a:rPr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</a:rPr>
              <a:t>[] contains N numbers.</a:t>
            </a:r>
          </a:p>
          <a:p>
            <a:r>
              <a:rPr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</a:rPr>
              <a:t>// (Please refer to Example 4 for the code)</a:t>
            </a:r>
          </a:p>
          <a:p>
            <a:endParaRPr lang="en-US" altLang="zh-TW" sz="24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sum;</a:t>
            </a:r>
          </a:p>
          <a:p>
            <a:pPr eaLnBrk="1" hangingPunct="1"/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sum = </a:t>
            </a:r>
            <a:r>
              <a:rPr lang="en-US" altLang="zh-TW" sz="24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0.0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 eaLnBrk="1" hangingPunct="1"/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for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( 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sz="24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&lt; N; 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++ 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)                    </a:t>
            </a:r>
          </a:p>
          <a:p>
            <a:pPr eaLnBrk="1" hangingPunct="1"/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sum += 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num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[ 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 ]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 eaLnBrk="1" hangingPunct="1"/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printf(</a:t>
            </a:r>
            <a:r>
              <a:rPr lang="en-US" altLang="zh-TW" sz="2400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"Average = %.2f\n"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</a:rPr>
              <a:t>sum / N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);  </a:t>
            </a:r>
          </a:p>
          <a:p>
            <a:pPr eaLnBrk="1" hangingPunct="1"/>
            <a:endParaRPr lang="en-US" altLang="zh-TW" sz="2400" b="0" dirty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auto">
          <a:xfrm>
            <a:off x="0" y="0"/>
            <a:ext cx="533400" cy="5410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</p:txBody>
      </p:sp>
      <p:sp>
        <p:nvSpPr>
          <p:cNvPr id="22537" name="Text Box 8"/>
          <p:cNvSpPr txBox="1">
            <a:spLocks noChangeArrowheads="1"/>
          </p:cNvSpPr>
          <p:nvPr/>
        </p:nvSpPr>
        <p:spPr bwMode="auto">
          <a:xfrm>
            <a:off x="177006" y="5518153"/>
            <a:ext cx="88145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 sz="2400" dirty="0">
                <a:latin typeface="Calibri"/>
                <a:ea typeface="新細明體"/>
                <a:cs typeface="Times New Roman"/>
              </a:rPr>
              <a:t>Example 5.</a:t>
            </a:r>
            <a:r>
              <a:rPr kumimoji="1" lang="en-US" altLang="zh-TW" sz="2400" b="0" dirty="0">
                <a:latin typeface="Calibri"/>
                <a:ea typeface="新細明體"/>
                <a:cs typeface="Times New Roman"/>
              </a:rPr>
              <a:t> Computing the average of the numbers in an array.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9B3F14BD-5C0D-0540-8512-2BEB94E4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9696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Line 2"/>
          <p:cNvSpPr>
            <a:spLocks noChangeShapeType="1"/>
          </p:cNvSpPr>
          <p:nvPr/>
        </p:nvSpPr>
        <p:spPr bwMode="auto">
          <a:xfrm flipH="1">
            <a:off x="2514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6" name="Line 3"/>
          <p:cNvSpPr>
            <a:spLocks noChangeShapeType="1"/>
          </p:cNvSpPr>
          <p:nvPr/>
        </p:nvSpPr>
        <p:spPr bwMode="auto">
          <a:xfrm>
            <a:off x="2590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7" name="Line 4"/>
          <p:cNvSpPr>
            <a:spLocks noChangeShapeType="1"/>
          </p:cNvSpPr>
          <p:nvPr/>
        </p:nvSpPr>
        <p:spPr bwMode="auto">
          <a:xfrm flipH="1">
            <a:off x="2514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8" name="Line 5"/>
          <p:cNvSpPr>
            <a:spLocks noChangeShapeType="1"/>
          </p:cNvSpPr>
          <p:nvPr/>
        </p:nvSpPr>
        <p:spPr bwMode="auto">
          <a:xfrm flipH="1">
            <a:off x="2514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533400" y="-1"/>
            <a:ext cx="8610600" cy="569852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</a:rPr>
              <a:t>// Suppose </a:t>
            </a:r>
            <a:r>
              <a:rPr lang="en-US" altLang="zh-TW" sz="2400" b="0" dirty="0" err="1">
                <a:solidFill>
                  <a:srgbClr val="008000"/>
                </a:solidFill>
                <a:latin typeface="Consolas" panose="020B0609020204030204" pitchFamily="49" charset="0"/>
              </a:rPr>
              <a:t>num</a:t>
            </a:r>
            <a:r>
              <a:rPr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</a:rPr>
              <a:t>[] contains N numbers.</a:t>
            </a:r>
          </a:p>
          <a:p>
            <a:r>
              <a:rPr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</a:rPr>
              <a:t>// (Please refer to Example 4 for the code)</a:t>
            </a:r>
          </a:p>
          <a:p>
            <a:pPr eaLnBrk="1" hangingPunct="1"/>
            <a:endParaRPr lang="en-US" altLang="zh-TW" sz="24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4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max; </a:t>
            </a:r>
            <a:endParaRPr lang="en-US" altLang="zh-TW" sz="2400" b="0" dirty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max = 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4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the 1st element is largest</a:t>
            </a:r>
          </a:p>
          <a:p>
            <a:pPr eaLnBrk="1" hangingPunct="1"/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4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4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N; 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 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/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Update max if we encounter a larger value</a:t>
            </a: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&gt; max)</a:t>
            </a:r>
          </a:p>
          <a:p>
            <a:pPr eaLnBrk="1" hangingPunct="1"/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max = 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400" b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];</a:t>
            </a:r>
          </a:p>
          <a:p>
            <a:pPr eaLnBrk="1" hangingPunct="1"/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/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4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400" b="0" dirty="0">
                <a:solidFill>
                  <a:srgbClr val="0099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"The largest # is %d\n"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max);</a:t>
            </a:r>
          </a:p>
          <a:p>
            <a:pPr eaLnBrk="1" hangingPunct="1"/>
            <a:endParaRPr lang="en-US" altLang="zh-TW" sz="2400" b="0" dirty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560" name="Rectangle 7"/>
          <p:cNvSpPr>
            <a:spLocks noChangeArrowheads="1"/>
          </p:cNvSpPr>
          <p:nvPr/>
        </p:nvSpPr>
        <p:spPr bwMode="auto">
          <a:xfrm>
            <a:off x="0" y="-1"/>
            <a:ext cx="533400" cy="569852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/>
            <a:r>
              <a:rPr lang="en-US" altLang="zh-TW" sz="24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</p:txBody>
      </p:sp>
      <p:sp>
        <p:nvSpPr>
          <p:cNvPr id="23561" name="Text Box 8"/>
          <p:cNvSpPr txBox="1">
            <a:spLocks noChangeArrowheads="1"/>
          </p:cNvSpPr>
          <p:nvPr/>
        </p:nvSpPr>
        <p:spPr bwMode="auto">
          <a:xfrm>
            <a:off x="76200" y="5698523"/>
            <a:ext cx="8915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 sz="2400" dirty="0">
                <a:latin typeface="Calibri"/>
                <a:ea typeface="新細明體"/>
                <a:cs typeface="Times New Roman"/>
              </a:rPr>
              <a:t>Example 6: </a:t>
            </a:r>
            <a:r>
              <a:rPr kumimoji="1" lang="en-US" altLang="zh-TW" sz="2400" b="0" dirty="0">
                <a:latin typeface="Calibri"/>
                <a:ea typeface="新細明體"/>
                <a:cs typeface="Times New Roman"/>
              </a:rPr>
              <a:t>Finding the largest number in an array.</a:t>
            </a:r>
          </a:p>
          <a:p>
            <a:pPr eaLnBrk="1" hangingPunct="1"/>
            <a:endParaRPr kumimoji="1" lang="en-US" altLang="zh-TW" sz="2400" b="0" dirty="0">
              <a:latin typeface="Calibri" panose="020F0502020204030204" pitchFamily="34" charset="0"/>
              <a:ea typeface="新細明體" pitchFamily="18" charset="-120"/>
            </a:endParaRPr>
          </a:p>
          <a:p>
            <a:pPr eaLnBrk="1" hangingPunct="1"/>
            <a:endParaRPr kumimoji="1" lang="en-US" altLang="zh-TW" sz="2400" b="0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9FCFA85-CB57-2F4C-AF1C-2D8917E0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9420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/>
          <a:lstStyle/>
          <a:p>
            <a:r>
              <a:rPr lang="en-US" altLang="zh-TW" dirty="0">
                <a:ea typeface="新細明體"/>
              </a:rPr>
              <a:t>2.1. A Common Mistake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1"/>
            <a:ext cx="8610600" cy="7620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800" dirty="0"/>
              <a:t>Typical cause of array out-of-bound exception when using arrays in a for-loop:</a:t>
            </a:r>
          </a:p>
          <a:p>
            <a:endParaRPr lang="en-US" altLang="zh-TW" sz="2800" dirty="0">
              <a:ea typeface="新細明體" pitchFamily="18" charset="-120"/>
            </a:endParaRPr>
          </a:p>
          <a:p>
            <a:pPr marL="0" indent="0" eaLnBrk="1" hangingPunct="1">
              <a:buNone/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endParaRPr lang="en-US" altLang="zh-TW" sz="2400" dirty="0">
              <a:ea typeface="新細明體" pitchFamily="18" charset="-12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81000" y="1905000"/>
            <a:ext cx="8610600" cy="1524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],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 )                    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A[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81000" y="3441700"/>
            <a:ext cx="8610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sz="2400" b="0" dirty="0">
                <a:latin typeface="+mn-lt"/>
              </a:rPr>
              <a:t>Remember, the index of an array element ranges from 0 to “array size - 1”!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2590800"/>
            <a:ext cx="1066800" cy="304800"/>
          </a:xfrm>
          <a:prstGeom prst="rect">
            <a:avLst/>
          </a:prstGeom>
          <a:solidFill>
            <a:srgbClr val="4F81BD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1B7BAE5-CDFC-1340-84F0-100C18B5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7618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712F-7E5B-4CED-BE09-F25F44F6B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3. More For-Loop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A0BE7-6C9A-472E-ACEE-BA889BA20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For-loops can be used in solving many general problems that may not involve arrays.</a:t>
            </a:r>
          </a:p>
          <a:p>
            <a:r>
              <a:rPr lang="en-US" dirty="0">
                <a:cs typeface="Calibri"/>
              </a:rPr>
              <a:t>A reminder though: it is usually </a:t>
            </a:r>
            <a:r>
              <a:rPr lang="en-US" b="1" u="sng" dirty="0">
                <a:cs typeface="Calibri"/>
              </a:rPr>
              <a:t>NOT</a:t>
            </a:r>
            <a:r>
              <a:rPr lang="en-US" u="sng" dirty="0">
                <a:cs typeface="Calibri"/>
              </a:rPr>
              <a:t> recommended</a:t>
            </a:r>
            <a:r>
              <a:rPr lang="en-US" dirty="0">
                <a:cs typeface="Calibri"/>
              </a:rPr>
              <a:t> to use them in </a:t>
            </a:r>
            <a:r>
              <a:rPr lang="en-US" u="sng" dirty="0">
                <a:cs typeface="Calibri"/>
              </a:rPr>
              <a:t>indefinite repetitions</a:t>
            </a:r>
            <a:r>
              <a:rPr lang="en-US" dirty="0">
                <a:cs typeface="Calibri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4D33D-8B9A-4E0B-B90C-46C79BA7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1786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65100"/>
            <a:ext cx="88392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Example #7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066799"/>
            <a:ext cx="8645525" cy="51054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b="1" dirty="0">
                <a:ea typeface="新細明體" pitchFamily="18" charset="-120"/>
              </a:rPr>
              <a:t>Objective:</a:t>
            </a:r>
            <a:r>
              <a:rPr lang="en-US" altLang="zh-TW" sz="2800" dirty="0">
                <a:ea typeface="新細明體" pitchFamily="18" charset="-120"/>
              </a:rPr>
              <a:t> To output the first </a:t>
            </a:r>
            <a:r>
              <a:rPr lang="en-US" altLang="zh-TW" sz="2800" i="1" dirty="0">
                <a:ea typeface="新細明體" pitchFamily="18" charset="-120"/>
              </a:rPr>
              <a:t>N</a:t>
            </a:r>
            <a:r>
              <a:rPr lang="en-US" altLang="zh-TW" sz="2800" dirty="0">
                <a:ea typeface="新細明體" pitchFamily="18" charset="-120"/>
              </a:rPr>
              <a:t> numbers in the following number series:</a:t>
            </a:r>
          </a:p>
          <a:p>
            <a:pPr marL="0" indent="0" eaLnBrk="1" hangingPunct="1">
              <a:buNone/>
            </a:pPr>
            <a:r>
              <a:rPr lang="en-US" altLang="zh-TW" sz="2800" dirty="0">
                <a:ea typeface="新細明體" pitchFamily="18" charset="-120"/>
              </a:rPr>
              <a:t>	1 2 -3 -4 5 6 -7 -8 9 10 -11 -12 …</a:t>
            </a:r>
          </a:p>
          <a:p>
            <a:pPr marL="0" indent="0" eaLnBrk="1" hangingPunct="1">
              <a:buNone/>
            </a:pPr>
            <a:endParaRPr lang="en-US" altLang="zh-TW" sz="2800" dirty="0">
              <a:ea typeface="新細明體" pitchFamily="18" charset="-120"/>
            </a:endParaRPr>
          </a:p>
          <a:p>
            <a:pPr marL="0" indent="0" eaLnBrk="1" hangingPunct="1">
              <a:buNone/>
            </a:pPr>
            <a:r>
              <a:rPr lang="en-US" altLang="zh-TW" sz="2800" dirty="0">
                <a:ea typeface="新細明體" pitchFamily="18" charset="-120"/>
              </a:rPr>
              <a:t>Notice that these numbers follow the following pattern:</a:t>
            </a:r>
          </a:p>
          <a:p>
            <a:pPr marL="0" indent="0">
              <a:buNone/>
            </a:pPr>
            <a:r>
              <a:rPr lang="en-US" altLang="zh-TW" sz="2800" dirty="0">
                <a:ea typeface="新細明體" pitchFamily="18" charset="-120"/>
              </a:rPr>
              <a:t>	</a:t>
            </a:r>
            <a:r>
              <a:rPr lang="en-US" altLang="zh-TW" sz="2800" dirty="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2800" dirty="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2800" dirty="0">
                <a:solidFill>
                  <a:srgbClr val="3333FF"/>
                </a:solidFill>
                <a:ea typeface="新細明體" pitchFamily="18" charset="-120"/>
              </a:rPr>
              <a:t> +</a:t>
            </a:r>
            <a:r>
              <a:rPr lang="en-US" altLang="zh-TW" sz="2800" dirty="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2800" dirty="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2800" dirty="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 -</a:t>
            </a:r>
            <a:r>
              <a:rPr lang="en-US" altLang="zh-TW" sz="2800" dirty="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2800" dirty="0">
                <a:ea typeface="新細明體" pitchFamily="18" charset="-120"/>
              </a:rPr>
              <a:t> </a:t>
            </a:r>
            <a:r>
              <a:rPr lang="en-US" altLang="zh-TW" sz="2800" dirty="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2800" dirty="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2800" dirty="0">
                <a:solidFill>
                  <a:srgbClr val="3333FF"/>
                </a:solidFill>
                <a:ea typeface="新細明體" pitchFamily="18" charset="-120"/>
              </a:rPr>
              <a:t> +</a:t>
            </a:r>
            <a:r>
              <a:rPr lang="en-US" altLang="zh-TW" sz="2800" dirty="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2800" dirty="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2800" dirty="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 -</a:t>
            </a:r>
            <a:r>
              <a:rPr lang="en-US" altLang="zh-TW" sz="2800" dirty="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2800" dirty="0">
                <a:ea typeface="新細明體" pitchFamily="18" charset="-120"/>
              </a:rPr>
              <a:t> …</a:t>
            </a:r>
          </a:p>
          <a:p>
            <a:pPr marL="0" indent="0">
              <a:buNone/>
            </a:pPr>
            <a:endParaRPr lang="en-US" altLang="zh-TW" sz="2800" dirty="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800" dirty="0">
                <a:ea typeface="新細明體" pitchFamily="18" charset="-120"/>
              </a:rPr>
              <a:t>and the pattern "</a:t>
            </a:r>
            <a:r>
              <a:rPr lang="en-US" altLang="zh-TW" sz="2800" dirty="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2800" dirty="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2800" dirty="0">
                <a:solidFill>
                  <a:srgbClr val="3333FF"/>
                </a:solidFill>
                <a:ea typeface="新細明體" pitchFamily="18" charset="-120"/>
              </a:rPr>
              <a:t> +</a:t>
            </a:r>
            <a:r>
              <a:rPr lang="en-US" altLang="zh-TW" sz="2800" dirty="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2800" dirty="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2800" dirty="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 -</a:t>
            </a:r>
            <a:r>
              <a:rPr lang="en-US" altLang="zh-TW" sz="2800" dirty="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2800" dirty="0">
                <a:ea typeface="新細明體" pitchFamily="18" charset="-120"/>
              </a:rPr>
              <a:t>" repeats after every </a:t>
            </a:r>
            <a:r>
              <a:rPr lang="en-US" altLang="zh-TW" sz="2800" u="sng" dirty="0">
                <a:ea typeface="新細明體" pitchFamily="18" charset="-120"/>
              </a:rPr>
              <a:t>four</a:t>
            </a:r>
            <a:r>
              <a:rPr lang="en-US" altLang="zh-TW" sz="2800" dirty="0">
                <a:ea typeface="新細明體" pitchFamily="18" charset="-120"/>
              </a:rPr>
              <a:t> numbers.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4AD31B0-7D29-534E-A1C3-13A6D708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7928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Example #7: Solution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N;            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 = ? "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N; </a:t>
            </a: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%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|| </a:t>
            </a: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%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-</a:t>
            </a:r>
            <a:r>
              <a:rPr lang="en-US" altLang="zh-TW" sz="2000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38100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0988" y="4953000"/>
          <a:ext cx="8684406" cy="75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37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en-US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b="1" i="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% 4</a:t>
                      </a:r>
                      <a:endParaRPr lang="en-US" b="1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615500" y="5791200"/>
            <a:ext cx="5870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 remainders, </a:t>
            </a:r>
            <a:r>
              <a:rPr lang="en-US" sz="2000" dirty="0" err="1"/>
              <a:t>i</a:t>
            </a:r>
            <a:r>
              <a:rPr lang="en-US" sz="2000" dirty="0"/>
              <a:t> % 4, also repeat every four numbers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C1E3BC0-A5E9-A242-9297-10B1647F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8299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1B17-86D6-6544-B2C5-F7C3F241E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4D9A-9DFB-274E-8126-3020D76DF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Syntax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dirty="0"/>
              <a:t> loops</a:t>
            </a:r>
          </a:p>
          <a:p>
            <a:pPr>
              <a:lnSpc>
                <a:spcPct val="150000"/>
              </a:lnSpc>
            </a:pPr>
            <a:r>
              <a:rPr lang="en-US" dirty="0"/>
              <a:t>Comparison of for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loops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dirty="0"/>
              <a:t> loops</a:t>
            </a:r>
          </a:p>
          <a:p>
            <a:pPr>
              <a:lnSpc>
                <a:spcPct val="150000"/>
              </a:lnSpc>
            </a:pPr>
            <a:r>
              <a:rPr lang="en-US" dirty="0"/>
              <a:t>More examples on array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5EE32-C077-694F-9B48-E581E680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2657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3 Structured Program Development in C</a:t>
            </a:r>
          </a:p>
          <a:p>
            <a:pPr lvl="1"/>
            <a:r>
              <a:rPr lang="en-US" dirty="0"/>
              <a:t>Sections 3.7 – 3.9</a:t>
            </a:r>
          </a:p>
          <a:p>
            <a:r>
              <a:rPr lang="en-US" dirty="0"/>
              <a:t>Chapter 4 C Program Control</a:t>
            </a:r>
          </a:p>
          <a:p>
            <a:pPr lvl="1"/>
            <a:r>
              <a:rPr lang="en-US" dirty="0"/>
              <a:t>Sections 4.1 – 4.6, 4.9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0653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7157</TotalTime>
  <Words>1481</Words>
  <Application>Microsoft Office PowerPoint</Application>
  <PresentationFormat>如螢幕大小 (4:3)</PresentationFormat>
  <Paragraphs>361</Paragraphs>
  <Slides>19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新細明體</vt:lpstr>
      <vt:lpstr>Arial</vt:lpstr>
      <vt:lpstr>Calibri</vt:lpstr>
      <vt:lpstr>Consolas</vt:lpstr>
      <vt:lpstr>Office Theme</vt:lpstr>
      <vt:lpstr> Looping (II)</vt:lpstr>
      <vt:lpstr>Outline</vt:lpstr>
      <vt:lpstr>Motivation</vt:lpstr>
      <vt:lpstr>1. for statement (Syntax)</vt:lpstr>
      <vt:lpstr>1.1. for Statement (Example #1)</vt:lpstr>
      <vt:lpstr>1.1. for-loop vs. while-loop</vt:lpstr>
      <vt:lpstr>1.1. for-loop vs. while-loop</vt:lpstr>
      <vt:lpstr>1.2. Example #2 – Multiple ways of writing a for loop</vt:lpstr>
      <vt:lpstr>PowerPoint 簡報</vt:lpstr>
      <vt:lpstr>2. Further Examples on Array Processing</vt:lpstr>
      <vt:lpstr>PowerPoint 簡報</vt:lpstr>
      <vt:lpstr>PowerPoint 簡報</vt:lpstr>
      <vt:lpstr>PowerPoint 簡報</vt:lpstr>
      <vt:lpstr>2.1. A Common Mistake</vt:lpstr>
      <vt:lpstr>3. More For-Loop Examples</vt:lpstr>
      <vt:lpstr>Example #7</vt:lpstr>
      <vt:lpstr>Example #7: Solution</vt:lpstr>
      <vt:lpstr>Summary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Looping (II)</dc:title>
  <cp:lastModifiedBy>Yim Pan Chui, Dr. (CSD)</cp:lastModifiedBy>
  <cp:revision>1</cp:revision>
  <dcterms:created xsi:type="dcterms:W3CDTF">2011-07-19T12:51:33Z</dcterms:created>
  <dcterms:modified xsi:type="dcterms:W3CDTF">2024-02-22T08:16:43Z</dcterms:modified>
</cp:coreProperties>
</file>