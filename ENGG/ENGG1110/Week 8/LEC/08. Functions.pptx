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56" r:id="rId2"/>
    <p:sldId id="259" r:id="rId3"/>
    <p:sldId id="260" r:id="rId4"/>
    <p:sldId id="474" r:id="rId5"/>
    <p:sldId id="476" r:id="rId6"/>
    <p:sldId id="309" r:id="rId7"/>
    <p:sldId id="319" r:id="rId8"/>
    <p:sldId id="320" r:id="rId9"/>
    <p:sldId id="347" r:id="rId10"/>
    <p:sldId id="321" r:id="rId11"/>
    <p:sldId id="326" r:id="rId12"/>
    <p:sldId id="325" r:id="rId13"/>
    <p:sldId id="607" r:id="rId14"/>
    <p:sldId id="342" r:id="rId15"/>
    <p:sldId id="343" r:id="rId16"/>
    <p:sldId id="338" r:id="rId17"/>
    <p:sldId id="328" r:id="rId18"/>
    <p:sldId id="339" r:id="rId19"/>
    <p:sldId id="340" r:id="rId20"/>
    <p:sldId id="344" r:id="rId21"/>
    <p:sldId id="272" r:id="rId22"/>
    <p:sldId id="345" r:id="rId23"/>
    <p:sldId id="273" r:id="rId24"/>
    <p:sldId id="354" r:id="rId25"/>
    <p:sldId id="275" r:id="rId26"/>
    <p:sldId id="334" r:id="rId27"/>
    <p:sldId id="335" r:id="rId28"/>
    <p:sldId id="277" r:id="rId29"/>
    <p:sldId id="279" r:id="rId30"/>
    <p:sldId id="368" r:id="rId31"/>
    <p:sldId id="367" r:id="rId32"/>
    <p:sldId id="366" r:id="rId33"/>
    <p:sldId id="365" r:id="rId34"/>
    <p:sldId id="364" r:id="rId35"/>
    <p:sldId id="363" r:id="rId36"/>
    <p:sldId id="362" r:id="rId37"/>
    <p:sldId id="361" r:id="rId38"/>
    <p:sldId id="360" r:id="rId39"/>
    <p:sldId id="359" r:id="rId40"/>
    <p:sldId id="358" r:id="rId41"/>
    <p:sldId id="357" r:id="rId42"/>
    <p:sldId id="356" r:id="rId43"/>
    <p:sldId id="369" r:id="rId44"/>
    <p:sldId id="370" r:id="rId45"/>
    <p:sldId id="371" r:id="rId46"/>
    <p:sldId id="372" r:id="rId47"/>
  </p:sldIdLst>
  <p:sldSz cx="9144000" cy="6858000" type="screen4x3"/>
  <p:notesSz cx="6858000" cy="9144000"/>
  <p:embeddedFontLst>
    <p:embeddedFont>
      <p:font typeface="新細明體" panose="02020500000000000000" pitchFamily="18" charset="-120"/>
      <p:regular r:id="rId50"/>
    </p:embeddedFont>
    <p:embeddedFont>
      <p:font typeface="Cambria Math" panose="02040503050406030204" pitchFamily="18" charset="0"/>
      <p:regular r:id="rId51"/>
    </p:embeddedFont>
    <p:embeddedFont>
      <p:font typeface="Consolas" panose="020B0609020204030204" pitchFamily="49" charset="0"/>
      <p:regular r:id="rId52"/>
      <p:bold r:id="rId53"/>
      <p:italic r:id="rId54"/>
      <p:boldItalic r:id="rId55"/>
    </p:embeddedFont>
    <p:embeddedFont>
      <p:font typeface="Segoe UI Emoji" panose="020B0502040204020203" pitchFamily="34" charset="0"/>
      <p:regular r:id="rId56"/>
    </p:embeddedFont>
  </p:embeddedFontLst>
  <p:custDataLst>
    <p:tags r:id="rId5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FFCC"/>
    <a:srgbClr val="FF99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F27810-1BF8-4D6A-A4E8-0F8903A807F1}" v="8" dt="2024-07-04T07:38:51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6" autoAdjust="0"/>
    <p:restoredTop sz="63073" autoAdjust="0"/>
  </p:normalViewPr>
  <p:slideViewPr>
    <p:cSldViewPr>
      <p:cViewPr varScale="1">
        <p:scale>
          <a:sx n="53" d="100"/>
          <a:sy n="53" d="100"/>
        </p:scale>
        <p:origin x="912" y="4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-9648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57" Type="http://schemas.openxmlformats.org/officeDocument/2006/relationships/tags" Target="tags/tag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PF Fung (CSD)" userId="f1fbcc7d-b65c-4009-a6fb-0bd17f4bf7ea" providerId="ADAL" clId="{AEF52775-E4B0-4E81-95C6-E82F79E8B81C}"/>
    <pc:docChg chg="modSld">
      <pc:chgData name="Michael PF Fung (CSD)" userId="f1fbcc7d-b65c-4009-a6fb-0bd17f4bf7ea" providerId="ADAL" clId="{AEF52775-E4B0-4E81-95C6-E82F79E8B81C}" dt="2023-10-26T09:48:32.824" v="2" actId="20577"/>
      <pc:docMkLst>
        <pc:docMk/>
      </pc:docMkLst>
      <pc:sldChg chg="modSp mod">
        <pc:chgData name="Michael PF Fung (CSD)" userId="f1fbcc7d-b65c-4009-a6fb-0bd17f4bf7ea" providerId="ADAL" clId="{AEF52775-E4B0-4E81-95C6-E82F79E8B81C}" dt="2023-10-26T09:48:32.824" v="2" actId="20577"/>
        <pc:sldMkLst>
          <pc:docMk/>
          <pc:sldMk cId="826756287" sldId="476"/>
        </pc:sldMkLst>
        <pc:spChg chg="mod">
          <ac:chgData name="Michael PF Fung (CSD)" userId="f1fbcc7d-b65c-4009-a6fb-0bd17f4bf7ea" providerId="ADAL" clId="{AEF52775-E4B0-4E81-95C6-E82F79E8B81C}" dt="2023-10-26T09:48:32.824" v="2" actId="20577"/>
          <ac:spMkLst>
            <pc:docMk/>
            <pc:sldMk cId="826756287" sldId="476"/>
            <ac:spMk id="5" creationId="{4B38C81D-8895-DB44-9715-366155D31DA3}"/>
          </ac:spMkLst>
        </pc:spChg>
      </pc:sldChg>
    </pc:docChg>
  </pc:docChgLst>
  <pc:docChgLst>
    <pc:chgData name="Yim Pan Chui, Dr. (CSD)" userId="06f431c5-cc1a-4439-a61b-5f3af947c103" providerId="ADAL" clId="{21C673D4-4BB5-4208-B51A-66DF9D02E379}"/>
    <pc:docChg chg="undo custSel modSld">
      <pc:chgData name="Yim Pan Chui, Dr. (CSD)" userId="06f431c5-cc1a-4439-a61b-5f3af947c103" providerId="ADAL" clId="{21C673D4-4BB5-4208-B51A-66DF9D02E379}" dt="2024-03-02T06:39:27.391" v="280" actId="20577"/>
      <pc:docMkLst>
        <pc:docMk/>
      </pc:docMkLst>
      <pc:sldChg chg="addSp delSp modSp mod">
        <pc:chgData name="Yim Pan Chui, Dr. (CSD)" userId="06f431c5-cc1a-4439-a61b-5f3af947c103" providerId="ADAL" clId="{21C673D4-4BB5-4208-B51A-66DF9D02E379}" dt="2024-03-02T06:34:23.422" v="226" actId="14100"/>
        <pc:sldMkLst>
          <pc:docMk/>
          <pc:sldMk cId="3616428142" sldId="272"/>
        </pc:sldMkLst>
        <pc:spChg chg="add mod">
          <ac:chgData name="Yim Pan Chui, Dr. (CSD)" userId="06f431c5-cc1a-4439-a61b-5f3af947c103" providerId="ADAL" clId="{21C673D4-4BB5-4208-B51A-66DF9D02E379}" dt="2024-03-02T06:34:23.422" v="226" actId="14100"/>
          <ac:spMkLst>
            <pc:docMk/>
            <pc:sldMk cId="3616428142" sldId="272"/>
            <ac:spMk id="2" creationId="{A64CBEAB-8727-9AF3-C5FB-CA80AB86ECB2}"/>
          </ac:spMkLst>
        </pc:spChg>
        <pc:spChg chg="del">
          <ac:chgData name="Yim Pan Chui, Dr. (CSD)" userId="06f431c5-cc1a-4439-a61b-5f3af947c103" providerId="ADAL" clId="{21C673D4-4BB5-4208-B51A-66DF9D02E379}" dt="2024-03-02T06:33:48.387" v="216" actId="478"/>
          <ac:spMkLst>
            <pc:docMk/>
            <pc:sldMk cId="3616428142" sldId="272"/>
            <ac:spMk id="15365" creationId="{00000000-0000-0000-0000-000000000000}"/>
          </ac:spMkLst>
        </pc:spChg>
      </pc:sldChg>
      <pc:sldChg chg="modSp mod">
        <pc:chgData name="Yim Pan Chui, Dr. (CSD)" userId="06f431c5-cc1a-4439-a61b-5f3af947c103" providerId="ADAL" clId="{21C673D4-4BB5-4208-B51A-66DF9D02E379}" dt="2024-03-02T06:32:12.261" v="200" actId="13926"/>
        <pc:sldMkLst>
          <pc:docMk/>
          <pc:sldMk cId="3980385623" sldId="273"/>
        </pc:sldMkLst>
        <pc:spChg chg="mod">
          <ac:chgData name="Yim Pan Chui, Dr. (CSD)" userId="06f431c5-cc1a-4439-a61b-5f3af947c103" providerId="ADAL" clId="{21C673D4-4BB5-4208-B51A-66DF9D02E379}" dt="2024-03-02T06:32:12.261" v="200" actId="13926"/>
          <ac:spMkLst>
            <pc:docMk/>
            <pc:sldMk cId="3980385623" sldId="273"/>
            <ac:spMk id="16387" creationId="{00000000-0000-0000-0000-000000000000}"/>
          </ac:spMkLst>
        </pc:spChg>
      </pc:sldChg>
      <pc:sldChg chg="modSp mod">
        <pc:chgData name="Yim Pan Chui, Dr. (CSD)" userId="06f431c5-cc1a-4439-a61b-5f3af947c103" providerId="ADAL" clId="{21C673D4-4BB5-4208-B51A-66DF9D02E379}" dt="2024-03-02T06:05:23.308" v="157" actId="13926"/>
        <pc:sldMkLst>
          <pc:docMk/>
          <pc:sldMk cId="3912213360" sldId="279"/>
        </pc:sldMkLst>
        <pc:spChg chg="mod">
          <ac:chgData name="Yim Pan Chui, Dr. (CSD)" userId="06f431c5-cc1a-4439-a61b-5f3af947c103" providerId="ADAL" clId="{21C673D4-4BB5-4208-B51A-66DF9D02E379}" dt="2024-03-02T06:04:57.666" v="152" actId="13926"/>
          <ac:spMkLst>
            <pc:docMk/>
            <pc:sldMk cId="3912213360" sldId="279"/>
            <ac:spMk id="22532" creationId="{00000000-0000-0000-0000-000000000000}"/>
          </ac:spMkLst>
        </pc:spChg>
        <pc:spChg chg="mod">
          <ac:chgData name="Yim Pan Chui, Dr. (CSD)" userId="06f431c5-cc1a-4439-a61b-5f3af947c103" providerId="ADAL" clId="{21C673D4-4BB5-4208-B51A-66DF9D02E379}" dt="2024-03-02T06:05:06.120" v="154" actId="13926"/>
          <ac:spMkLst>
            <pc:docMk/>
            <pc:sldMk cId="3912213360" sldId="279"/>
            <ac:spMk id="22534" creationId="{00000000-0000-0000-0000-000000000000}"/>
          </ac:spMkLst>
        </pc:spChg>
        <pc:spChg chg="mod">
          <ac:chgData name="Yim Pan Chui, Dr. (CSD)" userId="06f431c5-cc1a-4439-a61b-5f3af947c103" providerId="ADAL" clId="{21C673D4-4BB5-4208-B51A-66DF9D02E379}" dt="2024-03-02T06:05:20.815" v="156" actId="13926"/>
          <ac:spMkLst>
            <pc:docMk/>
            <pc:sldMk cId="3912213360" sldId="279"/>
            <ac:spMk id="22535" creationId="{00000000-0000-0000-0000-000000000000}"/>
          </ac:spMkLst>
        </pc:spChg>
        <pc:spChg chg="mod">
          <ac:chgData name="Yim Pan Chui, Dr. (CSD)" userId="06f431c5-cc1a-4439-a61b-5f3af947c103" providerId="ADAL" clId="{21C673D4-4BB5-4208-B51A-66DF9D02E379}" dt="2024-03-02T06:05:23.308" v="157" actId="13926"/>
          <ac:spMkLst>
            <pc:docMk/>
            <pc:sldMk cId="3912213360" sldId="279"/>
            <ac:spMk id="22536" creationId="{00000000-0000-0000-0000-000000000000}"/>
          </ac:spMkLst>
        </pc:spChg>
      </pc:sldChg>
      <pc:sldChg chg="modSp mod">
        <pc:chgData name="Yim Pan Chui, Dr. (CSD)" userId="06f431c5-cc1a-4439-a61b-5f3af947c103" providerId="ADAL" clId="{21C673D4-4BB5-4208-B51A-66DF9D02E379}" dt="2024-03-02T06:00:32.972" v="66" actId="20577"/>
        <pc:sldMkLst>
          <pc:docMk/>
          <pc:sldMk cId="2043866265" sldId="319"/>
        </pc:sldMkLst>
        <pc:spChg chg="mod">
          <ac:chgData name="Yim Pan Chui, Dr. (CSD)" userId="06f431c5-cc1a-4439-a61b-5f3af947c103" providerId="ADAL" clId="{21C673D4-4BB5-4208-B51A-66DF9D02E379}" dt="2024-03-02T06:00:32.972" v="66" actId="20577"/>
          <ac:spMkLst>
            <pc:docMk/>
            <pc:sldMk cId="2043866265" sldId="319"/>
            <ac:spMk id="9" creationId="{00000000-0000-0000-0000-000000000000}"/>
          </ac:spMkLst>
        </pc:spChg>
      </pc:sldChg>
      <pc:sldChg chg="modSp mod">
        <pc:chgData name="Yim Pan Chui, Dr. (CSD)" userId="06f431c5-cc1a-4439-a61b-5f3af947c103" providerId="ADAL" clId="{21C673D4-4BB5-4208-B51A-66DF9D02E379}" dt="2024-03-02T05:58:53.197" v="49" actId="13926"/>
        <pc:sldMkLst>
          <pc:docMk/>
          <pc:sldMk cId="2332834607" sldId="320"/>
        </pc:sldMkLst>
        <pc:spChg chg="mod">
          <ac:chgData name="Yim Pan Chui, Dr. (CSD)" userId="06f431c5-cc1a-4439-a61b-5f3af947c103" providerId="ADAL" clId="{21C673D4-4BB5-4208-B51A-66DF9D02E379}" dt="2024-03-02T05:58:53.197" v="49" actId="13926"/>
          <ac:spMkLst>
            <pc:docMk/>
            <pc:sldMk cId="2332834607" sldId="320"/>
            <ac:spMk id="74754" creationId="{00000000-0000-0000-0000-000000000000}"/>
          </ac:spMkLst>
        </pc:spChg>
      </pc:sldChg>
      <pc:sldChg chg="modSp mod">
        <pc:chgData name="Yim Pan Chui, Dr. (CSD)" userId="06f431c5-cc1a-4439-a61b-5f3af947c103" providerId="ADAL" clId="{21C673D4-4BB5-4208-B51A-66DF9D02E379}" dt="2024-03-02T05:59:34.662" v="54" actId="13926"/>
        <pc:sldMkLst>
          <pc:docMk/>
          <pc:sldMk cId="1311589714" sldId="321"/>
        </pc:sldMkLst>
        <pc:spChg chg="mod">
          <ac:chgData name="Yim Pan Chui, Dr. (CSD)" userId="06f431c5-cc1a-4439-a61b-5f3af947c103" providerId="ADAL" clId="{21C673D4-4BB5-4208-B51A-66DF9D02E379}" dt="2024-03-02T05:59:34.662" v="54" actId="13926"/>
          <ac:spMkLst>
            <pc:docMk/>
            <pc:sldMk cId="1311589714" sldId="321"/>
            <ac:spMk id="74754" creationId="{00000000-0000-0000-0000-000000000000}"/>
          </ac:spMkLst>
        </pc:spChg>
      </pc:sldChg>
      <pc:sldChg chg="modSp mod">
        <pc:chgData name="Yim Pan Chui, Dr. (CSD)" userId="06f431c5-cc1a-4439-a61b-5f3af947c103" providerId="ADAL" clId="{21C673D4-4BB5-4208-B51A-66DF9D02E379}" dt="2024-03-02T06:00:00.646" v="57" actId="13926"/>
        <pc:sldMkLst>
          <pc:docMk/>
          <pc:sldMk cId="4220761814" sldId="325"/>
        </pc:sldMkLst>
        <pc:spChg chg="mod">
          <ac:chgData name="Yim Pan Chui, Dr. (CSD)" userId="06f431c5-cc1a-4439-a61b-5f3af947c103" providerId="ADAL" clId="{21C673D4-4BB5-4208-B51A-66DF9D02E379}" dt="2024-03-02T06:00:00.646" v="57" actId="13926"/>
          <ac:spMkLst>
            <pc:docMk/>
            <pc:sldMk cId="4220761814" sldId="325"/>
            <ac:spMk id="74754" creationId="{00000000-0000-0000-0000-000000000000}"/>
          </ac:spMkLst>
        </pc:spChg>
      </pc:sldChg>
      <pc:sldChg chg="modSp mod">
        <pc:chgData name="Yim Pan Chui, Dr. (CSD)" userId="06f431c5-cc1a-4439-a61b-5f3af947c103" providerId="ADAL" clId="{21C673D4-4BB5-4208-B51A-66DF9D02E379}" dt="2024-03-02T05:59:50.411" v="56" actId="13926"/>
        <pc:sldMkLst>
          <pc:docMk/>
          <pc:sldMk cId="3978237956" sldId="326"/>
        </pc:sldMkLst>
        <pc:spChg chg="mod">
          <ac:chgData name="Yim Pan Chui, Dr. (CSD)" userId="06f431c5-cc1a-4439-a61b-5f3af947c103" providerId="ADAL" clId="{21C673D4-4BB5-4208-B51A-66DF9D02E379}" dt="2024-03-02T05:59:50.411" v="56" actId="13926"/>
          <ac:spMkLst>
            <pc:docMk/>
            <pc:sldMk cId="3978237956" sldId="326"/>
            <ac:spMk id="74754" creationId="{00000000-0000-0000-0000-000000000000}"/>
          </ac:spMkLst>
        </pc:spChg>
      </pc:sldChg>
      <pc:sldChg chg="modSp mod">
        <pc:chgData name="Yim Pan Chui, Dr. (CSD)" userId="06f431c5-cc1a-4439-a61b-5f3af947c103" providerId="ADAL" clId="{21C673D4-4BB5-4208-B51A-66DF9D02E379}" dt="2024-03-02T06:28:01.506" v="196" actId="13926"/>
        <pc:sldMkLst>
          <pc:docMk/>
          <pc:sldMk cId="1512446493" sldId="335"/>
        </pc:sldMkLst>
        <pc:spChg chg="mod">
          <ac:chgData name="Yim Pan Chui, Dr. (CSD)" userId="06f431c5-cc1a-4439-a61b-5f3af947c103" providerId="ADAL" clId="{21C673D4-4BB5-4208-B51A-66DF9D02E379}" dt="2024-03-02T06:28:01.506" v="196" actId="13926"/>
          <ac:spMkLst>
            <pc:docMk/>
            <pc:sldMk cId="1512446493" sldId="335"/>
            <ac:spMk id="74754" creationId="{00000000-0000-0000-0000-000000000000}"/>
          </ac:spMkLst>
        </pc:spChg>
      </pc:sldChg>
      <pc:sldChg chg="modSp mod">
        <pc:chgData name="Yim Pan Chui, Dr. (CSD)" userId="06f431c5-cc1a-4439-a61b-5f3af947c103" providerId="ADAL" clId="{21C673D4-4BB5-4208-B51A-66DF9D02E379}" dt="2024-03-02T06:36:13.950" v="236" actId="113"/>
        <pc:sldMkLst>
          <pc:docMk/>
          <pc:sldMk cId="3856598676" sldId="339"/>
        </pc:sldMkLst>
        <pc:spChg chg="mod">
          <ac:chgData name="Yim Pan Chui, Dr. (CSD)" userId="06f431c5-cc1a-4439-a61b-5f3af947c103" providerId="ADAL" clId="{21C673D4-4BB5-4208-B51A-66DF9D02E379}" dt="2024-03-02T05:52:33.668" v="21" actId="688"/>
          <ac:spMkLst>
            <pc:docMk/>
            <pc:sldMk cId="3856598676" sldId="339"/>
            <ac:spMk id="28" creationId="{00000000-0000-0000-0000-000000000000}"/>
          </ac:spMkLst>
        </pc:spChg>
        <pc:spChg chg="mod">
          <ac:chgData name="Yim Pan Chui, Dr. (CSD)" userId="06f431c5-cc1a-4439-a61b-5f3af947c103" providerId="ADAL" clId="{21C673D4-4BB5-4208-B51A-66DF9D02E379}" dt="2024-03-02T05:51:59.104" v="17" actId="14100"/>
          <ac:spMkLst>
            <pc:docMk/>
            <pc:sldMk cId="3856598676" sldId="339"/>
            <ac:spMk id="32" creationId="{00000000-0000-0000-0000-000000000000}"/>
          </ac:spMkLst>
        </pc:spChg>
        <pc:spChg chg="mod">
          <ac:chgData name="Yim Pan Chui, Dr. (CSD)" userId="06f431c5-cc1a-4439-a61b-5f3af947c103" providerId="ADAL" clId="{21C673D4-4BB5-4208-B51A-66DF9D02E379}" dt="2024-03-02T06:36:13.950" v="236" actId="113"/>
          <ac:spMkLst>
            <pc:docMk/>
            <pc:sldMk cId="3856598676" sldId="339"/>
            <ac:spMk id="34" creationId="{00000000-0000-0000-0000-000000000000}"/>
          </ac:spMkLst>
        </pc:spChg>
      </pc:sldChg>
      <pc:sldChg chg="addSp modSp mod">
        <pc:chgData name="Yim Pan Chui, Dr. (CSD)" userId="06f431c5-cc1a-4439-a61b-5f3af947c103" providerId="ADAL" clId="{21C673D4-4BB5-4208-B51A-66DF9D02E379}" dt="2024-03-02T06:34:38.335" v="231" actId="1037"/>
        <pc:sldMkLst>
          <pc:docMk/>
          <pc:sldMk cId="1188601895" sldId="345"/>
        </pc:sldMkLst>
        <pc:spChg chg="add mod">
          <ac:chgData name="Yim Pan Chui, Dr. (CSD)" userId="06f431c5-cc1a-4439-a61b-5f3af947c103" providerId="ADAL" clId="{21C673D4-4BB5-4208-B51A-66DF9D02E379}" dt="2024-03-02T06:34:38.335" v="231" actId="1037"/>
          <ac:spMkLst>
            <pc:docMk/>
            <pc:sldMk cId="1188601895" sldId="345"/>
            <ac:spMk id="2" creationId="{F71ECF2F-E78C-9D68-85E4-525FE2515932}"/>
          </ac:spMkLst>
        </pc:spChg>
        <pc:spChg chg="ord">
          <ac:chgData name="Yim Pan Chui, Dr. (CSD)" userId="06f431c5-cc1a-4439-a61b-5f3af947c103" providerId="ADAL" clId="{21C673D4-4BB5-4208-B51A-66DF9D02E379}" dt="2024-03-02T06:33:43.034" v="214" actId="166"/>
          <ac:spMkLst>
            <pc:docMk/>
            <pc:sldMk cId="1188601895" sldId="345"/>
            <ac:spMk id="16" creationId="{00000000-0000-0000-0000-000000000000}"/>
          </ac:spMkLst>
        </pc:spChg>
      </pc:sldChg>
      <pc:sldChg chg="addSp delSp modSp mod">
        <pc:chgData name="Yim Pan Chui, Dr. (CSD)" userId="06f431c5-cc1a-4439-a61b-5f3af947c103" providerId="ADAL" clId="{21C673D4-4BB5-4208-B51A-66DF9D02E379}" dt="2024-03-02T05:59:41.038" v="55" actId="13926"/>
        <pc:sldMkLst>
          <pc:docMk/>
          <pc:sldMk cId="48609987" sldId="347"/>
        </pc:sldMkLst>
        <pc:spChg chg="mod">
          <ac:chgData name="Yim Pan Chui, Dr. (CSD)" userId="06f431c5-cc1a-4439-a61b-5f3af947c103" providerId="ADAL" clId="{21C673D4-4BB5-4208-B51A-66DF9D02E379}" dt="2024-03-02T05:51:15.281" v="15" actId="1036"/>
          <ac:spMkLst>
            <pc:docMk/>
            <pc:sldMk cId="48609987" sldId="347"/>
            <ac:spMk id="2" creationId="{00000000-0000-0000-0000-000000000000}"/>
          </ac:spMkLst>
        </pc:spChg>
        <pc:spChg chg="add del mod ord">
          <ac:chgData name="Yim Pan Chui, Dr. (CSD)" userId="06f431c5-cc1a-4439-a61b-5f3af947c103" providerId="ADAL" clId="{21C673D4-4BB5-4208-B51A-66DF9D02E379}" dt="2024-03-02T05:50:47.514" v="6" actId="478"/>
          <ac:spMkLst>
            <pc:docMk/>
            <pc:sldMk cId="48609987" sldId="347"/>
            <ac:spMk id="4" creationId="{66F408B4-2B38-5C8F-B3AE-8CB13D55B655}"/>
          </ac:spMkLst>
        </pc:spChg>
        <pc:spChg chg="mod">
          <ac:chgData name="Yim Pan Chui, Dr. (CSD)" userId="06f431c5-cc1a-4439-a61b-5f3af947c103" providerId="ADAL" clId="{21C673D4-4BB5-4208-B51A-66DF9D02E379}" dt="2024-03-02T05:59:41.038" v="55" actId="13926"/>
          <ac:spMkLst>
            <pc:docMk/>
            <pc:sldMk cId="48609987" sldId="347"/>
            <ac:spMk id="74754" creationId="{00000000-0000-0000-0000-000000000000}"/>
          </ac:spMkLst>
        </pc:spChg>
      </pc:sldChg>
      <pc:sldChg chg="addSp delSp modSp mod">
        <pc:chgData name="Yim Pan Chui, Dr. (CSD)" userId="06f431c5-cc1a-4439-a61b-5f3af947c103" providerId="ADAL" clId="{21C673D4-4BB5-4208-B51A-66DF9D02E379}" dt="2024-03-02T06:04:25.337" v="151" actId="14100"/>
        <pc:sldMkLst>
          <pc:docMk/>
          <pc:sldMk cId="1918843179" sldId="357"/>
        </pc:sldMkLst>
        <pc:spChg chg="add mod">
          <ac:chgData name="Yim Pan Chui, Dr. (CSD)" userId="06f431c5-cc1a-4439-a61b-5f3af947c103" providerId="ADAL" clId="{21C673D4-4BB5-4208-B51A-66DF9D02E379}" dt="2024-03-02T06:01:12.570" v="67"/>
          <ac:spMkLst>
            <pc:docMk/>
            <pc:sldMk cId="1918843179" sldId="357"/>
            <ac:spMk id="2" creationId="{AC590218-3CA4-8F0B-6D54-A593DDED85FC}"/>
          </ac:spMkLst>
        </pc:spChg>
        <pc:spChg chg="add mod">
          <ac:chgData name="Yim Pan Chui, Dr. (CSD)" userId="06f431c5-cc1a-4439-a61b-5f3af947c103" providerId="ADAL" clId="{21C673D4-4BB5-4208-B51A-66DF9D02E379}" dt="2024-03-02T06:02:46.054" v="127" actId="1076"/>
          <ac:spMkLst>
            <pc:docMk/>
            <pc:sldMk cId="1918843179" sldId="357"/>
            <ac:spMk id="3" creationId="{E7D901A5-0369-D5A4-F703-1FC92C72DBB5}"/>
          </ac:spMkLst>
        </pc:spChg>
        <pc:spChg chg="add del mod">
          <ac:chgData name="Yim Pan Chui, Dr. (CSD)" userId="06f431c5-cc1a-4439-a61b-5f3af947c103" providerId="ADAL" clId="{21C673D4-4BB5-4208-B51A-66DF9D02E379}" dt="2024-03-02T06:04:22.103" v="150" actId="14100"/>
          <ac:spMkLst>
            <pc:docMk/>
            <pc:sldMk cId="1918843179" sldId="357"/>
            <ac:spMk id="5" creationId="{8637F6CF-4857-5487-CD8D-CA62A9F2BCEF}"/>
          </ac:spMkLst>
        </pc:spChg>
        <pc:spChg chg="add mod">
          <ac:chgData name="Yim Pan Chui, Dr. (CSD)" userId="06f431c5-cc1a-4439-a61b-5f3af947c103" providerId="ADAL" clId="{21C673D4-4BB5-4208-B51A-66DF9D02E379}" dt="2024-03-02T06:03:13.873" v="139" actId="1035"/>
          <ac:spMkLst>
            <pc:docMk/>
            <pc:sldMk cId="1918843179" sldId="357"/>
            <ac:spMk id="6" creationId="{7B8DA108-77EB-E212-0977-B9C6E12FB9B3}"/>
          </ac:spMkLst>
        </pc:spChg>
        <pc:spChg chg="add mod">
          <ac:chgData name="Yim Pan Chui, Dr. (CSD)" userId="06f431c5-cc1a-4439-a61b-5f3af947c103" providerId="ADAL" clId="{21C673D4-4BB5-4208-B51A-66DF9D02E379}" dt="2024-03-02T06:04:25.337" v="151" actId="14100"/>
          <ac:spMkLst>
            <pc:docMk/>
            <pc:sldMk cId="1918843179" sldId="357"/>
            <ac:spMk id="7" creationId="{4E00C5C8-A6B9-B0C6-B31A-E997AC27D741}"/>
          </ac:spMkLst>
        </pc:spChg>
        <pc:spChg chg="add del mod">
          <ac:chgData name="Yim Pan Chui, Dr. (CSD)" userId="06f431c5-cc1a-4439-a61b-5f3af947c103" providerId="ADAL" clId="{21C673D4-4BB5-4208-B51A-66DF9D02E379}" dt="2024-03-02T06:04:17.189" v="148" actId="478"/>
          <ac:spMkLst>
            <pc:docMk/>
            <pc:sldMk cId="1918843179" sldId="357"/>
            <ac:spMk id="8" creationId="{DF61D30A-D342-EACA-3D8A-099899620C96}"/>
          </ac:spMkLst>
        </pc:spChg>
      </pc:sldChg>
      <pc:sldChg chg="modSp mod">
        <pc:chgData name="Yim Pan Chui, Dr. (CSD)" userId="06f431c5-cc1a-4439-a61b-5f3af947c103" providerId="ADAL" clId="{21C673D4-4BB5-4208-B51A-66DF9D02E379}" dt="2024-03-02T06:09:55.682" v="179" actId="13926"/>
        <pc:sldMkLst>
          <pc:docMk/>
          <pc:sldMk cId="3035676651" sldId="358"/>
        </pc:sldMkLst>
        <pc:spChg chg="mod">
          <ac:chgData name="Yim Pan Chui, Dr. (CSD)" userId="06f431c5-cc1a-4439-a61b-5f3af947c103" providerId="ADAL" clId="{21C673D4-4BB5-4208-B51A-66DF9D02E379}" dt="2024-03-02T06:09:55.682" v="179" actId="13926"/>
          <ac:spMkLst>
            <pc:docMk/>
            <pc:sldMk cId="3035676651" sldId="358"/>
            <ac:spMk id="33796" creationId="{00000000-0000-0000-0000-000000000000}"/>
          </ac:spMkLst>
        </pc:spChg>
      </pc:sldChg>
      <pc:sldChg chg="modSp mod">
        <pc:chgData name="Yim Pan Chui, Dr. (CSD)" userId="06f431c5-cc1a-4439-a61b-5f3af947c103" providerId="ADAL" clId="{21C673D4-4BB5-4208-B51A-66DF9D02E379}" dt="2024-03-02T06:39:27.391" v="280" actId="20577"/>
        <pc:sldMkLst>
          <pc:docMk/>
          <pc:sldMk cId="1278960254" sldId="359"/>
        </pc:sldMkLst>
        <pc:spChg chg="mod">
          <ac:chgData name="Yim Pan Chui, Dr. (CSD)" userId="06f431c5-cc1a-4439-a61b-5f3af947c103" providerId="ADAL" clId="{21C673D4-4BB5-4208-B51A-66DF9D02E379}" dt="2024-03-02T06:39:27.391" v="280" actId="20577"/>
          <ac:spMkLst>
            <pc:docMk/>
            <pc:sldMk cId="1278960254" sldId="359"/>
            <ac:spMk id="32771" creationId="{00000000-0000-0000-0000-000000000000}"/>
          </ac:spMkLst>
        </pc:spChg>
      </pc:sldChg>
      <pc:sldChg chg="modSp mod">
        <pc:chgData name="Yim Pan Chui, Dr. (CSD)" userId="06f431c5-cc1a-4439-a61b-5f3af947c103" providerId="ADAL" clId="{21C673D4-4BB5-4208-B51A-66DF9D02E379}" dt="2024-03-02T06:39:09.102" v="272" actId="20577"/>
        <pc:sldMkLst>
          <pc:docMk/>
          <pc:sldMk cId="3814559374" sldId="360"/>
        </pc:sldMkLst>
        <pc:spChg chg="mod">
          <ac:chgData name="Yim Pan Chui, Dr. (CSD)" userId="06f431c5-cc1a-4439-a61b-5f3af947c103" providerId="ADAL" clId="{21C673D4-4BB5-4208-B51A-66DF9D02E379}" dt="2024-03-02T06:39:09.102" v="272" actId="20577"/>
          <ac:spMkLst>
            <pc:docMk/>
            <pc:sldMk cId="3814559374" sldId="360"/>
            <ac:spMk id="81924" creationId="{00000000-0000-0000-0000-000000000000}"/>
          </ac:spMkLst>
        </pc:spChg>
      </pc:sldChg>
      <pc:sldChg chg="modSp mod">
        <pc:chgData name="Yim Pan Chui, Dr. (CSD)" userId="06f431c5-cc1a-4439-a61b-5f3af947c103" providerId="ADAL" clId="{21C673D4-4BB5-4208-B51A-66DF9D02E379}" dt="2024-03-02T06:38:37.903" v="256" actId="20577"/>
        <pc:sldMkLst>
          <pc:docMk/>
          <pc:sldMk cId="2379707453" sldId="361"/>
        </pc:sldMkLst>
        <pc:spChg chg="mod">
          <ac:chgData name="Yim Pan Chui, Dr. (CSD)" userId="06f431c5-cc1a-4439-a61b-5f3af947c103" providerId="ADAL" clId="{21C673D4-4BB5-4208-B51A-66DF9D02E379}" dt="2024-03-02T06:38:37.903" v="256" actId="20577"/>
          <ac:spMkLst>
            <pc:docMk/>
            <pc:sldMk cId="2379707453" sldId="361"/>
            <ac:spMk id="81924" creationId="{00000000-0000-0000-0000-000000000000}"/>
          </ac:spMkLst>
        </pc:spChg>
      </pc:sldChg>
      <pc:sldChg chg="modSp mod">
        <pc:chgData name="Yim Pan Chui, Dr. (CSD)" userId="06f431c5-cc1a-4439-a61b-5f3af947c103" providerId="ADAL" clId="{21C673D4-4BB5-4208-B51A-66DF9D02E379}" dt="2024-03-02T06:11:19.464" v="183" actId="14100"/>
        <pc:sldMkLst>
          <pc:docMk/>
          <pc:sldMk cId="595352971" sldId="364"/>
        </pc:sldMkLst>
        <pc:spChg chg="mod">
          <ac:chgData name="Yim Pan Chui, Dr. (CSD)" userId="06f431c5-cc1a-4439-a61b-5f3af947c103" providerId="ADAL" clId="{21C673D4-4BB5-4208-B51A-66DF9D02E379}" dt="2024-03-02T06:11:07.996" v="181" actId="13926"/>
          <ac:spMkLst>
            <pc:docMk/>
            <pc:sldMk cId="595352971" sldId="364"/>
            <ac:spMk id="123908" creationId="{00000000-0000-0000-0000-000000000000}"/>
          </ac:spMkLst>
        </pc:spChg>
        <pc:spChg chg="mod">
          <ac:chgData name="Yim Pan Chui, Dr. (CSD)" userId="06f431c5-cc1a-4439-a61b-5f3af947c103" providerId="ADAL" clId="{21C673D4-4BB5-4208-B51A-66DF9D02E379}" dt="2024-03-02T06:11:19.464" v="183" actId="14100"/>
          <ac:spMkLst>
            <pc:docMk/>
            <pc:sldMk cId="595352971" sldId="364"/>
            <ac:spMk id="123909" creationId="{00000000-0000-0000-0000-000000000000}"/>
          </ac:spMkLst>
        </pc:spChg>
      </pc:sldChg>
      <pc:sldChg chg="modSp mod">
        <pc:chgData name="Yim Pan Chui, Dr. (CSD)" userId="06f431c5-cc1a-4439-a61b-5f3af947c103" providerId="ADAL" clId="{21C673D4-4BB5-4208-B51A-66DF9D02E379}" dt="2024-03-02T06:12:13.864" v="194" actId="13926"/>
        <pc:sldMkLst>
          <pc:docMk/>
          <pc:sldMk cId="4091099128" sldId="365"/>
        </pc:sldMkLst>
        <pc:spChg chg="mod">
          <ac:chgData name="Yim Pan Chui, Dr. (CSD)" userId="06f431c5-cc1a-4439-a61b-5f3af947c103" providerId="ADAL" clId="{21C673D4-4BB5-4208-B51A-66DF9D02E379}" dt="2024-03-02T06:12:13.864" v="194" actId="13926"/>
          <ac:spMkLst>
            <pc:docMk/>
            <pc:sldMk cId="4091099128" sldId="365"/>
            <ac:spMk id="53252" creationId="{00000000-0000-0000-0000-000000000000}"/>
          </ac:spMkLst>
        </pc:spChg>
      </pc:sldChg>
      <pc:sldChg chg="modSp mod">
        <pc:chgData name="Yim Pan Chui, Dr. (CSD)" userId="06f431c5-cc1a-4439-a61b-5f3af947c103" providerId="ADAL" clId="{21C673D4-4BB5-4208-B51A-66DF9D02E379}" dt="2024-03-02T06:12:00.926" v="193" actId="13926"/>
        <pc:sldMkLst>
          <pc:docMk/>
          <pc:sldMk cId="3846178019" sldId="366"/>
        </pc:sldMkLst>
        <pc:spChg chg="mod">
          <ac:chgData name="Yim Pan Chui, Dr. (CSD)" userId="06f431c5-cc1a-4439-a61b-5f3af947c103" providerId="ADAL" clId="{21C673D4-4BB5-4208-B51A-66DF9D02E379}" dt="2024-03-02T06:12:00.926" v="193" actId="13926"/>
          <ac:spMkLst>
            <pc:docMk/>
            <pc:sldMk cId="3846178019" sldId="366"/>
            <ac:spMk id="25604" creationId="{00000000-0000-0000-0000-000000000000}"/>
          </ac:spMkLst>
        </pc:spChg>
      </pc:sldChg>
      <pc:sldChg chg="modSp">
        <pc:chgData name="Yim Pan Chui, Dr. (CSD)" userId="06f431c5-cc1a-4439-a61b-5f3af947c103" providerId="ADAL" clId="{21C673D4-4BB5-4208-B51A-66DF9D02E379}" dt="2024-03-02T06:05:50.988" v="160" actId="113"/>
        <pc:sldMkLst>
          <pc:docMk/>
          <pc:sldMk cId="2377141081" sldId="368"/>
        </pc:sldMkLst>
        <pc:spChg chg="mod">
          <ac:chgData name="Yim Pan Chui, Dr. (CSD)" userId="06f431c5-cc1a-4439-a61b-5f3af947c103" providerId="ADAL" clId="{21C673D4-4BB5-4208-B51A-66DF9D02E379}" dt="2024-03-02T06:05:50.988" v="160" actId="113"/>
          <ac:spMkLst>
            <pc:docMk/>
            <pc:sldMk cId="2377141081" sldId="368"/>
            <ac:spMk id="244751" creationId="{00000000-0000-0000-0000-000000000000}"/>
          </ac:spMkLst>
        </pc:spChg>
      </pc:sldChg>
      <pc:sldChg chg="addSp delSp modSp mod delAnim">
        <pc:chgData name="Yim Pan Chui, Dr. (CSD)" userId="06f431c5-cc1a-4439-a61b-5f3af947c103" providerId="ADAL" clId="{21C673D4-4BB5-4208-B51A-66DF9D02E379}" dt="2024-03-02T05:58:16.141" v="48" actId="1035"/>
        <pc:sldMkLst>
          <pc:docMk/>
          <pc:sldMk cId="826756287" sldId="476"/>
        </pc:sldMkLst>
        <pc:spChg chg="mod">
          <ac:chgData name="Yim Pan Chui, Dr. (CSD)" userId="06f431c5-cc1a-4439-a61b-5f3af947c103" providerId="ADAL" clId="{21C673D4-4BB5-4208-B51A-66DF9D02E379}" dt="2024-03-02T05:58:04.492" v="45" actId="20577"/>
          <ac:spMkLst>
            <pc:docMk/>
            <pc:sldMk cId="826756287" sldId="476"/>
            <ac:spMk id="5" creationId="{4B38C81D-8895-DB44-9715-366155D31DA3}"/>
          </ac:spMkLst>
        </pc:spChg>
        <pc:spChg chg="del">
          <ac:chgData name="Yim Pan Chui, Dr. (CSD)" userId="06f431c5-cc1a-4439-a61b-5f3af947c103" providerId="ADAL" clId="{21C673D4-4BB5-4208-B51A-66DF9D02E379}" dt="2024-03-02T05:56:48.890" v="28" actId="478"/>
          <ac:spMkLst>
            <pc:docMk/>
            <pc:sldMk cId="826756287" sldId="476"/>
            <ac:spMk id="7" creationId="{F7BDE614-F0A6-4972-A092-D86B0289E1B6}"/>
          </ac:spMkLst>
        </pc:spChg>
        <pc:spChg chg="add mod">
          <ac:chgData name="Yim Pan Chui, Dr. (CSD)" userId="06f431c5-cc1a-4439-a61b-5f3af947c103" providerId="ADAL" clId="{21C673D4-4BB5-4208-B51A-66DF9D02E379}" dt="2024-03-02T05:56:52.817" v="29" actId="1076"/>
          <ac:spMkLst>
            <pc:docMk/>
            <pc:sldMk cId="826756287" sldId="476"/>
            <ac:spMk id="8" creationId="{E0EE98F2-0564-BBCC-9E93-13EDEF3CADF2}"/>
          </ac:spMkLst>
        </pc:spChg>
        <pc:spChg chg="add mod">
          <ac:chgData name="Yim Pan Chui, Dr. (CSD)" userId="06f431c5-cc1a-4439-a61b-5f3af947c103" providerId="ADAL" clId="{21C673D4-4BB5-4208-B51A-66DF9D02E379}" dt="2024-03-02T05:58:16.141" v="48" actId="1035"/>
          <ac:spMkLst>
            <pc:docMk/>
            <pc:sldMk cId="826756287" sldId="476"/>
            <ac:spMk id="9" creationId="{E8C7E4DC-BC69-B371-7E4C-F18024AC5DE1}"/>
          </ac:spMkLst>
        </pc:spChg>
      </pc:sldChg>
    </pc:docChg>
  </pc:docChgLst>
  <pc:docChgLst>
    <pc:chgData name="Yim Pan Chui, Dr. (CSD)" userId="06f431c5-cc1a-4439-a61b-5f3af947c103" providerId="ADAL" clId="{EB684FE0-E20D-44E9-B2AB-93AC61C2FE9B}"/>
    <pc:docChg chg="undo custSel addSld modSld">
      <pc:chgData name="Yim Pan Chui, Dr. (CSD)" userId="06f431c5-cc1a-4439-a61b-5f3af947c103" providerId="ADAL" clId="{EB684FE0-E20D-44E9-B2AB-93AC61C2FE9B}" dt="2023-07-10T06:00:50.472" v="496" actId="114"/>
      <pc:docMkLst>
        <pc:docMk/>
      </pc:docMkLst>
      <pc:sldChg chg="addSp delSp modSp">
        <pc:chgData name="Yim Pan Chui, Dr. (CSD)" userId="06f431c5-cc1a-4439-a61b-5f3af947c103" providerId="ADAL" clId="{EB684FE0-E20D-44E9-B2AB-93AC61C2FE9B}" dt="2023-07-10T05:58:09.890" v="467" actId="6549"/>
        <pc:sldMkLst>
          <pc:docMk/>
          <pc:sldMk cId="3576963820" sldId="309"/>
        </pc:sldMkLst>
        <pc:spChg chg="add del mod">
          <ac:chgData name="Yim Pan Chui, Dr. (CSD)" userId="06f431c5-cc1a-4439-a61b-5f3af947c103" providerId="ADAL" clId="{EB684FE0-E20D-44E9-B2AB-93AC61C2FE9B}" dt="2023-07-10T05:54:15.153" v="344" actId="478"/>
          <ac:spMkLst>
            <pc:docMk/>
            <pc:sldMk cId="3576963820" sldId="309"/>
            <ac:spMk id="7" creationId="{B798E015-AFEF-4F8C-9006-64CA004C2032}"/>
          </ac:spMkLst>
        </pc:spChg>
        <pc:spChg chg="mod">
          <ac:chgData name="Yim Pan Chui, Dr. (CSD)" userId="06f431c5-cc1a-4439-a61b-5f3af947c103" providerId="ADAL" clId="{EB684FE0-E20D-44E9-B2AB-93AC61C2FE9B}" dt="2023-07-10T05:58:09.890" v="467" actId="6549"/>
          <ac:spMkLst>
            <pc:docMk/>
            <pc:sldMk cId="3576963820" sldId="309"/>
            <ac:spMk id="74761" creationId="{00000000-0000-0000-0000-000000000000}"/>
          </ac:spMkLst>
        </pc:spChg>
      </pc:sldChg>
      <pc:sldChg chg="modSp">
        <pc:chgData name="Yim Pan Chui, Dr. (CSD)" userId="06f431c5-cc1a-4439-a61b-5f3af947c103" providerId="ADAL" clId="{EB684FE0-E20D-44E9-B2AB-93AC61C2FE9B}" dt="2023-07-10T04:46:49.974" v="293" actId="207"/>
        <pc:sldMkLst>
          <pc:docMk/>
          <pc:sldMk cId="2043866265" sldId="319"/>
        </pc:sldMkLst>
        <pc:spChg chg="mod">
          <ac:chgData name="Yim Pan Chui, Dr. (CSD)" userId="06f431c5-cc1a-4439-a61b-5f3af947c103" providerId="ADAL" clId="{EB684FE0-E20D-44E9-B2AB-93AC61C2FE9B}" dt="2023-07-10T04:46:49.974" v="293" actId="207"/>
          <ac:spMkLst>
            <pc:docMk/>
            <pc:sldMk cId="2043866265" sldId="319"/>
            <ac:spMk id="8" creationId="{00000000-0000-0000-0000-000000000000}"/>
          </ac:spMkLst>
        </pc:spChg>
        <pc:spChg chg="mod">
          <ac:chgData name="Yim Pan Chui, Dr. (CSD)" userId="06f431c5-cc1a-4439-a61b-5f3af947c103" providerId="ADAL" clId="{EB684FE0-E20D-44E9-B2AB-93AC61C2FE9B}" dt="2023-07-10T04:21:04.574" v="66"/>
          <ac:spMkLst>
            <pc:docMk/>
            <pc:sldMk cId="2043866265" sldId="319"/>
            <ac:spMk id="74756" creationId="{00000000-0000-0000-0000-000000000000}"/>
          </ac:spMkLst>
        </pc:spChg>
      </pc:sldChg>
      <pc:sldChg chg="addSp delSp modSp addAnim delAnim modAnim">
        <pc:chgData name="Yim Pan Chui, Dr. (CSD)" userId="06f431c5-cc1a-4439-a61b-5f3af947c103" providerId="ADAL" clId="{EB684FE0-E20D-44E9-B2AB-93AC61C2FE9B}" dt="2023-07-10T04:28:49.635" v="127" actId="478"/>
        <pc:sldMkLst>
          <pc:docMk/>
          <pc:sldMk cId="2332834607" sldId="320"/>
        </pc:sldMkLst>
        <pc:spChg chg="add del mod">
          <ac:chgData name="Yim Pan Chui, Dr. (CSD)" userId="06f431c5-cc1a-4439-a61b-5f3af947c103" providerId="ADAL" clId="{EB684FE0-E20D-44E9-B2AB-93AC61C2FE9B}" dt="2023-07-10T04:15:31.196" v="3" actId="478"/>
          <ac:spMkLst>
            <pc:docMk/>
            <pc:sldMk cId="2332834607" sldId="320"/>
            <ac:spMk id="12" creationId="{272D88E7-6E89-4707-BA86-E0C1587B9C99}"/>
          </ac:spMkLst>
        </pc:spChg>
        <pc:spChg chg="add del mod ord">
          <ac:chgData name="Yim Pan Chui, Dr. (CSD)" userId="06f431c5-cc1a-4439-a61b-5f3af947c103" providerId="ADAL" clId="{EB684FE0-E20D-44E9-B2AB-93AC61C2FE9B}" dt="2023-07-10T04:28:39.323" v="119" actId="478"/>
          <ac:spMkLst>
            <pc:docMk/>
            <pc:sldMk cId="2332834607" sldId="320"/>
            <ac:spMk id="16" creationId="{5C85053C-B9B6-4821-B718-618076B5AF55}"/>
          </ac:spMkLst>
        </pc:spChg>
        <pc:spChg chg="add del mod">
          <ac:chgData name="Yim Pan Chui, Dr. (CSD)" userId="06f431c5-cc1a-4439-a61b-5f3af947c103" providerId="ADAL" clId="{EB684FE0-E20D-44E9-B2AB-93AC61C2FE9B}" dt="2023-07-10T04:28:44.655" v="123" actId="478"/>
          <ac:spMkLst>
            <pc:docMk/>
            <pc:sldMk cId="2332834607" sldId="320"/>
            <ac:spMk id="17" creationId="{A4EEE9A7-9153-408E-8628-AD302B7CF3B4}"/>
          </ac:spMkLst>
        </pc:spChg>
        <pc:spChg chg="add del mod">
          <ac:chgData name="Yim Pan Chui, Dr. (CSD)" userId="06f431c5-cc1a-4439-a61b-5f3af947c103" providerId="ADAL" clId="{EB684FE0-E20D-44E9-B2AB-93AC61C2FE9B}" dt="2023-07-10T04:28:46.503" v="124" actId="478"/>
          <ac:spMkLst>
            <pc:docMk/>
            <pc:sldMk cId="2332834607" sldId="320"/>
            <ac:spMk id="18" creationId="{4A254772-549C-4D89-AEBD-1617A25F2DFC}"/>
          </ac:spMkLst>
        </pc:spChg>
        <pc:spChg chg="add del mod">
          <ac:chgData name="Yim Pan Chui, Dr. (CSD)" userId="06f431c5-cc1a-4439-a61b-5f3af947c103" providerId="ADAL" clId="{EB684FE0-E20D-44E9-B2AB-93AC61C2FE9B}" dt="2023-07-10T04:28:41.870" v="121" actId="478"/>
          <ac:spMkLst>
            <pc:docMk/>
            <pc:sldMk cId="2332834607" sldId="320"/>
            <ac:spMk id="19" creationId="{AAB2D004-1035-433B-8837-BDD66B286742}"/>
          </ac:spMkLst>
        </pc:spChg>
        <pc:spChg chg="add del mod">
          <ac:chgData name="Yim Pan Chui, Dr. (CSD)" userId="06f431c5-cc1a-4439-a61b-5f3af947c103" providerId="ADAL" clId="{EB684FE0-E20D-44E9-B2AB-93AC61C2FE9B}" dt="2023-07-10T04:28:26.733" v="113" actId="478"/>
          <ac:spMkLst>
            <pc:docMk/>
            <pc:sldMk cId="2332834607" sldId="320"/>
            <ac:spMk id="20" creationId="{5BE2BB28-FA7F-4CAC-A1C7-4EC91327839B}"/>
          </ac:spMkLst>
        </pc:spChg>
        <pc:spChg chg="add del mod">
          <ac:chgData name="Yim Pan Chui, Dr. (CSD)" userId="06f431c5-cc1a-4439-a61b-5f3af947c103" providerId="ADAL" clId="{EB684FE0-E20D-44E9-B2AB-93AC61C2FE9B}" dt="2023-07-10T04:28:43.536" v="122" actId="478"/>
          <ac:spMkLst>
            <pc:docMk/>
            <pc:sldMk cId="2332834607" sldId="320"/>
            <ac:spMk id="21" creationId="{DBEA220A-842B-4D00-9850-857258C9AB17}"/>
          </ac:spMkLst>
        </pc:spChg>
        <pc:spChg chg="add del mod">
          <ac:chgData name="Yim Pan Chui, Dr. (CSD)" userId="06f431c5-cc1a-4439-a61b-5f3af947c103" providerId="ADAL" clId="{EB684FE0-E20D-44E9-B2AB-93AC61C2FE9B}" dt="2023-07-10T04:28:49.635" v="127" actId="478"/>
          <ac:spMkLst>
            <pc:docMk/>
            <pc:sldMk cId="2332834607" sldId="320"/>
            <ac:spMk id="22" creationId="{F83BF65A-17A8-4E38-AA70-FC22C54A2775}"/>
          </ac:spMkLst>
        </pc:spChg>
        <pc:spChg chg="add del mod">
          <ac:chgData name="Yim Pan Chui, Dr. (CSD)" userId="06f431c5-cc1a-4439-a61b-5f3af947c103" providerId="ADAL" clId="{EB684FE0-E20D-44E9-B2AB-93AC61C2FE9B}" dt="2023-07-10T04:16:28.896" v="10" actId="478"/>
          <ac:spMkLst>
            <pc:docMk/>
            <pc:sldMk cId="2332834607" sldId="320"/>
            <ac:spMk id="24" creationId="{0C8B172D-2EB2-429D-A5C3-71679AE322DA}"/>
          </ac:spMkLst>
        </pc:spChg>
        <pc:spChg chg="mod ord">
          <ac:chgData name="Yim Pan Chui, Dr. (CSD)" userId="06f431c5-cc1a-4439-a61b-5f3af947c103" providerId="ADAL" clId="{EB684FE0-E20D-44E9-B2AB-93AC61C2FE9B}" dt="2023-07-10T04:17:54.481" v="18" actId="167"/>
          <ac:spMkLst>
            <pc:docMk/>
            <pc:sldMk cId="2332834607" sldId="320"/>
            <ac:spMk id="74754" creationId="{00000000-0000-0000-0000-000000000000}"/>
          </ac:spMkLst>
        </pc:spChg>
        <pc:spChg chg="mod">
          <ac:chgData name="Yim Pan Chui, Dr. (CSD)" userId="06f431c5-cc1a-4439-a61b-5f3af947c103" providerId="ADAL" clId="{EB684FE0-E20D-44E9-B2AB-93AC61C2FE9B}" dt="2023-07-10T04:20:50.557" v="65"/>
          <ac:spMkLst>
            <pc:docMk/>
            <pc:sldMk cId="2332834607" sldId="320"/>
            <ac:spMk id="74756" creationId="{00000000-0000-0000-0000-000000000000}"/>
          </ac:spMkLst>
        </pc:spChg>
        <pc:cxnChg chg="add del mod">
          <ac:chgData name="Yim Pan Chui, Dr. (CSD)" userId="06f431c5-cc1a-4439-a61b-5f3af947c103" providerId="ADAL" clId="{EB684FE0-E20D-44E9-B2AB-93AC61C2FE9B}" dt="2023-07-10T04:15:32.448" v="4" actId="478"/>
          <ac:cxnSpMkLst>
            <pc:docMk/>
            <pc:sldMk cId="2332834607" sldId="320"/>
            <ac:cxnSpMk id="11" creationId="{9FF3B5A0-04E0-4715-B33C-181D13143779}"/>
          </ac:cxnSpMkLst>
        </pc:cxnChg>
        <pc:cxnChg chg="add del mod">
          <ac:chgData name="Yim Pan Chui, Dr. (CSD)" userId="06f431c5-cc1a-4439-a61b-5f3af947c103" providerId="ADAL" clId="{EB684FE0-E20D-44E9-B2AB-93AC61C2FE9B}" dt="2023-07-10T04:28:47.448" v="125" actId="478"/>
          <ac:cxnSpMkLst>
            <pc:docMk/>
            <pc:sldMk cId="2332834607" sldId="320"/>
            <ac:cxnSpMk id="13" creationId="{A0D0E920-0B35-44BE-B01A-F982DE550AD3}"/>
          </ac:cxnSpMkLst>
        </pc:cxnChg>
        <pc:cxnChg chg="add del mod">
          <ac:chgData name="Yim Pan Chui, Dr. (CSD)" userId="06f431c5-cc1a-4439-a61b-5f3af947c103" providerId="ADAL" clId="{EB684FE0-E20D-44E9-B2AB-93AC61C2FE9B}" dt="2023-07-10T04:28:48.519" v="126" actId="478"/>
          <ac:cxnSpMkLst>
            <pc:docMk/>
            <pc:sldMk cId="2332834607" sldId="320"/>
            <ac:cxnSpMk id="14" creationId="{21E591A4-87C8-45F0-9050-4E862F508D48}"/>
          </ac:cxnSpMkLst>
        </pc:cxnChg>
        <pc:cxnChg chg="add del mod">
          <ac:chgData name="Yim Pan Chui, Dr. (CSD)" userId="06f431c5-cc1a-4439-a61b-5f3af947c103" providerId="ADAL" clId="{EB684FE0-E20D-44E9-B2AB-93AC61C2FE9B}" dt="2023-07-10T04:28:27.763" v="114" actId="478"/>
          <ac:cxnSpMkLst>
            <pc:docMk/>
            <pc:sldMk cId="2332834607" sldId="320"/>
            <ac:cxnSpMk id="15" creationId="{8646B371-9CA1-484E-B44C-049D83779E3E}"/>
          </ac:cxnSpMkLst>
        </pc:cxnChg>
        <pc:cxnChg chg="add del mod">
          <ac:chgData name="Yim Pan Chui, Dr. (CSD)" userId="06f431c5-cc1a-4439-a61b-5f3af947c103" providerId="ADAL" clId="{EB684FE0-E20D-44E9-B2AB-93AC61C2FE9B}" dt="2023-07-10T04:16:27.185" v="9" actId="478"/>
          <ac:cxnSpMkLst>
            <pc:docMk/>
            <pc:sldMk cId="2332834607" sldId="320"/>
            <ac:cxnSpMk id="23" creationId="{758B7B7C-8BFE-40CF-9605-0F72A05F4183}"/>
          </ac:cxnSpMkLst>
        </pc:cxnChg>
      </pc:sldChg>
      <pc:sldChg chg="addSp modSp modAnim">
        <pc:chgData name="Yim Pan Chui, Dr. (CSD)" userId="06f431c5-cc1a-4439-a61b-5f3af947c103" providerId="ADAL" clId="{EB684FE0-E20D-44E9-B2AB-93AC61C2FE9B}" dt="2023-07-10T04:45:39.709" v="285" actId="207"/>
        <pc:sldMkLst>
          <pc:docMk/>
          <pc:sldMk cId="1311589714" sldId="321"/>
        </pc:sldMkLst>
        <pc:spChg chg="mod">
          <ac:chgData name="Yim Pan Chui, Dr. (CSD)" userId="06f431c5-cc1a-4439-a61b-5f3af947c103" providerId="ADAL" clId="{EB684FE0-E20D-44E9-B2AB-93AC61C2FE9B}" dt="2023-07-10T04:45:39.709" v="285" actId="207"/>
          <ac:spMkLst>
            <pc:docMk/>
            <pc:sldMk cId="1311589714" sldId="321"/>
            <ac:spMk id="8" creationId="{00000000-0000-0000-0000-000000000000}"/>
          </ac:spMkLst>
        </pc:spChg>
        <pc:spChg chg="add mod">
          <ac:chgData name="Yim Pan Chui, Dr. (CSD)" userId="06f431c5-cc1a-4439-a61b-5f3af947c103" providerId="ADAL" clId="{EB684FE0-E20D-44E9-B2AB-93AC61C2FE9B}" dt="2023-07-10T04:23:51.885" v="76" actId="1076"/>
          <ac:spMkLst>
            <pc:docMk/>
            <pc:sldMk cId="1311589714" sldId="321"/>
            <ac:spMk id="11" creationId="{0CFB29E7-96E4-4905-87AF-CBE8E74CFDC0}"/>
          </ac:spMkLst>
        </pc:spChg>
        <pc:spChg chg="add mod">
          <ac:chgData name="Yim Pan Chui, Dr. (CSD)" userId="06f431c5-cc1a-4439-a61b-5f3af947c103" providerId="ADAL" clId="{EB684FE0-E20D-44E9-B2AB-93AC61C2FE9B}" dt="2023-07-10T04:24:49.319" v="80" actId="207"/>
          <ac:spMkLst>
            <pc:docMk/>
            <pc:sldMk cId="1311589714" sldId="321"/>
            <ac:spMk id="14" creationId="{4C8642D0-B601-4399-8AEB-6E5703FB4E8A}"/>
          </ac:spMkLst>
        </pc:spChg>
        <pc:spChg chg="add mod">
          <ac:chgData name="Yim Pan Chui, Dr. (CSD)" userId="06f431c5-cc1a-4439-a61b-5f3af947c103" providerId="ADAL" clId="{EB684FE0-E20D-44E9-B2AB-93AC61C2FE9B}" dt="2023-07-10T04:24:55.226" v="81" actId="208"/>
          <ac:spMkLst>
            <pc:docMk/>
            <pc:sldMk cId="1311589714" sldId="321"/>
            <ac:spMk id="15" creationId="{E16A4DE8-7352-4338-9717-14367E398AD5}"/>
          </ac:spMkLst>
        </pc:spChg>
        <pc:spChg chg="mod">
          <ac:chgData name="Yim Pan Chui, Dr. (CSD)" userId="06f431c5-cc1a-4439-a61b-5f3af947c103" providerId="ADAL" clId="{EB684FE0-E20D-44E9-B2AB-93AC61C2FE9B}" dt="2023-07-10T04:25:23.414" v="82"/>
          <ac:spMkLst>
            <pc:docMk/>
            <pc:sldMk cId="1311589714" sldId="321"/>
            <ac:spMk id="74756" creationId="{00000000-0000-0000-0000-000000000000}"/>
          </ac:spMkLst>
        </pc:spChg>
      </pc:sldChg>
      <pc:sldChg chg="addSp modSp modAnim">
        <pc:chgData name="Yim Pan Chui, Dr. (CSD)" userId="06f431c5-cc1a-4439-a61b-5f3af947c103" providerId="ADAL" clId="{EB684FE0-E20D-44E9-B2AB-93AC61C2FE9B}" dt="2023-07-10T04:45:13.430" v="281" actId="207"/>
        <pc:sldMkLst>
          <pc:docMk/>
          <pc:sldMk cId="4220761814" sldId="325"/>
        </pc:sldMkLst>
        <pc:spChg chg="mod">
          <ac:chgData name="Yim Pan Chui, Dr. (CSD)" userId="06f431c5-cc1a-4439-a61b-5f3af947c103" providerId="ADAL" clId="{EB684FE0-E20D-44E9-B2AB-93AC61C2FE9B}" dt="2023-07-10T04:45:13.430" v="281" actId="207"/>
          <ac:spMkLst>
            <pc:docMk/>
            <pc:sldMk cId="4220761814" sldId="325"/>
            <ac:spMk id="8" creationId="{00000000-0000-0000-0000-000000000000}"/>
          </ac:spMkLst>
        </pc:spChg>
        <pc:spChg chg="mod">
          <ac:chgData name="Yim Pan Chui, Dr. (CSD)" userId="06f431c5-cc1a-4439-a61b-5f3af947c103" providerId="ADAL" clId="{EB684FE0-E20D-44E9-B2AB-93AC61C2FE9B}" dt="2023-07-10T04:27:51.046" v="108" actId="14100"/>
          <ac:spMkLst>
            <pc:docMk/>
            <pc:sldMk cId="4220761814" sldId="325"/>
            <ac:spMk id="14" creationId="{00000000-0000-0000-0000-000000000000}"/>
          </ac:spMkLst>
        </pc:spChg>
        <pc:spChg chg="add">
          <ac:chgData name="Yim Pan Chui, Dr. (CSD)" userId="06f431c5-cc1a-4439-a61b-5f3af947c103" providerId="ADAL" clId="{EB684FE0-E20D-44E9-B2AB-93AC61C2FE9B}" dt="2023-07-10T04:26:21.841" v="97"/>
          <ac:spMkLst>
            <pc:docMk/>
            <pc:sldMk cId="4220761814" sldId="325"/>
            <ac:spMk id="17" creationId="{4B80A9E7-0D63-40F2-9E03-83E50A0374C2}"/>
          </ac:spMkLst>
        </pc:spChg>
        <pc:spChg chg="add mod">
          <ac:chgData name="Yim Pan Chui, Dr. (CSD)" userId="06f431c5-cc1a-4439-a61b-5f3af947c103" providerId="ADAL" clId="{EB684FE0-E20D-44E9-B2AB-93AC61C2FE9B}" dt="2023-07-10T04:26:34.703" v="101" actId="207"/>
          <ac:spMkLst>
            <pc:docMk/>
            <pc:sldMk cId="4220761814" sldId="325"/>
            <ac:spMk id="18" creationId="{BD1C830C-60CE-43BD-9C74-B0476B89A8C3}"/>
          </ac:spMkLst>
        </pc:spChg>
        <pc:spChg chg="add">
          <ac:chgData name="Yim Pan Chui, Dr. (CSD)" userId="06f431c5-cc1a-4439-a61b-5f3af947c103" providerId="ADAL" clId="{EB684FE0-E20D-44E9-B2AB-93AC61C2FE9B}" dt="2023-07-10T04:26:51.929" v="102"/>
          <ac:spMkLst>
            <pc:docMk/>
            <pc:sldMk cId="4220761814" sldId="325"/>
            <ac:spMk id="19" creationId="{AD1D0412-A9E3-48BC-9E72-944E3EC2F068}"/>
          </ac:spMkLst>
        </pc:spChg>
        <pc:spChg chg="add">
          <ac:chgData name="Yim Pan Chui, Dr. (CSD)" userId="06f431c5-cc1a-4439-a61b-5f3af947c103" providerId="ADAL" clId="{EB684FE0-E20D-44E9-B2AB-93AC61C2FE9B}" dt="2023-07-10T04:26:51.929" v="102"/>
          <ac:spMkLst>
            <pc:docMk/>
            <pc:sldMk cId="4220761814" sldId="325"/>
            <ac:spMk id="20" creationId="{DF74FF7F-6111-41C1-890F-412E021841AD}"/>
          </ac:spMkLst>
        </pc:spChg>
        <pc:spChg chg="add mod">
          <ac:chgData name="Yim Pan Chui, Dr. (CSD)" userId="06f431c5-cc1a-4439-a61b-5f3af947c103" providerId="ADAL" clId="{EB684FE0-E20D-44E9-B2AB-93AC61C2FE9B}" dt="2023-07-10T04:27:31.085" v="105" actId="1076"/>
          <ac:spMkLst>
            <pc:docMk/>
            <pc:sldMk cId="4220761814" sldId="325"/>
            <ac:spMk id="21" creationId="{AB1B4646-E4A6-41D9-A4F6-8C39FBE2EB9C}"/>
          </ac:spMkLst>
        </pc:spChg>
        <pc:spChg chg="add mod">
          <ac:chgData name="Yim Pan Chui, Dr. (CSD)" userId="06f431c5-cc1a-4439-a61b-5f3af947c103" providerId="ADAL" clId="{EB684FE0-E20D-44E9-B2AB-93AC61C2FE9B}" dt="2023-07-10T04:34:49.255" v="177" actId="1036"/>
          <ac:spMkLst>
            <pc:docMk/>
            <pc:sldMk cId="4220761814" sldId="325"/>
            <ac:spMk id="23" creationId="{5E7105B5-5FCA-453D-8FCA-C3E981474BE3}"/>
          </ac:spMkLst>
        </pc:spChg>
        <pc:cxnChg chg="add mod">
          <ac:chgData name="Yim Pan Chui, Dr. (CSD)" userId="06f431c5-cc1a-4439-a61b-5f3af947c103" providerId="ADAL" clId="{EB684FE0-E20D-44E9-B2AB-93AC61C2FE9B}" dt="2023-07-10T04:28:08.040" v="112" actId="1582"/>
          <ac:cxnSpMkLst>
            <pc:docMk/>
            <pc:sldMk cId="4220761814" sldId="325"/>
            <ac:cxnSpMk id="22" creationId="{9D7D04AB-F82A-4A99-8673-67CDBDD64A09}"/>
          </ac:cxnSpMkLst>
        </pc:cxnChg>
      </pc:sldChg>
      <pc:sldChg chg="addSp modSp modAnim">
        <pc:chgData name="Yim Pan Chui, Dr. (CSD)" userId="06f431c5-cc1a-4439-a61b-5f3af947c103" providerId="ADAL" clId="{EB684FE0-E20D-44E9-B2AB-93AC61C2FE9B}" dt="2023-07-10T04:45:19.998" v="282" actId="207"/>
        <pc:sldMkLst>
          <pc:docMk/>
          <pc:sldMk cId="3978237956" sldId="326"/>
        </pc:sldMkLst>
        <pc:spChg chg="mod">
          <ac:chgData name="Yim Pan Chui, Dr. (CSD)" userId="06f431c5-cc1a-4439-a61b-5f3af947c103" providerId="ADAL" clId="{EB684FE0-E20D-44E9-B2AB-93AC61C2FE9B}" dt="2023-07-10T04:45:19.998" v="282" actId="207"/>
          <ac:spMkLst>
            <pc:docMk/>
            <pc:sldMk cId="3978237956" sldId="326"/>
            <ac:spMk id="8" creationId="{00000000-0000-0000-0000-000000000000}"/>
          </ac:spMkLst>
        </pc:spChg>
        <pc:spChg chg="add mod">
          <ac:chgData name="Yim Pan Chui, Dr. (CSD)" userId="06f431c5-cc1a-4439-a61b-5f3af947c103" providerId="ADAL" clId="{EB684FE0-E20D-44E9-B2AB-93AC61C2FE9B}" dt="2023-07-10T04:25:51.398" v="92" actId="1037"/>
          <ac:spMkLst>
            <pc:docMk/>
            <pc:sldMk cId="3978237956" sldId="326"/>
            <ac:spMk id="14" creationId="{8588983C-86F1-41CD-91AC-1BD275F56FCB}"/>
          </ac:spMkLst>
        </pc:spChg>
        <pc:spChg chg="add mod">
          <ac:chgData name="Yim Pan Chui, Dr. (CSD)" userId="06f431c5-cc1a-4439-a61b-5f3af947c103" providerId="ADAL" clId="{EB684FE0-E20D-44E9-B2AB-93AC61C2FE9B}" dt="2023-07-10T04:26:12.749" v="96" actId="207"/>
          <ac:spMkLst>
            <pc:docMk/>
            <pc:sldMk cId="3978237956" sldId="326"/>
            <ac:spMk id="15" creationId="{F37A5508-23D2-432D-870C-1758DFCBA2F6}"/>
          </ac:spMkLst>
        </pc:spChg>
        <pc:spChg chg="add">
          <ac:chgData name="Yim Pan Chui, Dr. (CSD)" userId="06f431c5-cc1a-4439-a61b-5f3af947c103" providerId="ADAL" clId="{EB684FE0-E20D-44E9-B2AB-93AC61C2FE9B}" dt="2023-07-10T04:26:55.033" v="103"/>
          <ac:spMkLst>
            <pc:docMk/>
            <pc:sldMk cId="3978237956" sldId="326"/>
            <ac:spMk id="16" creationId="{E8A4B27D-66FA-4BCB-84D6-DECE87081998}"/>
          </ac:spMkLst>
        </pc:spChg>
        <pc:spChg chg="add">
          <ac:chgData name="Yim Pan Chui, Dr. (CSD)" userId="06f431c5-cc1a-4439-a61b-5f3af947c103" providerId="ADAL" clId="{EB684FE0-E20D-44E9-B2AB-93AC61C2FE9B}" dt="2023-07-10T04:26:55.033" v="103"/>
          <ac:spMkLst>
            <pc:docMk/>
            <pc:sldMk cId="3978237956" sldId="326"/>
            <ac:spMk id="17" creationId="{063C15CD-62F7-41DE-9FCF-25C125B756DF}"/>
          </ac:spMkLst>
        </pc:spChg>
      </pc:sldChg>
      <pc:sldChg chg="addSp modSp modAnim">
        <pc:chgData name="Yim Pan Chui, Dr. (CSD)" userId="06f431c5-cc1a-4439-a61b-5f3af947c103" providerId="ADAL" clId="{EB684FE0-E20D-44E9-B2AB-93AC61C2FE9B}" dt="2023-07-10T04:46:06.814" v="289" actId="207"/>
        <pc:sldMkLst>
          <pc:docMk/>
          <pc:sldMk cId="48609987" sldId="347"/>
        </pc:sldMkLst>
        <pc:spChg chg="mod">
          <ac:chgData name="Yim Pan Chui, Dr. (CSD)" userId="06f431c5-cc1a-4439-a61b-5f3af947c103" providerId="ADAL" clId="{EB684FE0-E20D-44E9-B2AB-93AC61C2FE9B}" dt="2023-07-10T04:46:06.814" v="289" actId="207"/>
          <ac:spMkLst>
            <pc:docMk/>
            <pc:sldMk cId="48609987" sldId="347"/>
            <ac:spMk id="8" creationId="{00000000-0000-0000-0000-000000000000}"/>
          </ac:spMkLst>
        </pc:spChg>
        <pc:spChg chg="add mod">
          <ac:chgData name="Yim Pan Chui, Dr. (CSD)" userId="06f431c5-cc1a-4439-a61b-5f3af947c103" providerId="ADAL" clId="{EB684FE0-E20D-44E9-B2AB-93AC61C2FE9B}" dt="2023-07-10T04:23:35.421" v="74" actId="1076"/>
          <ac:spMkLst>
            <pc:docMk/>
            <pc:sldMk cId="48609987" sldId="347"/>
            <ac:spMk id="11" creationId="{D699B46F-3923-4640-988E-4083B6BFEC51}"/>
          </ac:spMkLst>
        </pc:spChg>
        <pc:spChg chg="add mod">
          <ac:chgData name="Yim Pan Chui, Dr. (CSD)" userId="06f431c5-cc1a-4439-a61b-5f3af947c103" providerId="ADAL" clId="{EB684FE0-E20D-44E9-B2AB-93AC61C2FE9B}" dt="2023-07-10T04:23:32.806" v="73" actId="1076"/>
          <ac:spMkLst>
            <pc:docMk/>
            <pc:sldMk cId="48609987" sldId="347"/>
            <ac:spMk id="12" creationId="{75CD97F5-65A5-437B-92C0-640E6BB3F53C}"/>
          </ac:spMkLst>
        </pc:spChg>
        <pc:spChg chg="mod">
          <ac:chgData name="Yim Pan Chui, Dr. (CSD)" userId="06f431c5-cc1a-4439-a61b-5f3af947c103" providerId="ADAL" clId="{EB684FE0-E20D-44E9-B2AB-93AC61C2FE9B}" dt="2023-07-10T04:25:28.261" v="83"/>
          <ac:spMkLst>
            <pc:docMk/>
            <pc:sldMk cId="48609987" sldId="347"/>
            <ac:spMk id="74756" creationId="{00000000-0000-0000-0000-000000000000}"/>
          </ac:spMkLst>
        </pc:spChg>
      </pc:sldChg>
      <pc:sldChg chg="modSp add modTransition">
        <pc:chgData name="Yim Pan Chui, Dr. (CSD)" userId="06f431c5-cc1a-4439-a61b-5f3af947c103" providerId="ADAL" clId="{EB684FE0-E20D-44E9-B2AB-93AC61C2FE9B}" dt="2023-07-10T06:00:50.472" v="496" actId="114"/>
        <pc:sldMkLst>
          <pc:docMk/>
          <pc:sldMk cId="3100109789" sldId="474"/>
        </pc:sldMkLst>
        <pc:spChg chg="mod">
          <ac:chgData name="Yim Pan Chui, Dr. (CSD)" userId="06f431c5-cc1a-4439-a61b-5f3af947c103" providerId="ADAL" clId="{EB684FE0-E20D-44E9-B2AB-93AC61C2FE9B}" dt="2023-07-10T06:00:50.472" v="496" actId="114"/>
          <ac:spMkLst>
            <pc:docMk/>
            <pc:sldMk cId="3100109789" sldId="474"/>
            <ac:spMk id="3" creationId="{7672885F-344A-1743-9771-E50A4EFF5407}"/>
          </ac:spMkLst>
        </pc:spChg>
        <pc:spChg chg="mod">
          <ac:chgData name="Yim Pan Chui, Dr. (CSD)" userId="06f431c5-cc1a-4439-a61b-5f3af947c103" providerId="ADAL" clId="{EB684FE0-E20D-44E9-B2AB-93AC61C2FE9B}" dt="2023-07-10T06:00:35.008" v="493" actId="1076"/>
          <ac:spMkLst>
            <pc:docMk/>
            <pc:sldMk cId="3100109789" sldId="474"/>
            <ac:spMk id="7" creationId="{5A5EEBD1-1280-D441-8143-49F3CB872C0A}"/>
          </ac:spMkLst>
        </pc:spChg>
      </pc:sldChg>
      <pc:sldChg chg="addSp modSp add modTransition modAnim">
        <pc:chgData name="Yim Pan Chui, Dr. (CSD)" userId="06f431c5-cc1a-4439-a61b-5f3af947c103" providerId="ADAL" clId="{EB684FE0-E20D-44E9-B2AB-93AC61C2FE9B}" dt="2023-07-10T05:58:42.321" v="473" actId="20577"/>
        <pc:sldMkLst>
          <pc:docMk/>
          <pc:sldMk cId="826756287" sldId="476"/>
        </pc:sldMkLst>
        <pc:spChg chg="mod">
          <ac:chgData name="Yim Pan Chui, Dr. (CSD)" userId="06f431c5-cc1a-4439-a61b-5f3af947c103" providerId="ADAL" clId="{EB684FE0-E20D-44E9-B2AB-93AC61C2FE9B}" dt="2023-07-10T05:58:42.321" v="473" actId="20577"/>
          <ac:spMkLst>
            <pc:docMk/>
            <pc:sldMk cId="826756287" sldId="476"/>
            <ac:spMk id="5" creationId="{4B38C81D-8895-DB44-9715-366155D31DA3}"/>
          </ac:spMkLst>
        </pc:spChg>
        <pc:spChg chg="mod">
          <ac:chgData name="Yim Pan Chui, Dr. (CSD)" userId="06f431c5-cc1a-4439-a61b-5f3af947c103" providerId="ADAL" clId="{EB684FE0-E20D-44E9-B2AB-93AC61C2FE9B}" dt="2023-07-10T05:57:29.927" v="441" actId="14100"/>
          <ac:spMkLst>
            <pc:docMk/>
            <pc:sldMk cId="826756287" sldId="476"/>
            <ac:spMk id="6" creationId="{87C5D9C3-3A41-4CFC-BFB8-B9ECC8108982}"/>
          </ac:spMkLst>
        </pc:spChg>
        <pc:spChg chg="add mod">
          <ac:chgData name="Yim Pan Chui, Dr. (CSD)" userId="06f431c5-cc1a-4439-a61b-5f3af947c103" providerId="ADAL" clId="{EB684FE0-E20D-44E9-B2AB-93AC61C2FE9B}" dt="2023-07-10T05:58:20.208" v="468" actId="14100"/>
          <ac:spMkLst>
            <pc:docMk/>
            <pc:sldMk cId="826756287" sldId="476"/>
            <ac:spMk id="7" creationId="{F7BDE614-F0A6-4972-A092-D86B0289E1B6}"/>
          </ac:spMkLst>
        </pc:spChg>
      </pc:sldChg>
    </pc:docChg>
  </pc:docChgLst>
  <pc:docChgLst>
    <pc:chgData name="Yim Pan Chui, Dr. (CSD)" userId="06f431c5-cc1a-4439-a61b-5f3af947c103" providerId="ADAL" clId="{F4F27810-1BF8-4D6A-A4E8-0F8903A807F1}"/>
    <pc:docChg chg="modSld">
      <pc:chgData name="Yim Pan Chui, Dr. (CSD)" userId="06f431c5-cc1a-4439-a61b-5f3af947c103" providerId="ADAL" clId="{F4F27810-1BF8-4D6A-A4E8-0F8903A807F1}" dt="2024-07-04T07:38:51.760" v="7" actId="1037"/>
      <pc:docMkLst>
        <pc:docMk/>
      </pc:docMkLst>
      <pc:sldChg chg="modSp">
        <pc:chgData name="Yim Pan Chui, Dr. (CSD)" userId="06f431c5-cc1a-4439-a61b-5f3af947c103" providerId="ADAL" clId="{F4F27810-1BF8-4D6A-A4E8-0F8903A807F1}" dt="2024-07-04T07:38:51.760" v="7" actId="1037"/>
        <pc:sldMkLst>
          <pc:docMk/>
          <pc:sldMk cId="1188601895" sldId="345"/>
        </pc:sldMkLst>
        <pc:spChg chg="mod">
          <ac:chgData name="Yim Pan Chui, Dr. (CSD)" userId="06f431c5-cc1a-4439-a61b-5f3af947c103" providerId="ADAL" clId="{F4F27810-1BF8-4D6A-A4E8-0F8903A807F1}" dt="2024-07-04T07:38:39.028" v="4" actId="1035"/>
          <ac:spMkLst>
            <pc:docMk/>
            <pc:sldMk cId="1188601895" sldId="345"/>
            <ac:spMk id="9" creationId="{00000000-0000-0000-0000-000000000000}"/>
          </ac:spMkLst>
        </pc:spChg>
        <pc:spChg chg="mod">
          <ac:chgData name="Yim Pan Chui, Dr. (CSD)" userId="06f431c5-cc1a-4439-a61b-5f3af947c103" providerId="ADAL" clId="{F4F27810-1BF8-4D6A-A4E8-0F8903A807F1}" dt="2024-07-04T07:38:51.760" v="7" actId="1037"/>
          <ac:spMkLst>
            <pc:docMk/>
            <pc:sldMk cId="1188601895" sldId="345"/>
            <ac:spMk id="11" creationId="{00000000-0000-0000-0000-000000000000}"/>
          </ac:spMkLst>
        </pc:spChg>
        <pc:spChg chg="mod">
          <ac:chgData name="Yim Pan Chui, Dr. (CSD)" userId="06f431c5-cc1a-4439-a61b-5f3af947c103" providerId="ADAL" clId="{F4F27810-1BF8-4D6A-A4E8-0F8903A807F1}" dt="2024-07-04T07:38:34.589" v="1" actId="1037"/>
          <ac:spMkLst>
            <pc:docMk/>
            <pc:sldMk cId="1188601895" sldId="345"/>
            <ac:spMk id="1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43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784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38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35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42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89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25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5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92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392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41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36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25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845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416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534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930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5020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9923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423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734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181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540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799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595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50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833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712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890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427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CB658C-C1A7-450C-89D2-DFF02B4821E9}" type="datetime1">
              <a:rPr lang="zh-TW" altLang="en-US"/>
              <a:pPr/>
              <a:t>2024/7/4</a:t>
            </a:fld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F02A09-46C3-4B27-B4E1-E80642C8317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62284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9EDBD54-8A0A-4E93-832C-A2BD3803A94D}" type="datetime1">
              <a:rPr lang="zh-TW" altLang="en-US"/>
              <a:pPr/>
              <a:t>2024/7/4</a:t>
            </a:fld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0D4766-0F25-4965-9E83-DF187F4E9D2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7734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E84EEDF-0B5B-4EDD-B01B-DE01452FA9B9}" type="datetime1">
              <a:rPr lang="zh-TW" altLang="en-US"/>
              <a:pPr/>
              <a:t>2024/7/4</a:t>
            </a:fld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44F87E-1E6B-4571-B3DE-B5F3995A3E4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39528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534400" cy="2898773"/>
          </a:xfrm>
        </p:spPr>
        <p:txBody>
          <a:bodyPr>
            <a:normAutofit/>
          </a:bodyPr>
          <a:lstStyle/>
          <a:p>
            <a:r>
              <a:rPr lang="en-US" altLang="zh-TW" b="1" dirty="0">
                <a:ea typeface="新細明體" pitchFamily="18" charset="-120"/>
              </a:rPr>
              <a:t>Functions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4F82B-A295-4EE3-B28C-D7C9C567FC80}" type="slidenum">
              <a:rPr lang="zh-TW" altLang="en-US"/>
              <a:pPr/>
              <a:t>2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Basic Concepts</a:t>
            </a:r>
          </a:p>
          <a:p>
            <a:pPr marL="838200" lvl="1" indent="-381000"/>
            <a:r>
              <a:rPr lang="en-US" altLang="zh-TW" sz="2600" dirty="0"/>
              <a:t>Understanding what a function is</a:t>
            </a:r>
          </a:p>
          <a:p>
            <a:pPr marL="838200" lvl="1" indent="-381000"/>
            <a:r>
              <a:rPr lang="en-US" altLang="zh-TW" sz="2600" dirty="0"/>
              <a:t>Calling a function and tracing a function call</a:t>
            </a:r>
          </a:p>
          <a:p>
            <a:pPr marL="838200" lvl="1" indent="-381000"/>
            <a:r>
              <a:rPr lang="en-US" altLang="zh-TW" sz="2600" dirty="0"/>
              <a:t>Characteristics of the variables declared inside a function</a:t>
            </a:r>
          </a:p>
          <a:p>
            <a:pPr marL="838200" lvl="1" indent="-381000"/>
            <a:endParaRPr lang="en-US" altLang="zh-TW" sz="2500" dirty="0"/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Parameters</a:t>
            </a:r>
          </a:p>
          <a:p>
            <a:pPr marL="838200" lvl="1" indent="-381000"/>
            <a:r>
              <a:rPr lang="en-US" altLang="zh-TW" sz="2600" dirty="0"/>
              <a:t>Defining a function with parameters</a:t>
            </a:r>
          </a:p>
          <a:p>
            <a:pPr marL="838200" lvl="1" indent="-381000"/>
            <a:endParaRPr lang="en-US" altLang="zh-TW" sz="2500" dirty="0"/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Returned value</a:t>
            </a:r>
          </a:p>
          <a:p>
            <a:pPr marL="838200" lvl="1" indent="-381000"/>
            <a:r>
              <a:rPr lang="en-US" altLang="zh-TW" sz="2600" dirty="0"/>
              <a:t>Defining a function with a return value</a:t>
            </a:r>
          </a:p>
          <a:p>
            <a:pPr marL="838200" lvl="1" indent="-381000"/>
            <a:r>
              <a:rPr lang="en-US" altLang="zh-TW" sz="2600" dirty="0"/>
              <a:t>The </a:t>
            </a:r>
            <a:r>
              <a:rPr lang="en-US" altLang="zh-TW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600" dirty="0"/>
              <a:t> keyword</a:t>
            </a:r>
          </a:p>
          <a:p>
            <a:pPr marL="838200" lvl="1" indent="-381000"/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277230427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3BBF1-FE94-4C42-A1D6-62CD5419803F}" type="slidenum">
              <a:rPr lang="zh-TW" altLang="en-US"/>
              <a:pPr/>
              <a:t>3</a:t>
            </a:fld>
            <a:endParaRPr lang="en-US" altLang="zh-TW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1.1. What is a Function?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338" y="1066800"/>
            <a:ext cx="8932985" cy="57150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A </a:t>
            </a:r>
            <a:r>
              <a:rPr lang="en-US" sz="2800" i="1" dirty="0">
                <a:solidFill>
                  <a:srgbClr val="0070C0"/>
                </a:solidFill>
              </a:rPr>
              <a:t>function</a:t>
            </a:r>
            <a:r>
              <a:rPr lang="en-US" sz="2800" dirty="0"/>
              <a:t> is a group of statements that together perform a task.</a:t>
            </a:r>
            <a:endParaRPr lang="en-US" altLang="zh-TW" sz="2800" dirty="0"/>
          </a:p>
          <a:p>
            <a:pPr lvl="1"/>
            <a:r>
              <a:rPr lang="en-US" altLang="zh-TW" sz="2400" dirty="0"/>
              <a:t>It is also known as a </a:t>
            </a:r>
            <a:r>
              <a:rPr lang="en-US" altLang="zh-TW" sz="2400" i="1" dirty="0">
                <a:solidFill>
                  <a:srgbClr val="FF0000"/>
                </a:solidFill>
              </a:rPr>
              <a:t>procedure</a:t>
            </a:r>
            <a:r>
              <a:rPr lang="en-US" altLang="zh-TW" sz="2400" dirty="0"/>
              <a:t> or a </a:t>
            </a:r>
            <a:r>
              <a:rPr lang="en-US" altLang="zh-TW" sz="2400" i="1" dirty="0">
                <a:solidFill>
                  <a:srgbClr val="FF0000"/>
                </a:solidFill>
              </a:rPr>
              <a:t>subroutine</a:t>
            </a:r>
            <a:r>
              <a:rPr lang="en-US" altLang="zh-TW" sz="2400" dirty="0"/>
              <a:t> in other programming languages</a:t>
            </a:r>
          </a:p>
          <a:p>
            <a:pPr lvl="1"/>
            <a:r>
              <a:rPr lang="en-US" altLang="zh-TW" sz="2400" dirty="0"/>
              <a:t>Writing your own function allows you to automate common tasks in a more powerful and general way than copying and pasting.</a:t>
            </a:r>
          </a:p>
          <a:p>
            <a:pPr marL="0" indent="0">
              <a:buNone/>
            </a:pPr>
            <a:endParaRPr lang="en-US" altLang="zh-TW" sz="2800" dirty="0"/>
          </a:p>
          <a:p>
            <a:r>
              <a:rPr lang="en-US" altLang="zh-TW" sz="2800" dirty="0"/>
              <a:t>A C program is made up of one or more functions.</a:t>
            </a:r>
          </a:p>
          <a:p>
            <a:pPr lvl="1"/>
            <a:r>
              <a:rPr lang="en-US" altLang="zh-TW" sz="2400" dirty="0"/>
              <a:t>e.g., 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main(), 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(), 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(), 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sqrt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1"/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main()</a:t>
            </a:r>
            <a:r>
              <a:rPr lang="en-US" altLang="zh-TW" sz="2400" dirty="0"/>
              <a:t> is the starting point of a program.</a:t>
            </a:r>
          </a:p>
          <a:p>
            <a:pPr marL="0" indent="0">
              <a:buNone/>
            </a:pPr>
            <a:endParaRPr lang="en-US" altLang="zh-TW" sz="2400" b="1" dirty="0"/>
          </a:p>
          <a:p>
            <a:pPr marL="0" indent="0">
              <a:buNone/>
            </a:pPr>
            <a:r>
              <a:rPr lang="en-US" altLang="zh-TW" sz="2400" b="1" dirty="0"/>
              <a:t>Note</a:t>
            </a:r>
            <a:r>
              <a:rPr lang="en-US" altLang="zh-TW" sz="2400" dirty="0"/>
              <a:t>: </a:t>
            </a:r>
            <a:r>
              <a:rPr lang="en-US" altLang="zh-TW" sz="2400" dirty="0">
                <a:ea typeface="新細明體" pitchFamily="18" charset="-120"/>
              </a:rPr>
              <a:t>In the lecture notes, we use the notation </a:t>
            </a:r>
            <a:r>
              <a:rPr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foobar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 sz="2400" dirty="0">
                <a:ea typeface="新細明體" pitchFamily="18" charset="-120"/>
              </a:rPr>
              <a:t> to mean "a function named </a:t>
            </a:r>
            <a:r>
              <a:rPr lang="en-US" altLang="zh-TW" sz="2400" b="1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foobar</a:t>
            </a:r>
            <a:r>
              <a:rPr lang="en-US" altLang="zh-TW" sz="2400" dirty="0">
                <a:ea typeface="新細明體" pitchFamily="18" charset="-120"/>
              </a:rPr>
              <a:t>".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70285934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53410-690C-1842-8C37-DC197B4D9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2885F-344A-1743-9771-E50A4EFF5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248549"/>
            <a:ext cx="6229351" cy="4928414"/>
          </a:xfrm>
        </p:spPr>
        <p:txBody>
          <a:bodyPr>
            <a:normAutofit/>
          </a:bodyPr>
          <a:lstStyle/>
          <a:p>
            <a:r>
              <a:rPr lang="en-US" sz="2800" dirty="0"/>
              <a:t>Suppose we want to calculate </a:t>
            </a:r>
            <a:r>
              <a:rPr lang="en-US" sz="2800" i="1" u="sng" dirty="0"/>
              <a:t>many</a:t>
            </a:r>
            <a:r>
              <a:rPr lang="en-US" sz="2800" dirty="0"/>
              <a:t> unit conversions from </a:t>
            </a:r>
            <a:r>
              <a:rPr lang="en-US" sz="2800" i="1" dirty="0"/>
              <a:t>kg</a:t>
            </a:r>
            <a:r>
              <a:rPr lang="en-US" sz="2800" dirty="0"/>
              <a:t> to </a:t>
            </a:r>
            <a:r>
              <a:rPr lang="en-US" sz="2800" i="1" dirty="0" err="1"/>
              <a:t>lb</a:t>
            </a:r>
            <a:r>
              <a:rPr lang="en-US" sz="2800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F3951-4314-B24C-A9CF-B7F42C88D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9E6C2-B6A2-654E-A7BD-57488A4F1208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8C81D-8895-DB44-9715-366155D31DA3}"/>
              </a:ext>
            </a:extLst>
          </p:cNvPr>
          <p:cNvSpPr txBox="1"/>
          <p:nvPr/>
        </p:nvSpPr>
        <p:spPr>
          <a:xfrm>
            <a:off x="945782" y="2470130"/>
            <a:ext cx="5883342" cy="31393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peter_weight_kg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57;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peter_weight_lb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peter_weight_kg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* 2.2;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mary_weight_kg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49;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mary_weight_lb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mary_weight_kg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2.2;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michael_weight_kg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74;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michael_weight_lb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michael_weight_lb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* 2.2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michelle_weight_kg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61;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michelle_weight_lb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michael_weight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* 2.2;</a:t>
            </a:r>
          </a:p>
        </p:txBody>
      </p:sp>
      <p:sp>
        <p:nvSpPr>
          <p:cNvPr id="6" name="Cloud Callout 5">
            <a:extLst>
              <a:ext uri="{FF2B5EF4-FFF2-40B4-BE49-F238E27FC236}">
                <a16:creationId xmlns:a16="http://schemas.microsoft.com/office/drawing/2014/main" id="{BAF882CA-B318-4B44-AA46-CFB468DE7C9F}"/>
              </a:ext>
            </a:extLst>
          </p:cNvPr>
          <p:cNvSpPr/>
          <p:nvPr/>
        </p:nvSpPr>
        <p:spPr>
          <a:xfrm>
            <a:off x="6096000" y="2540408"/>
            <a:ext cx="3048000" cy="1686639"/>
          </a:xfrm>
          <a:prstGeom prst="cloudCallout">
            <a:avLst>
              <a:gd name="adj1" fmla="val -50806"/>
              <a:gd name="adj2" fmla="val 5050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400" dirty="0"/>
              <a:t>Can you spot some </a:t>
            </a:r>
            <a:r>
              <a:rPr lang="en-US" sz="2400" dirty="0">
                <a:solidFill>
                  <a:srgbClr val="FF0000"/>
                </a:solidFill>
              </a:rPr>
              <a:t>mistakes</a:t>
            </a:r>
            <a:r>
              <a:rPr lang="en-US" sz="2400" dirty="0"/>
              <a:t>? </a:t>
            </a:r>
            <a:r>
              <a:rPr lang="en-US" sz="2400" dirty="0">
                <a:latin typeface="Segoe UI Emoji" panose="020B0502040204020203" pitchFamily="34" charset="0"/>
                <a:ea typeface="Segoe UI Emoji" panose="020B0502040204020203" pitchFamily="34" charset="0"/>
              </a:rPr>
              <a:t>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5EEBD1-1280-D441-8143-49F3CB872C0A}"/>
                  </a:ext>
                </a:extLst>
              </p:cNvPr>
              <p:cNvSpPr txBox="1"/>
              <p:nvPr/>
            </p:nvSpPr>
            <p:spPr>
              <a:xfrm>
                <a:off x="6908525" y="1480734"/>
                <a:ext cx="2035126" cy="408623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𝑙𝑏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× 2.2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5EEBD1-1280-D441-8143-49F3CB872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525" y="1480734"/>
                <a:ext cx="2035126" cy="408623"/>
              </a:xfrm>
              <a:prstGeom prst="roundRect">
                <a:avLst/>
              </a:prstGeom>
              <a:blipFill>
                <a:blip r:embed="rId2"/>
                <a:stretch>
                  <a:fillRect l="-1479" r="-1775" b="-22535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1ADAD3D-F307-4DCE-8592-5033D8DAE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12" y="2470129"/>
            <a:ext cx="430670" cy="313932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1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4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5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6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7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8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9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001097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53410-690C-1842-8C37-DC197B4D9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2885F-344A-1743-9771-E50A4EFF5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should consider writing a function whenever you’ve copied and pasted a block of code </a:t>
            </a:r>
            <a:r>
              <a:rPr lang="en-US" u="sng" dirty="0"/>
              <a:t>more than twice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F3951-4314-B24C-A9CF-B7F42C88D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9E6C2-B6A2-654E-A7BD-57488A4F1208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8C81D-8895-DB44-9715-366155D31DA3}"/>
              </a:ext>
            </a:extLst>
          </p:cNvPr>
          <p:cNvSpPr txBox="1"/>
          <p:nvPr/>
        </p:nvSpPr>
        <p:spPr>
          <a:xfrm>
            <a:off x="914400" y="3309878"/>
            <a:ext cx="5334000" cy="2862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kg_2_lb( </a:t>
            </a:r>
            <a:r>
              <a:rPr lang="en-US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Times New Roman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Times New Roman"/>
              </a:rPr>
              <a:t>weight_kg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HK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weight_lb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weight_kg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* 2.2;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weight_lb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peter_weight_lb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= kg_2_lb(57);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mary_weight_lb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= kg_2_lb(49);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michael_weight_lb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= kg_2_lb(74);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michelle_weight_lb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kg_2_lb(61);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C5D9C3-3A41-4CFC-BFB8-B9ECC8108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30" y="3309878"/>
            <a:ext cx="430670" cy="286232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0EE98F2-0564-BBCC-9E93-13EDEF3CA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232" y="2889829"/>
            <a:ext cx="2843702" cy="1078342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HK" sz="2000" i="1" dirty="0">
                <a:solidFill>
                  <a:schemeClr val="accent4">
                    <a:lumMod val="75000"/>
                  </a:schemeClr>
                </a:solidFill>
              </a:rPr>
              <a:t>Arguments</a:t>
            </a:r>
            <a:r>
              <a:rPr lang="en-US" altLang="zh-HK" sz="2000" dirty="0"/>
              <a:t> (inputs) can be passed to the function, to be discussed later.</a:t>
            </a:r>
            <a:endParaRPr lang="en-US" altLang="zh-HK" sz="20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Line 19">
            <a:extLst>
              <a:ext uri="{FF2B5EF4-FFF2-40B4-BE49-F238E27FC236}">
                <a16:creationId xmlns:a16="http://schemas.microsoft.com/office/drawing/2014/main" id="{E8C7E4DC-BC69-B371-7E4C-F18024AC5D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3484416"/>
            <a:ext cx="1467032" cy="2"/>
          </a:xfrm>
          <a:prstGeom prst="line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562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6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4495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latin typeface="Consolas" panose="020B0609020204030204" pitchFamily="49" charset="0"/>
              </a:rPr>
              <a:t>greet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"Hi! How are you?\n"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greet();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009999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4495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4762" y="5535410"/>
            <a:ext cx="4033837" cy="673124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Hi! 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How are you?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1.2. A Simple Function</a:t>
            </a:r>
          </a:p>
        </p:txBody>
      </p:sp>
    </p:spTree>
    <p:extLst>
      <p:ext uri="{BB962C8B-B14F-4D97-AF65-F5344CB8AC3E}">
        <p14:creationId xmlns:p14="http://schemas.microsoft.com/office/powerpoint/2010/main" val="357696382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7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4495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dirty="0">
                <a:latin typeface="Consolas" panose="020B0609020204030204" pitchFamily="49" charset="0"/>
              </a:rPr>
              <a:t>greet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"Hi! How are you?\n"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dirty="0">
                <a:latin typeface="Consolas" panose="020B0609020204030204" pitchFamily="49" charset="0"/>
              </a:rPr>
              <a:t>main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() {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latin typeface="Consolas" panose="020B0609020204030204" pitchFamily="49" charset="0"/>
              </a:rPr>
              <a:t>greet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009999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4495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74756" name="Rectangle 4" hidden="1"/>
          <p:cNvSpPr>
            <a:spLocks noChangeArrowheads="1"/>
          </p:cNvSpPr>
          <p:nvPr/>
        </p:nvSpPr>
        <p:spPr bwMode="auto">
          <a:xfrm>
            <a:off x="4762" y="5535410"/>
            <a:ext cx="4033837" cy="673124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Hi! 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How are you?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1.3. Function 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102" y="1676400"/>
            <a:ext cx="4863898" cy="1143000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791200" y="1676400"/>
            <a:ext cx="3138714" cy="3810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kumimoji="0" lang="en-US" altLang="zh-TW" sz="2000" dirty="0">
                <a:solidFill>
                  <a:srgbClr val="000000"/>
                </a:solidFill>
              </a:rPr>
              <a:t>A function named "</a:t>
            </a:r>
            <a:r>
              <a:rPr kumimoji="0" lang="en-US" altLang="zh-TW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greet</a:t>
            </a:r>
            <a:r>
              <a:rPr kumimoji="0" lang="en-US" altLang="zh-TW" sz="2000" dirty="0">
                <a:solidFill>
                  <a:srgbClr val="000000"/>
                </a:solidFill>
              </a:rPr>
              <a:t>"</a:t>
            </a:r>
          </a:p>
        </p:txBody>
      </p:sp>
      <p:sp>
        <p:nvSpPr>
          <p:cNvPr id="11" name="Rectangle 23"/>
          <p:cNvSpPr txBox="1">
            <a:spLocks noChangeArrowheads="1"/>
          </p:cNvSpPr>
          <p:nvPr/>
        </p:nvSpPr>
        <p:spPr bwMode="auto">
          <a:xfrm>
            <a:off x="4876799" y="990599"/>
            <a:ext cx="4267200" cy="457201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TW" sz="2400" dirty="0">
                <a:ea typeface="新細明體" pitchFamily="18" charset="-120"/>
                <a:cs typeface="Consolas" panose="020B0609020204030204" pitchFamily="49" charset="0"/>
              </a:rPr>
              <a:t>A function has a name.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102" y="2973154"/>
            <a:ext cx="4863898" cy="2208446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5777796" y="3127376"/>
            <a:ext cx="3152118" cy="1520824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kumimoji="0" lang="en-US" altLang="zh-TW" sz="2000" dirty="0">
                <a:solidFill>
                  <a:srgbClr val="000000"/>
                </a:solidFill>
              </a:rPr>
              <a:t>A function named "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kumimoji="0" lang="en-US" altLang="zh-TW" sz="2000" dirty="0">
                <a:solidFill>
                  <a:srgbClr val="000000"/>
                </a:solidFill>
              </a:rPr>
              <a:t>"</a:t>
            </a:r>
          </a:p>
          <a:p>
            <a:pPr eaLnBrk="0" hangingPunct="0"/>
            <a:endParaRPr lang="en-US" altLang="zh-TW" sz="2000" dirty="0">
              <a:solidFill>
                <a:srgbClr val="000000"/>
              </a:solidFill>
            </a:endParaRPr>
          </a:p>
          <a:p>
            <a:pPr eaLnBrk="0" hangingPunct="0"/>
            <a:r>
              <a:rPr kumimoji="0" lang="en-US" altLang="zh-TW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</a:t>
            </a:r>
            <a:r>
              <a:rPr kumimoji="0" lang="en-US" altLang="zh-TW" sz="2000" b="1" dirty="0">
                <a:solidFill>
                  <a:srgbClr val="C00000"/>
                </a:solidFill>
              </a:rPr>
              <a:t> </a:t>
            </a:r>
            <a:r>
              <a:rPr kumimoji="0" lang="en-US" altLang="zh-TW" sz="2000" dirty="0">
                <a:solidFill>
                  <a:srgbClr val="000000"/>
                </a:solidFill>
              </a:rPr>
              <a:t>is also the </a:t>
            </a:r>
            <a:r>
              <a:rPr kumimoji="0" lang="en-US" altLang="zh-TW" sz="2000" b="1" u="sng" dirty="0">
                <a:solidFill>
                  <a:srgbClr val="000000"/>
                </a:solidFill>
              </a:rPr>
              <a:t>starting point</a:t>
            </a:r>
            <a:r>
              <a:rPr kumimoji="0" lang="en-US" altLang="zh-TW" sz="2000" dirty="0">
                <a:solidFill>
                  <a:srgbClr val="000000"/>
                </a:solidFill>
              </a:rPr>
              <a:t> of a C program. </a:t>
            </a:r>
          </a:p>
        </p:txBody>
      </p:sp>
      <p:sp>
        <p:nvSpPr>
          <p:cNvPr id="13" name="Line 19"/>
          <p:cNvSpPr>
            <a:spLocks noChangeShapeType="1"/>
          </p:cNvSpPr>
          <p:nvPr/>
        </p:nvSpPr>
        <p:spPr bwMode="auto">
          <a:xfrm flipH="1">
            <a:off x="5354661" y="1866900"/>
            <a:ext cx="4437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H="1">
            <a:off x="5333999" y="3284754"/>
            <a:ext cx="4437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86626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4495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latin typeface="Consolas" panose="020B0609020204030204" pitchFamily="49" charset="0"/>
              </a:rPr>
              <a:t>greet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"Hi! How are you?\n"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greet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009999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8</a:t>
            </a:fld>
            <a:endParaRPr lang="en-US" altLang="zh-TW"/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4495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74756" name="Rectangle 4" hidden="1"/>
          <p:cNvSpPr>
            <a:spLocks noChangeArrowheads="1"/>
          </p:cNvSpPr>
          <p:nvPr/>
        </p:nvSpPr>
        <p:spPr bwMode="auto">
          <a:xfrm>
            <a:off x="4762" y="5535410"/>
            <a:ext cx="4033837" cy="673124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Hi! 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How are you?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1.4. Calling/Invoking A Function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79486" y="3714750"/>
            <a:ext cx="1482714" cy="381000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3"/>
          <p:cNvSpPr txBox="1">
            <a:spLocks noChangeArrowheads="1"/>
          </p:cNvSpPr>
          <p:nvPr/>
        </p:nvSpPr>
        <p:spPr bwMode="auto">
          <a:xfrm>
            <a:off x="3759200" y="2876548"/>
            <a:ext cx="5196113" cy="2305051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zh-TW" sz="2400" dirty="0"/>
              <a:t>We </a:t>
            </a:r>
            <a:r>
              <a:rPr lang="en-US" altLang="zh-TW" sz="2400" i="1" dirty="0">
                <a:solidFill>
                  <a:srgbClr val="0070C0"/>
                </a:solidFill>
              </a:rPr>
              <a:t>call</a:t>
            </a:r>
            <a:r>
              <a:rPr lang="en-US" altLang="zh-TW" sz="2400" dirty="0">
                <a:solidFill>
                  <a:srgbClr val="0070C0"/>
                </a:solidFill>
              </a:rPr>
              <a:t> </a:t>
            </a:r>
            <a:r>
              <a:rPr lang="en-US" altLang="zh-TW" sz="2400" dirty="0"/>
              <a:t>(or</a:t>
            </a:r>
            <a:r>
              <a:rPr lang="en-US" altLang="zh-TW" sz="2400" dirty="0">
                <a:solidFill>
                  <a:srgbClr val="0070C0"/>
                </a:solidFill>
              </a:rPr>
              <a:t> </a:t>
            </a:r>
            <a:r>
              <a:rPr lang="en-US" altLang="zh-TW" sz="2400" i="1" dirty="0">
                <a:solidFill>
                  <a:srgbClr val="0070C0"/>
                </a:solidFill>
              </a:rPr>
              <a:t>invoke</a:t>
            </a:r>
            <a:r>
              <a:rPr lang="en-US" altLang="zh-TW" sz="2400" dirty="0"/>
              <a:t>) a function by the function's name, followed by a pair of parentheses.</a:t>
            </a:r>
          </a:p>
          <a:p>
            <a:endParaRPr lang="en-US" altLang="zh-TW" sz="2400" dirty="0"/>
          </a:p>
          <a:p>
            <a:r>
              <a:rPr lang="en-US" altLang="zh-TW" sz="2400" dirty="0"/>
              <a:t>Calling a function </a:t>
            </a:r>
            <a:r>
              <a:rPr lang="en-US" altLang="zh-TW" sz="2400" dirty="0">
                <a:sym typeface="Wingdings" pitchFamily="2" charset="2"/>
              </a:rPr>
              <a:t></a:t>
            </a:r>
            <a:r>
              <a:rPr lang="en-US" altLang="zh-TW" sz="2400" dirty="0"/>
              <a:t> executing the code in that function.</a:t>
            </a:r>
          </a:p>
        </p:txBody>
      </p:sp>
      <p:sp>
        <p:nvSpPr>
          <p:cNvPr id="9" name="Line 19"/>
          <p:cNvSpPr>
            <a:spLocks noChangeShapeType="1"/>
          </p:cNvSpPr>
          <p:nvPr/>
        </p:nvSpPr>
        <p:spPr bwMode="auto">
          <a:xfrm flipH="1">
            <a:off x="2362198" y="3905249"/>
            <a:ext cx="139700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3460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9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4495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latin typeface="Consolas" panose="020B0609020204030204" pitchFamily="49" charset="0"/>
              </a:rPr>
              <a:t>greet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"Hi! How are you?\n"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greet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009999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4495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74756" name="Rectangle 4" hidden="1"/>
          <p:cNvSpPr>
            <a:spLocks noChangeArrowheads="1"/>
          </p:cNvSpPr>
          <p:nvPr/>
        </p:nvSpPr>
        <p:spPr bwMode="auto">
          <a:xfrm>
            <a:off x="4762" y="5535410"/>
            <a:ext cx="4033837" cy="673124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Hi! 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How are you?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1.5. Terminology: </a:t>
            </a:r>
            <a:r>
              <a:rPr lang="en-US" altLang="zh-TW" sz="4000" i="1" dirty="0"/>
              <a:t>Caller</a:t>
            </a:r>
            <a:r>
              <a:rPr lang="en-US" altLang="zh-TW" sz="4000" dirty="0"/>
              <a:t> and </a:t>
            </a:r>
            <a:r>
              <a:rPr lang="en-US" altLang="zh-TW" sz="4000" i="1" dirty="0" err="1"/>
              <a:t>Callee</a:t>
            </a:r>
            <a:endParaRPr lang="en-US" altLang="zh-TW" sz="4000" i="1" dirty="0"/>
          </a:p>
        </p:txBody>
      </p:sp>
      <p:sp>
        <p:nvSpPr>
          <p:cNvPr id="8" name="Rectangle 23"/>
          <p:cNvSpPr txBox="1">
            <a:spLocks noChangeArrowheads="1"/>
          </p:cNvSpPr>
          <p:nvPr/>
        </p:nvSpPr>
        <p:spPr bwMode="auto">
          <a:xfrm>
            <a:off x="3048000" y="3519668"/>
            <a:ext cx="5943599" cy="16764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zh-TW" sz="2300" dirty="0"/>
              <a:t>At line 9, </a:t>
            </a:r>
            <a:r>
              <a:rPr lang="en-US" altLang="zh-TW" sz="2300" dirty="0">
                <a:solidFill>
                  <a:srgbClr val="C00000"/>
                </a:solidFill>
                <a:latin typeface="Consolas" panose="020B0609020204030204" pitchFamily="49" charset="0"/>
              </a:rPr>
              <a:t>main()</a:t>
            </a:r>
            <a:r>
              <a:rPr lang="en-US" altLang="zh-TW" sz="2300" dirty="0">
                <a:solidFill>
                  <a:srgbClr val="C00000"/>
                </a:solidFill>
              </a:rPr>
              <a:t> </a:t>
            </a:r>
            <a:r>
              <a:rPr lang="en-US" altLang="zh-TW" sz="2300" dirty="0"/>
              <a:t>initiates the </a:t>
            </a:r>
            <a:r>
              <a:rPr lang="en-US" altLang="zh-TW" sz="2300" b="1" i="1" dirty="0"/>
              <a:t>function call</a:t>
            </a:r>
            <a:r>
              <a:rPr lang="en-US" altLang="zh-TW" sz="2300" dirty="0"/>
              <a:t>, and </a:t>
            </a:r>
            <a:r>
              <a:rPr lang="en-US" altLang="zh-TW" sz="2300" dirty="0">
                <a:solidFill>
                  <a:srgbClr val="C00000"/>
                </a:solidFill>
                <a:latin typeface="Consolas" panose="020B0609020204030204" pitchFamily="49" charset="0"/>
              </a:rPr>
              <a:t>greet()</a:t>
            </a:r>
            <a:r>
              <a:rPr lang="en-US" altLang="zh-TW" sz="2300" dirty="0">
                <a:solidFill>
                  <a:srgbClr val="C00000"/>
                </a:solidFill>
              </a:rPr>
              <a:t> </a:t>
            </a:r>
            <a:r>
              <a:rPr lang="en-US" altLang="zh-TW" sz="2300" dirty="0"/>
              <a:t>is being called. In this situation, we say </a:t>
            </a:r>
            <a:r>
              <a:rPr lang="en-US" altLang="zh-TW" sz="2300" dirty="0">
                <a:solidFill>
                  <a:srgbClr val="C00000"/>
                </a:solidFill>
                <a:latin typeface="Consolas" panose="020B0609020204030204" pitchFamily="49" charset="0"/>
              </a:rPr>
              <a:t>main()</a:t>
            </a:r>
            <a:r>
              <a:rPr lang="en-US" altLang="zh-TW" sz="2300" dirty="0">
                <a:solidFill>
                  <a:srgbClr val="C00000"/>
                </a:solidFill>
              </a:rPr>
              <a:t> </a:t>
            </a:r>
            <a:r>
              <a:rPr lang="en-US" altLang="zh-TW" sz="2300" dirty="0"/>
              <a:t>is the </a:t>
            </a:r>
            <a:r>
              <a:rPr lang="en-US" altLang="zh-TW" sz="2300" i="1" dirty="0">
                <a:solidFill>
                  <a:srgbClr val="0070C0"/>
                </a:solidFill>
              </a:rPr>
              <a:t>caller</a:t>
            </a:r>
            <a:r>
              <a:rPr lang="en-US" altLang="zh-TW" sz="2300" dirty="0"/>
              <a:t>, and </a:t>
            </a:r>
            <a:r>
              <a:rPr lang="en-US" altLang="zh-TW" sz="2300" dirty="0">
                <a:solidFill>
                  <a:srgbClr val="C00000"/>
                </a:solidFill>
                <a:latin typeface="Consolas" panose="020B0609020204030204" pitchFamily="49" charset="0"/>
              </a:rPr>
              <a:t>greet()</a:t>
            </a:r>
            <a:r>
              <a:rPr lang="en-US" altLang="zh-TW" sz="2300" dirty="0">
                <a:solidFill>
                  <a:srgbClr val="C00000"/>
                </a:solidFill>
              </a:rPr>
              <a:t> </a:t>
            </a:r>
            <a:r>
              <a:rPr lang="en-US" altLang="zh-TW" sz="2300" dirty="0"/>
              <a:t>is the </a:t>
            </a:r>
            <a:r>
              <a:rPr lang="en-US" altLang="zh-TW" sz="2300" i="1" dirty="0" err="1">
                <a:solidFill>
                  <a:srgbClr val="0070C0"/>
                </a:solidFill>
              </a:rPr>
              <a:t>callee</a:t>
            </a:r>
            <a:r>
              <a:rPr lang="en-US" altLang="zh-TW" sz="2300" dirty="0"/>
              <a:t>.</a:t>
            </a:r>
          </a:p>
        </p:txBody>
      </p:sp>
      <p:sp>
        <p:nvSpPr>
          <p:cNvPr id="2" name="Curved Right Arrow 1"/>
          <p:cNvSpPr/>
          <p:nvPr/>
        </p:nvSpPr>
        <p:spPr>
          <a:xfrm rot="10800000">
            <a:off x="2209799" y="1713887"/>
            <a:ext cx="685799" cy="2300468"/>
          </a:xfrm>
          <a:prstGeom prst="curved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0" y="2684502"/>
            <a:ext cx="1386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Function call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99B46F-3923-4640-988E-4083B6BFEC51}"/>
              </a:ext>
            </a:extLst>
          </p:cNvPr>
          <p:cNvSpPr/>
          <p:nvPr/>
        </p:nvSpPr>
        <p:spPr>
          <a:xfrm>
            <a:off x="872103" y="3429000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 dirty="0">
                <a:solidFill>
                  <a:schemeClr val="tx1"/>
                </a:solidFill>
              </a:rPr>
              <a:t>1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2" name="Line 19">
            <a:extLst>
              <a:ext uri="{FF2B5EF4-FFF2-40B4-BE49-F238E27FC236}">
                <a16:creationId xmlns:a16="http://schemas.microsoft.com/office/drawing/2014/main" id="{75CD97F5-65A5-437B-92C0-640E6BB3F5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3331799"/>
            <a:ext cx="0" cy="457201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99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10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4495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greet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"Hi! How are you?\n"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dirty="0">
                <a:solidFill>
                  <a:srgbClr val="C00000"/>
                </a:solidFill>
                <a:latin typeface="Consolas" panose="020B0609020204030204" pitchFamily="49" charset="0"/>
              </a:rPr>
              <a:t>greet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009999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4495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74756" name="Rectangle 4" hidden="1"/>
          <p:cNvSpPr>
            <a:spLocks noChangeArrowheads="1"/>
          </p:cNvSpPr>
          <p:nvPr/>
        </p:nvSpPr>
        <p:spPr bwMode="auto">
          <a:xfrm>
            <a:off x="4762" y="5535410"/>
            <a:ext cx="4033837" cy="673124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Hi! 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How are you?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zh-TW" sz="4000" dirty="0"/>
              <a:t>1.6. Control Flow During a Function Call – Part 1</a:t>
            </a:r>
          </a:p>
        </p:txBody>
      </p:sp>
      <p:sp>
        <p:nvSpPr>
          <p:cNvPr id="8" name="Rectangle 23"/>
          <p:cNvSpPr txBox="1">
            <a:spLocks noChangeArrowheads="1"/>
          </p:cNvSpPr>
          <p:nvPr/>
        </p:nvSpPr>
        <p:spPr bwMode="auto">
          <a:xfrm>
            <a:off x="3276600" y="4058582"/>
            <a:ext cx="5715000" cy="147682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zh-TW" sz="2400" dirty="0"/>
              <a:t>When </a:t>
            </a:r>
            <a:r>
              <a:rPr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greet()</a:t>
            </a:r>
            <a:r>
              <a:rPr lang="en-US" altLang="zh-TW" sz="2400" dirty="0">
                <a:solidFill>
                  <a:srgbClr val="C00000"/>
                </a:solidFill>
              </a:rPr>
              <a:t> </a:t>
            </a:r>
            <a:r>
              <a:rPr lang="en-US" altLang="zh-TW" sz="2400" dirty="0"/>
              <a:t>is called </a:t>
            </a:r>
            <a:r>
              <a:rPr lang="en-US" altLang="zh-TW" sz="2400" u="sng" dirty="0"/>
              <a:t>at line 9 </a:t>
            </a:r>
            <a:r>
              <a:rPr lang="en-US" altLang="zh-TW" sz="2400" dirty="0"/>
              <a:t>during program execution, control is "transferred" to the beginning of </a:t>
            </a:r>
            <a:r>
              <a:rPr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greet()</a:t>
            </a:r>
            <a:r>
              <a:rPr lang="en-US" altLang="zh-TW" sz="2400" dirty="0"/>
              <a:t>.</a:t>
            </a:r>
          </a:p>
        </p:txBody>
      </p:sp>
      <p:sp>
        <p:nvSpPr>
          <p:cNvPr id="9" name="Line 19"/>
          <p:cNvSpPr>
            <a:spLocks noChangeShapeType="1"/>
          </p:cNvSpPr>
          <p:nvPr/>
        </p:nvSpPr>
        <p:spPr bwMode="auto">
          <a:xfrm flipH="1">
            <a:off x="5333998" y="1828800"/>
            <a:ext cx="2133601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>
            <a:off x="2285999" y="3810000"/>
            <a:ext cx="51816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3" name="Line 19"/>
          <p:cNvSpPr>
            <a:spLocks noChangeShapeType="1"/>
          </p:cNvSpPr>
          <p:nvPr/>
        </p:nvSpPr>
        <p:spPr bwMode="auto">
          <a:xfrm flipH="1">
            <a:off x="7467599" y="1828800"/>
            <a:ext cx="1" cy="198120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FB29E7-96E4-4905-87AF-CBE8E74CFDC0}"/>
              </a:ext>
            </a:extLst>
          </p:cNvPr>
          <p:cNvSpPr/>
          <p:nvPr/>
        </p:nvSpPr>
        <p:spPr>
          <a:xfrm>
            <a:off x="7440000" y="2610783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>
                <a:solidFill>
                  <a:schemeClr val="tx1"/>
                </a:solidFill>
              </a:rPr>
              <a:t>2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8642D0-B601-4399-8AEB-6E5703FB4E8A}"/>
              </a:ext>
            </a:extLst>
          </p:cNvPr>
          <p:cNvSpPr/>
          <p:nvPr/>
        </p:nvSpPr>
        <p:spPr>
          <a:xfrm>
            <a:off x="872103" y="3429000"/>
            <a:ext cx="360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 dirty="0">
                <a:solidFill>
                  <a:schemeClr val="bg1"/>
                </a:solidFill>
              </a:rPr>
              <a:t>1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Line 19">
            <a:extLst>
              <a:ext uri="{FF2B5EF4-FFF2-40B4-BE49-F238E27FC236}">
                <a16:creationId xmlns:a16="http://schemas.microsoft.com/office/drawing/2014/main" id="{E16A4DE8-7352-4338-9717-14367E398A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3331799"/>
            <a:ext cx="0" cy="457201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897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11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4495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latin typeface="Consolas" panose="020B0609020204030204" pitchFamily="49" charset="0"/>
              </a:rPr>
              <a:t>greet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"Hi! How are you?\n"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  <a:endParaRPr kumimoji="0" lang="en-US" altLang="zh-TW" sz="2000" b="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dirty="0">
                <a:solidFill>
                  <a:srgbClr val="C00000"/>
                </a:solidFill>
                <a:latin typeface="Consolas" panose="020B0609020204030204" pitchFamily="49" charset="0"/>
              </a:rPr>
              <a:t>greet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009999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4495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4762" y="5535410"/>
            <a:ext cx="4033837" cy="673124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Hi! 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How are you?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zh-TW" sz="4000" dirty="0"/>
              <a:t>1.6. Control Flow During a Function Call – Part 2</a:t>
            </a:r>
          </a:p>
        </p:txBody>
      </p:sp>
      <p:sp>
        <p:nvSpPr>
          <p:cNvPr id="8" name="Rectangle 23"/>
          <p:cNvSpPr txBox="1">
            <a:spLocks noChangeArrowheads="1"/>
          </p:cNvSpPr>
          <p:nvPr/>
        </p:nvSpPr>
        <p:spPr bwMode="auto">
          <a:xfrm>
            <a:off x="3276600" y="4058582"/>
            <a:ext cx="5715000" cy="147682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zh-TW" sz="2400" dirty="0"/>
              <a:t>Statement in </a:t>
            </a:r>
            <a:r>
              <a:rPr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greet()</a:t>
            </a:r>
            <a:r>
              <a:rPr lang="en-US" altLang="zh-TW" sz="2400" dirty="0">
                <a:solidFill>
                  <a:srgbClr val="C00000"/>
                </a:solidFill>
              </a:rPr>
              <a:t> </a:t>
            </a:r>
            <a:r>
              <a:rPr lang="en-US" altLang="zh-TW" sz="2400" dirty="0"/>
              <a:t>is executed.</a:t>
            </a:r>
          </a:p>
          <a:p>
            <a:endParaRPr lang="en-US" altLang="zh-TW" sz="2400" dirty="0"/>
          </a:p>
        </p:txBody>
      </p:sp>
      <p:sp>
        <p:nvSpPr>
          <p:cNvPr id="9" name="Line 19"/>
          <p:cNvSpPr>
            <a:spLocks noChangeShapeType="1"/>
          </p:cNvSpPr>
          <p:nvPr/>
        </p:nvSpPr>
        <p:spPr bwMode="auto">
          <a:xfrm flipH="1">
            <a:off x="5333998" y="1828800"/>
            <a:ext cx="2133601" cy="0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>
            <a:off x="2286000" y="3810000"/>
            <a:ext cx="5181600" cy="0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3" name="Line 19"/>
          <p:cNvSpPr>
            <a:spLocks noChangeShapeType="1"/>
          </p:cNvSpPr>
          <p:nvPr/>
        </p:nvSpPr>
        <p:spPr bwMode="auto">
          <a:xfrm flipH="1">
            <a:off x="7467599" y="1828800"/>
            <a:ext cx="1" cy="1981200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1" name="Line 19"/>
          <p:cNvSpPr>
            <a:spLocks noChangeShapeType="1"/>
          </p:cNvSpPr>
          <p:nvPr/>
        </p:nvSpPr>
        <p:spPr bwMode="auto">
          <a:xfrm flipH="1">
            <a:off x="5341255" y="1828799"/>
            <a:ext cx="0" cy="740229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88983C-86F1-41CD-91AC-1BD275F56FCB}"/>
              </a:ext>
            </a:extLst>
          </p:cNvPr>
          <p:cNvSpPr/>
          <p:nvPr/>
        </p:nvSpPr>
        <p:spPr>
          <a:xfrm>
            <a:off x="5403490" y="2175892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 dirty="0">
                <a:solidFill>
                  <a:schemeClr val="tx1"/>
                </a:solidFill>
              </a:rPr>
              <a:t>3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37A5508-23D2-432D-870C-1758DFCBA2F6}"/>
              </a:ext>
            </a:extLst>
          </p:cNvPr>
          <p:cNvSpPr/>
          <p:nvPr/>
        </p:nvSpPr>
        <p:spPr>
          <a:xfrm>
            <a:off x="7440000" y="2610783"/>
            <a:ext cx="360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>
                <a:solidFill>
                  <a:schemeClr val="bg1"/>
                </a:solidFill>
              </a:rPr>
              <a:t>2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8A4B27D-66FA-4BCB-84D6-DECE87081998}"/>
              </a:ext>
            </a:extLst>
          </p:cNvPr>
          <p:cNvSpPr/>
          <p:nvPr/>
        </p:nvSpPr>
        <p:spPr>
          <a:xfrm>
            <a:off x="872103" y="3429000"/>
            <a:ext cx="360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 dirty="0">
                <a:solidFill>
                  <a:schemeClr val="bg1"/>
                </a:solidFill>
              </a:rPr>
              <a:t>1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063C15CD-62F7-41DE-9FCF-25C125B756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3331799"/>
            <a:ext cx="0" cy="457201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379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 animBg="1"/>
      <p:bldP spid="11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12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4495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latin typeface="Consolas" panose="020B0609020204030204" pitchFamily="49" charset="0"/>
              </a:rPr>
              <a:t>greet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"Hi! How are you?\n"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dirty="0">
                <a:solidFill>
                  <a:srgbClr val="C00000"/>
                </a:solidFill>
                <a:latin typeface="Consolas" panose="020B0609020204030204" pitchFamily="49" charset="0"/>
              </a:rPr>
              <a:t>greet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4495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4762" y="5535410"/>
            <a:ext cx="4033837" cy="673124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Hi! 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How are you?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zh-TW" sz="4000" dirty="0"/>
              <a:t>1.6. Control Flow During a Function Call – Part 3</a:t>
            </a:r>
          </a:p>
        </p:txBody>
      </p:sp>
      <p:sp>
        <p:nvSpPr>
          <p:cNvPr id="8" name="Rectangle 23"/>
          <p:cNvSpPr txBox="1">
            <a:spLocks noChangeArrowheads="1"/>
          </p:cNvSpPr>
          <p:nvPr/>
        </p:nvSpPr>
        <p:spPr bwMode="auto">
          <a:xfrm>
            <a:off x="3276600" y="4058581"/>
            <a:ext cx="5715000" cy="1527691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zh-TW" sz="2400" dirty="0"/>
              <a:t>When execution is completed in </a:t>
            </a:r>
            <a:r>
              <a:rPr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greet()</a:t>
            </a:r>
            <a:r>
              <a:rPr lang="en-US" altLang="zh-TW" sz="2400" dirty="0"/>
              <a:t>, control is</a:t>
            </a:r>
            <a:r>
              <a:rPr lang="en-US" altLang="zh-TW" sz="2400" u="sng" dirty="0"/>
              <a:t> returned to the location where the function is called</a:t>
            </a:r>
            <a:r>
              <a:rPr lang="en-US" altLang="zh-TW" sz="2400" dirty="0"/>
              <a:t>, </a:t>
            </a:r>
            <a:r>
              <a:rPr lang="en-HK" altLang="zh-TW" sz="2400" dirty="0"/>
              <a:t>and execute the rest of the statements in </a:t>
            </a:r>
            <a:r>
              <a:rPr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</a:t>
            </a:r>
            <a:r>
              <a:rPr lang="en-US" altLang="zh-TW" sz="2400" dirty="0"/>
              <a:t> </a:t>
            </a:r>
            <a:r>
              <a:rPr lang="en-HK" altLang="zh-TW" sz="2400" dirty="0"/>
              <a:t>.</a:t>
            </a:r>
            <a:endParaRPr lang="en-US" altLang="zh-TW" sz="2400" dirty="0"/>
          </a:p>
        </p:txBody>
      </p:sp>
      <p:sp>
        <p:nvSpPr>
          <p:cNvPr id="9" name="Line 19"/>
          <p:cNvSpPr>
            <a:spLocks noChangeShapeType="1"/>
          </p:cNvSpPr>
          <p:nvPr/>
        </p:nvSpPr>
        <p:spPr bwMode="auto">
          <a:xfrm flipH="1">
            <a:off x="5333998" y="1828800"/>
            <a:ext cx="2133601" cy="0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>
            <a:off x="2286000" y="3810000"/>
            <a:ext cx="5181600" cy="0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3" name="Line 19"/>
          <p:cNvSpPr>
            <a:spLocks noChangeShapeType="1"/>
          </p:cNvSpPr>
          <p:nvPr/>
        </p:nvSpPr>
        <p:spPr bwMode="auto">
          <a:xfrm flipH="1">
            <a:off x="7467599" y="1828800"/>
            <a:ext cx="1" cy="1981200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1" name="Line 19"/>
          <p:cNvSpPr>
            <a:spLocks noChangeShapeType="1"/>
          </p:cNvSpPr>
          <p:nvPr/>
        </p:nvSpPr>
        <p:spPr bwMode="auto">
          <a:xfrm flipH="1">
            <a:off x="5341255" y="1828799"/>
            <a:ext cx="0" cy="740229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H="1">
            <a:off x="2438400" y="4009620"/>
            <a:ext cx="4724400" cy="14509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 flipH="1">
            <a:off x="7162800" y="2569027"/>
            <a:ext cx="0" cy="1440593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5341254" y="2583542"/>
            <a:ext cx="1821545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B80A9E7-0D63-40F2-9E03-83E50A0374C2}"/>
              </a:ext>
            </a:extLst>
          </p:cNvPr>
          <p:cNvSpPr/>
          <p:nvPr/>
        </p:nvSpPr>
        <p:spPr>
          <a:xfrm>
            <a:off x="7440000" y="2610783"/>
            <a:ext cx="360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>
                <a:solidFill>
                  <a:schemeClr val="bg1"/>
                </a:solidFill>
              </a:rPr>
              <a:t>2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D1C830C-60CE-43BD-9C74-B0476B89A8C3}"/>
              </a:ext>
            </a:extLst>
          </p:cNvPr>
          <p:cNvSpPr/>
          <p:nvPr/>
        </p:nvSpPr>
        <p:spPr>
          <a:xfrm>
            <a:off x="5403490" y="2175892"/>
            <a:ext cx="360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 dirty="0">
                <a:solidFill>
                  <a:schemeClr val="bg1"/>
                </a:solidFill>
              </a:rPr>
              <a:t>3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D1D0412-A9E3-48BC-9E72-944E3EC2F068}"/>
              </a:ext>
            </a:extLst>
          </p:cNvPr>
          <p:cNvSpPr/>
          <p:nvPr/>
        </p:nvSpPr>
        <p:spPr>
          <a:xfrm>
            <a:off x="872103" y="3429000"/>
            <a:ext cx="360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 dirty="0">
                <a:solidFill>
                  <a:schemeClr val="bg1"/>
                </a:solidFill>
              </a:rPr>
              <a:t>1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DF74FF7F-6111-41C1-890F-412E021841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3331799"/>
            <a:ext cx="0" cy="457201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B1B4646-E4A6-41D9-A4F6-8C39FBE2EB9C}"/>
              </a:ext>
            </a:extLst>
          </p:cNvPr>
          <p:cNvSpPr/>
          <p:nvPr/>
        </p:nvSpPr>
        <p:spPr>
          <a:xfrm>
            <a:off x="6788268" y="3143769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 dirty="0">
                <a:solidFill>
                  <a:schemeClr val="tx1"/>
                </a:solidFill>
              </a:rPr>
              <a:t>4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D7D04AB-F82A-4A99-8673-67CDBDD64A09}"/>
              </a:ext>
            </a:extLst>
          </p:cNvPr>
          <p:cNvCxnSpPr>
            <a:cxnSpLocks/>
          </p:cNvCxnSpPr>
          <p:nvPr/>
        </p:nvCxnSpPr>
        <p:spPr>
          <a:xfrm>
            <a:off x="2438400" y="4058582"/>
            <a:ext cx="0" cy="665012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E7105B5-5FCA-453D-8FCA-C3E981474BE3}"/>
              </a:ext>
            </a:extLst>
          </p:cNvPr>
          <p:cNvSpPr/>
          <p:nvPr/>
        </p:nvSpPr>
        <p:spPr>
          <a:xfrm>
            <a:off x="2478450" y="4230138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 dirty="0">
                <a:solidFill>
                  <a:schemeClr val="tx1"/>
                </a:solidFill>
              </a:rPr>
              <a:t>5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7618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21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BF27A-0E50-9C4B-93C2-677EF67F3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Advantages of Using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CBB1C-73D6-2946-AC46-CAE386EE7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give a function a meaningful name that makes your code easier to understand</a:t>
            </a:r>
          </a:p>
          <a:p>
            <a:pPr lvl="1"/>
            <a:r>
              <a:rPr lang="en-US" dirty="0"/>
              <a:t>E.g.,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printHello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(…)</a:t>
            </a:r>
          </a:p>
          <a:p>
            <a:pPr lvl="8"/>
            <a:endParaRPr lang="en-US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/>
              <a:t>As requirements change, you only need to update code in one place (inside the function), instead of many</a:t>
            </a:r>
          </a:p>
          <a:p>
            <a:pPr lvl="8"/>
            <a:endParaRPr lang="en-US" dirty="0"/>
          </a:p>
          <a:p>
            <a:r>
              <a:rPr lang="en-US" dirty="0"/>
              <a:t>You eliminate the chance of making incidental mistakes (a.k.a. bugs) when you copy and paste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585B9-A1F1-A54F-AE5F-755873FE6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9E6C2-B6A2-654E-A7BD-57488A4F120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7723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4528-0F4A-4CB0-AC07-BC41AACAB7AB}" type="slidenum">
              <a:rPr lang="zh-TW" altLang="en-US"/>
              <a:pPr/>
              <a:t>14</a:t>
            </a:fld>
            <a:endParaRPr lang="en-US" altLang="zh-TW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1.7. Variables declared in a function are </a:t>
            </a:r>
            <a:r>
              <a:rPr lang="en-US" altLang="zh-TW" sz="3200" u="sng" dirty="0"/>
              <a:t>local</a:t>
            </a:r>
            <a:r>
              <a:rPr lang="en-US" altLang="zh-TW" sz="3200" dirty="0"/>
              <a:t> to that function</a:t>
            </a:r>
            <a:endParaRPr lang="en-US" sz="3200" dirty="0"/>
          </a:p>
        </p:txBody>
      </p:sp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466725" y="990600"/>
            <a:ext cx="8686800" cy="517064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foo()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CC00CC"/>
                </a:solidFill>
                <a:latin typeface="Consolas" panose="020B0609020204030204" pitchFamily="49" charset="0"/>
              </a:rPr>
              <a:t>x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= 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"In foo(): x = %d\n"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, </a:t>
            </a:r>
            <a:r>
              <a:rPr kumimoji="0" lang="en-US" altLang="zh-TW" sz="2000" b="0" dirty="0">
                <a:solidFill>
                  <a:srgbClr val="CC00CC"/>
                </a:solidFill>
                <a:latin typeface="Consolas" panose="020B0609020204030204" pitchFamily="49" charset="0"/>
              </a:rPr>
              <a:t>x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= 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5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"Before: In main(): x = %d\n"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, </a:t>
            </a:r>
            <a:r>
              <a:rPr kumimoji="0"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foo();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"After: In main(): x = %d\n"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, </a:t>
            </a:r>
            <a:r>
              <a:rPr kumimoji="0"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0" y="990600"/>
            <a:ext cx="461962" cy="517064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5384840" y="5562600"/>
            <a:ext cx="3570208" cy="1015663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0" lang="en-US" altLang="zh-TW" sz="2000" b="0" dirty="0">
                <a:latin typeface="Consolas" panose="020B0609020204030204" pitchFamily="49" charset="0"/>
              </a:rPr>
              <a:t>Before: In main(): x = 5</a:t>
            </a:r>
          </a:p>
          <a:p>
            <a:pPr eaLnBrk="1" hangingPunct="1"/>
            <a:r>
              <a:rPr kumimoji="0" lang="en-US" altLang="zh-TW" sz="2000" b="0" dirty="0">
                <a:latin typeface="Consolas" panose="020B0609020204030204" pitchFamily="49" charset="0"/>
              </a:rPr>
              <a:t>In foo(): x = 0</a:t>
            </a:r>
          </a:p>
          <a:p>
            <a:pPr eaLnBrk="1" hangingPunct="1"/>
            <a:r>
              <a:rPr kumimoji="0" lang="en-US" altLang="zh-TW" sz="2000" b="0" dirty="0">
                <a:latin typeface="Consolas" panose="020B0609020204030204" pitchFamily="49" charset="0"/>
              </a:rPr>
              <a:t>After: In main(): x = 5</a:t>
            </a:r>
          </a:p>
        </p:txBody>
      </p:sp>
      <p:sp>
        <p:nvSpPr>
          <p:cNvPr id="67590" name="Rectangle 6"/>
          <p:cNvSpPr>
            <a:spLocks noChangeArrowheads="1"/>
          </p:cNvSpPr>
          <p:nvPr/>
        </p:nvSpPr>
        <p:spPr bwMode="auto">
          <a:xfrm>
            <a:off x="4191000" y="990601"/>
            <a:ext cx="4764048" cy="5334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kumimoji="0" lang="en-US" altLang="zh-TW" sz="2400" dirty="0">
                <a:solidFill>
                  <a:srgbClr val="000000"/>
                </a:solidFill>
              </a:rPr>
              <a:t>Every function has its own variables. </a:t>
            </a:r>
          </a:p>
        </p:txBody>
      </p:sp>
      <p:sp>
        <p:nvSpPr>
          <p:cNvPr id="67591" name="Rectangle 7"/>
          <p:cNvSpPr>
            <a:spLocks noChangeArrowheads="1"/>
          </p:cNvSpPr>
          <p:nvPr/>
        </p:nvSpPr>
        <p:spPr bwMode="auto">
          <a:xfrm>
            <a:off x="4828813" y="2144491"/>
            <a:ext cx="4114800" cy="2064515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kumimoji="0" lang="en-US" altLang="zh-TW" sz="2400" dirty="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kumimoji="0" lang="en-US" altLang="zh-TW" sz="2400" dirty="0">
                <a:solidFill>
                  <a:srgbClr val="000000"/>
                </a:solidFill>
              </a:rPr>
              <a:t> in </a:t>
            </a:r>
            <a:r>
              <a:rPr kumimoji="0" lang="en-US" altLang="zh-TW" sz="2400" dirty="0">
                <a:latin typeface="Consolas" panose="020B0609020204030204" pitchFamily="49" charset="0"/>
              </a:rPr>
              <a:t>foo()</a:t>
            </a:r>
            <a:r>
              <a:rPr kumimoji="0" lang="en-US" altLang="zh-TW" sz="2400" dirty="0">
                <a:solidFill>
                  <a:srgbClr val="000000"/>
                </a:solidFill>
              </a:rPr>
              <a:t> and </a:t>
            </a:r>
            <a:r>
              <a:rPr kumimoji="0" lang="en-US" altLang="zh-TW" sz="2400" dirty="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kumimoji="0" lang="en-US" altLang="zh-TW" sz="2400" dirty="0">
                <a:solidFill>
                  <a:srgbClr val="000000"/>
                </a:solidFill>
              </a:rPr>
              <a:t> in </a:t>
            </a:r>
            <a:r>
              <a:rPr kumimoji="0" lang="en-US" altLang="zh-TW" sz="2400" dirty="0">
                <a:latin typeface="Consolas" panose="020B0609020204030204" pitchFamily="49" charset="0"/>
              </a:rPr>
              <a:t>main()</a:t>
            </a:r>
            <a:r>
              <a:rPr kumimoji="0" lang="en-US" altLang="zh-TW" sz="2400" dirty="0">
                <a:solidFill>
                  <a:srgbClr val="000000"/>
                </a:solidFill>
              </a:rPr>
              <a:t> are two </a:t>
            </a:r>
            <a:r>
              <a:rPr kumimoji="0" lang="en-US" altLang="zh-TW" sz="2400" u="sng" dirty="0">
                <a:solidFill>
                  <a:srgbClr val="000000"/>
                </a:solidFill>
              </a:rPr>
              <a:t>different variables</a:t>
            </a:r>
            <a:r>
              <a:rPr kumimoji="0" lang="en-US" altLang="zh-TW" sz="2400" dirty="0">
                <a:solidFill>
                  <a:srgbClr val="000000"/>
                </a:solidFill>
              </a:rPr>
              <a:t>.</a:t>
            </a:r>
            <a:endParaRPr kumimoji="0" lang="en-US" altLang="zh-TW" sz="2000" dirty="0">
              <a:solidFill>
                <a:srgbClr val="000000"/>
              </a:solidFill>
            </a:endParaRPr>
          </a:p>
        </p:txBody>
      </p:sp>
      <p:sp>
        <p:nvSpPr>
          <p:cNvPr id="67592" name="Rectangle 8"/>
          <p:cNvSpPr>
            <a:spLocks noChangeArrowheads="1"/>
          </p:cNvSpPr>
          <p:nvPr/>
        </p:nvSpPr>
        <p:spPr bwMode="auto">
          <a:xfrm>
            <a:off x="5791994" y="3177381"/>
            <a:ext cx="576262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0" lang="en-US" altLang="zh-TW"/>
              <a:t>0</a:t>
            </a:r>
          </a:p>
        </p:txBody>
      </p:sp>
      <p:sp>
        <p:nvSpPr>
          <p:cNvPr id="67593" name="Rectangle 9"/>
          <p:cNvSpPr>
            <a:spLocks noChangeArrowheads="1"/>
          </p:cNvSpPr>
          <p:nvPr/>
        </p:nvSpPr>
        <p:spPr bwMode="auto">
          <a:xfrm>
            <a:off x="7169944" y="3177381"/>
            <a:ext cx="576262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0" lang="en-US" altLang="zh-TW"/>
              <a:t>5</a:t>
            </a:r>
          </a:p>
        </p:txBody>
      </p:sp>
      <p:sp>
        <p:nvSpPr>
          <p:cNvPr id="67594" name="Text Box 10"/>
          <p:cNvSpPr txBox="1">
            <a:spLocks noChangeArrowheads="1"/>
          </p:cNvSpPr>
          <p:nvPr/>
        </p:nvSpPr>
        <p:spPr bwMode="auto">
          <a:xfrm>
            <a:off x="5726510" y="3507581"/>
            <a:ext cx="705642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kumimoji="0" lang="en-US" altLang="zh-TW" b="1" dirty="0">
                <a:solidFill>
                  <a:srgbClr val="CC00CC"/>
                </a:solidFill>
                <a:latin typeface="Consolas" panose="020B0609020204030204" pitchFamily="49" charset="0"/>
              </a:rPr>
              <a:t>x</a:t>
            </a:r>
            <a:endParaRPr kumimoji="0" lang="en-US" altLang="zh-TW" dirty="0">
              <a:solidFill>
                <a:srgbClr val="CC00CC"/>
              </a:solidFill>
            </a:endParaRPr>
          </a:p>
          <a:p>
            <a:pPr algn="ctr" eaLnBrk="0" hangingPunct="0">
              <a:lnSpc>
                <a:spcPct val="80000"/>
              </a:lnSpc>
            </a:pPr>
            <a:r>
              <a:rPr kumimoji="0" lang="en-US" altLang="zh-TW" dirty="0"/>
              <a:t>(</a:t>
            </a:r>
            <a:r>
              <a:rPr kumimoji="0" lang="en-US" altLang="zh-TW" b="1" dirty="0">
                <a:latin typeface="Consolas" panose="020B0609020204030204" pitchFamily="49" charset="0"/>
              </a:rPr>
              <a:t>foo</a:t>
            </a:r>
            <a:r>
              <a:rPr kumimoji="0" lang="en-US" altLang="zh-TW" dirty="0"/>
              <a:t>)</a:t>
            </a:r>
          </a:p>
        </p:txBody>
      </p:sp>
      <p:sp>
        <p:nvSpPr>
          <p:cNvPr id="67595" name="Text Box 11"/>
          <p:cNvSpPr txBox="1">
            <a:spLocks noChangeArrowheads="1"/>
          </p:cNvSpPr>
          <p:nvPr/>
        </p:nvSpPr>
        <p:spPr bwMode="auto">
          <a:xfrm>
            <a:off x="7042729" y="3507581"/>
            <a:ext cx="832279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kumimoji="0" lang="en-US" altLang="zh-TW" b="1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endParaRPr kumimoji="0" lang="en-US" altLang="zh-TW" dirty="0">
              <a:solidFill>
                <a:srgbClr val="FF0000"/>
              </a:solidFill>
            </a:endParaRPr>
          </a:p>
          <a:p>
            <a:pPr algn="ctr" eaLnBrk="0" hangingPunct="0">
              <a:lnSpc>
                <a:spcPct val="80000"/>
              </a:lnSpc>
            </a:pPr>
            <a:r>
              <a:rPr kumimoji="0" lang="en-US" altLang="zh-TW" dirty="0"/>
              <a:t>(</a:t>
            </a:r>
            <a:r>
              <a:rPr kumimoji="0" lang="en-US" altLang="zh-TW" b="1" dirty="0">
                <a:latin typeface="Consolas" panose="020B0609020204030204" pitchFamily="49" charset="0"/>
              </a:rPr>
              <a:t>main</a:t>
            </a:r>
            <a:r>
              <a:rPr kumimoji="0" lang="en-US" altLang="zh-TW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573717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0" grpId="0" animBg="1"/>
      <p:bldP spid="67591" grpId="0" animBg="1"/>
      <p:bldP spid="67592" grpId="0" animBg="1"/>
      <p:bldP spid="67593" grpId="0" animBg="1"/>
      <p:bldP spid="67594" grpId="0"/>
      <p:bldP spid="6759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2AFFC-7044-4D32-B5C1-AADB05BE2D41}" type="slidenum">
              <a:rPr lang="zh-TW" altLang="en-US"/>
              <a:pPr/>
              <a:t>15</a:t>
            </a:fld>
            <a:endParaRPr lang="en-US" altLang="zh-TW"/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>
            <a:noAutofit/>
          </a:bodyPr>
          <a:lstStyle/>
          <a:p>
            <a:r>
              <a:rPr lang="en-US" altLang="zh-TW" sz="3200" dirty="0">
                <a:solidFill>
                  <a:schemeClr val="tx1"/>
                </a:solidFill>
              </a:rPr>
              <a:t>1.7. Variables declared in one function are not accessible by another function</a:t>
            </a:r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461963" y="990600"/>
            <a:ext cx="8686800" cy="3429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bar()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y = 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"In bar(): y = %d\n"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, y);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bar();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"%d\n"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, </a:t>
            </a:r>
            <a:r>
              <a:rPr kumimoji="0"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</a:rPr>
              <a:t>y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	</a:t>
            </a:r>
            <a:r>
              <a:rPr kumimoji="0"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</a:rPr>
              <a:t>/* Compile-time error */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4763" y="990600"/>
            <a:ext cx="461962" cy="3429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solidFill>
                <a:srgbClr val="5F5F5F"/>
              </a:solidFill>
              <a:latin typeface="Consolas" panose="020B0609020204030204" pitchFamily="49" charset="0"/>
            </a:endParaRPr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195263" y="4405132"/>
            <a:ext cx="8755062" cy="17526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kumimoji="0" lang="en-US" altLang="zh-TW" sz="2400" dirty="0">
                <a:solidFill>
                  <a:srgbClr val="000000"/>
                </a:solidFill>
              </a:rPr>
              <a:t>Variables declared in a function are </a:t>
            </a:r>
            <a:r>
              <a:rPr kumimoji="0" lang="en-US" altLang="zh-TW" sz="2400" i="1" dirty="0">
                <a:solidFill>
                  <a:srgbClr val="0000FF"/>
                </a:solidFill>
              </a:rPr>
              <a:t>local variables</a:t>
            </a:r>
            <a:r>
              <a:rPr kumimoji="0" lang="en-US" altLang="zh-TW" sz="2400" dirty="0">
                <a:solidFill>
                  <a:srgbClr val="000000"/>
                </a:solidFill>
              </a:rPr>
              <a:t> and are only accessible inside that function.</a:t>
            </a:r>
          </a:p>
          <a:p>
            <a:pPr eaLnBrk="0" hangingPunct="0"/>
            <a:endParaRPr kumimoji="0" lang="en-US" altLang="zh-TW" sz="2400" dirty="0">
              <a:solidFill>
                <a:srgbClr val="000000"/>
              </a:solidFill>
            </a:endParaRPr>
          </a:p>
          <a:p>
            <a:pPr eaLnBrk="0" hangingPunct="0"/>
            <a:r>
              <a:rPr kumimoji="0"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kumimoji="0" lang="en-US" altLang="zh-TW" sz="2400" dirty="0">
                <a:solidFill>
                  <a:srgbClr val="000000"/>
                </a:solidFill>
              </a:rPr>
              <a:t>, being declared in </a:t>
            </a:r>
            <a:r>
              <a:rPr kumimoji="0"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bar()</a:t>
            </a:r>
            <a:r>
              <a:rPr kumimoji="0" lang="en-US" altLang="zh-TW" sz="2400" dirty="0">
                <a:solidFill>
                  <a:srgbClr val="000000"/>
                </a:solidFill>
              </a:rPr>
              <a:t>, is not accessible in </a:t>
            </a:r>
            <a:r>
              <a:rPr kumimoji="0"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  <a:r>
              <a:rPr kumimoji="0" lang="en-US" altLang="zh-TW" sz="24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08377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9BA10-0F27-4190-A326-D4862C3CBFA6}" type="slidenum">
              <a:rPr lang="zh-TW" altLang="en-US"/>
              <a:pPr/>
              <a:t>16</a:t>
            </a:fld>
            <a:endParaRPr lang="en-US" altLang="zh-TW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8839200" cy="762000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/>
              <a:t>2. Parameters</a:t>
            </a:r>
            <a:endParaRPr lang="zh-TW" altLang="en-US" dirty="0"/>
          </a:p>
        </p:txBody>
      </p:sp>
      <p:sp>
        <p:nvSpPr>
          <p:cNvPr id="537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143000"/>
            <a:ext cx="8686800" cy="4983165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Parameters are for passing data from a caller to a </a:t>
            </a:r>
            <a:r>
              <a:rPr lang="en-US" altLang="zh-TW" sz="2800" dirty="0" err="1"/>
              <a:t>callee</a:t>
            </a:r>
            <a:r>
              <a:rPr lang="en-US" altLang="zh-TW" sz="2800" dirty="0"/>
              <a:t>.</a:t>
            </a:r>
          </a:p>
          <a:p>
            <a:endParaRPr lang="en-US" altLang="zh-TW" sz="2800" dirty="0"/>
          </a:p>
          <a:p>
            <a:r>
              <a:rPr lang="en-US" altLang="zh-TW" sz="2800" dirty="0"/>
              <a:t>Proper use of parameters allows programmers to </a:t>
            </a:r>
            <a:r>
              <a:rPr lang="en-US" altLang="zh-TW" sz="2800" u="sng" dirty="0"/>
              <a:t>reuse code</a:t>
            </a:r>
            <a:r>
              <a:rPr lang="en-US" altLang="zh-TW" sz="2800" dirty="0"/>
              <a:t> for different data.</a:t>
            </a:r>
          </a:p>
          <a:p>
            <a:pPr lvl="1"/>
            <a:r>
              <a:rPr lang="en-US" altLang="zh-TW" sz="2400" dirty="0"/>
              <a:t>e.g., 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400" dirty="0"/>
              <a:t> can be used to print many kinds of data in different formats.</a:t>
            </a:r>
          </a:p>
        </p:txBody>
      </p:sp>
    </p:spTree>
    <p:extLst>
      <p:ext uri="{BB962C8B-B14F-4D97-AF65-F5344CB8AC3E}">
        <p14:creationId xmlns:p14="http://schemas.microsoft.com/office/powerpoint/2010/main" val="2716593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17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51689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void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foo(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 n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) {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cs typeface="+mn-cs"/>
              </a:rPr>
              <a:t>"%d\n"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, n);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}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cs typeface="+mn-cs"/>
            </a:endParaRP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main() {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x = 10;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cs typeface="+mn-cs"/>
            </a:endParaRP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foo(</a:t>
            </a:r>
            <a:r>
              <a:rPr lang="en-US" altLang="zh-TW" sz="2000" b="0" dirty="0">
                <a:solidFill>
                  <a:srgbClr val="800080"/>
                </a:solidFill>
                <a:latin typeface="Consolas" panose="020B0609020204030204" pitchFamily="49" charset="0"/>
                <a:cs typeface="+mn-cs"/>
              </a:rPr>
              <a:t>3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);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foo(</a:t>
            </a:r>
            <a:r>
              <a:rPr lang="en-US" altLang="zh-TW" sz="2000" b="0" dirty="0">
                <a:solidFill>
                  <a:srgbClr val="800080"/>
                </a:solidFill>
                <a:latin typeface="Consolas" panose="020B0609020204030204" pitchFamily="49" charset="0"/>
                <a:cs typeface="+mn-cs"/>
              </a:rPr>
              <a:t>x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);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foo(</a:t>
            </a:r>
            <a:r>
              <a:rPr lang="en-US" altLang="zh-TW" sz="2000" b="0" dirty="0">
                <a:solidFill>
                  <a:srgbClr val="800080"/>
                </a:solidFill>
                <a:latin typeface="Consolas" panose="020B0609020204030204" pitchFamily="49" charset="0"/>
                <a:cs typeface="+mn-cs"/>
              </a:rPr>
              <a:t>x + 3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);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cs typeface="+mn-cs"/>
            </a:endParaRP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return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0;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516892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2.1. Formal and Actual Parameters</a:t>
            </a:r>
            <a:endParaRPr lang="en-US" altLang="zh-TW" sz="4000" b="1" dirty="0"/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4343400" y="1143000"/>
            <a:ext cx="4610100" cy="22860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latin typeface="Calibri" panose="020F0502020204030204" pitchFamily="34" charset="0"/>
              </a:rPr>
              <a:t>Variables for holding the values passed to a function are called </a:t>
            </a:r>
            <a:r>
              <a:rPr lang="en-US" altLang="zh-TW" sz="2400" b="0" i="1" dirty="0">
                <a:solidFill>
                  <a:srgbClr val="0000FF"/>
                </a:solidFill>
                <a:latin typeface="Calibri" panose="020F0502020204030204" pitchFamily="34" charset="0"/>
              </a:rPr>
              <a:t>formal</a:t>
            </a:r>
            <a:r>
              <a:rPr lang="en-US" altLang="zh-TW" sz="2400" b="0" dirty="0">
                <a:solidFill>
                  <a:srgbClr val="0000FF"/>
                </a:solidFill>
                <a:latin typeface="Calibri" panose="020F0502020204030204" pitchFamily="34" charset="0"/>
              </a:rPr>
              <a:t> </a:t>
            </a:r>
            <a:r>
              <a:rPr lang="en-US" altLang="zh-TW" sz="2400" b="0" i="1" dirty="0">
                <a:solidFill>
                  <a:srgbClr val="0000FF"/>
                </a:solidFill>
                <a:latin typeface="Calibri" panose="020F0502020204030204" pitchFamily="34" charset="0"/>
              </a:rPr>
              <a:t>parameters</a:t>
            </a:r>
            <a:r>
              <a:rPr lang="en-US" altLang="zh-TW" sz="2400" b="0" i="1" dirty="0">
                <a:latin typeface="Calibri" panose="020F0502020204030204" pitchFamily="34" charset="0"/>
              </a:rPr>
              <a:t>. </a:t>
            </a:r>
          </a:p>
          <a:p>
            <a:endParaRPr lang="en-US" altLang="zh-TW" sz="2400" b="0" dirty="0">
              <a:latin typeface="Calibri" panose="020F0502020204030204" pitchFamily="34" charset="0"/>
            </a:endParaRPr>
          </a:p>
          <a:p>
            <a:r>
              <a:rPr lang="en-US" altLang="zh-TW" sz="2400" b="0" dirty="0">
                <a:latin typeface="Calibri" panose="020F0502020204030204" pitchFamily="34" charset="0"/>
              </a:rPr>
              <a:t>They have </a:t>
            </a:r>
            <a:r>
              <a:rPr lang="en-US" altLang="zh-TW" sz="2400" b="0" u="sng" dirty="0">
                <a:latin typeface="Calibri" panose="020F0502020204030204" pitchFamily="34" charset="0"/>
              </a:rPr>
              <a:t>local</a:t>
            </a:r>
            <a:r>
              <a:rPr lang="en-US" altLang="zh-TW" sz="2400" b="0" dirty="0">
                <a:latin typeface="Calibri" panose="020F0502020204030204" pitchFamily="34" charset="0"/>
              </a:rPr>
              <a:t> scope in the function. </a:t>
            </a: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4343400" y="4114800"/>
            <a:ext cx="4610100" cy="13716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latin typeface="Calibri" panose="020F0502020204030204" pitchFamily="34" charset="0"/>
              </a:rPr>
              <a:t>The expressions specified in the function calls are called </a:t>
            </a:r>
            <a:r>
              <a:rPr lang="en-US" altLang="zh-TW" sz="2400" b="0" i="1" dirty="0">
                <a:solidFill>
                  <a:srgbClr val="0000FF"/>
                </a:solidFill>
                <a:latin typeface="Calibri" panose="020F0502020204030204" pitchFamily="34" charset="0"/>
              </a:rPr>
              <a:t>actual parameters</a:t>
            </a:r>
            <a:r>
              <a:rPr lang="en-US" altLang="zh-TW" sz="2400" b="0" dirty="0">
                <a:latin typeface="Calibri" panose="020F0502020204030204" pitchFamily="34" charset="0"/>
              </a:rPr>
              <a:t> or </a:t>
            </a:r>
            <a:r>
              <a:rPr lang="en-US" altLang="zh-TW" sz="2400" b="0" i="1" dirty="0">
                <a:solidFill>
                  <a:srgbClr val="0000FF"/>
                </a:solidFill>
                <a:latin typeface="Calibri" panose="020F0502020204030204" pitchFamily="34" charset="0"/>
              </a:rPr>
              <a:t>arguments</a:t>
            </a:r>
            <a:r>
              <a:rPr lang="en-US" altLang="zh-TW" sz="2400" b="0" dirty="0"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1790700" y="1702078"/>
            <a:ext cx="838200" cy="369332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kumimoji="0" lang="zh-TW" altLang="en-US" dirty="0">
              <a:latin typeface="Calibri" panose="020F0502020204030204" pitchFamily="34" charset="0"/>
            </a:endParaRPr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1524000" y="4016653"/>
            <a:ext cx="419100" cy="369332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kumimoji="0" lang="zh-TW" altLang="en-US" dirty="0">
              <a:latin typeface="Calibri" panose="020F0502020204030204" pitchFamily="34" charset="0"/>
            </a:endParaRPr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1524000" y="4378603"/>
            <a:ext cx="419100" cy="369332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kumimoji="0" lang="zh-TW" altLang="en-US" dirty="0">
              <a:latin typeface="Calibri" panose="020F0502020204030204" pitchFamily="34" charset="0"/>
            </a:endParaRPr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1524000" y="4740553"/>
            <a:ext cx="1104900" cy="369332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kumimoji="0" lang="zh-TW" altLang="en-US" dirty="0">
              <a:latin typeface="Calibri" panose="020F0502020204030204" pitchFamily="34" charset="0"/>
            </a:endParaRPr>
          </a:p>
        </p:txBody>
      </p:sp>
      <p:sp>
        <p:nvSpPr>
          <p:cNvPr id="24" name="Line 18"/>
          <p:cNvSpPr>
            <a:spLocks noChangeShapeType="1"/>
          </p:cNvSpPr>
          <p:nvPr/>
        </p:nvSpPr>
        <p:spPr bwMode="auto">
          <a:xfrm flipH="1" flipV="1">
            <a:off x="2781300" y="2019300"/>
            <a:ext cx="1562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5" name="Line 19"/>
          <p:cNvSpPr>
            <a:spLocks noChangeShapeType="1"/>
          </p:cNvSpPr>
          <p:nvPr/>
        </p:nvSpPr>
        <p:spPr bwMode="auto">
          <a:xfrm flipH="1" flipV="1">
            <a:off x="2095500" y="4152900"/>
            <a:ext cx="22479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" name="Line 20"/>
          <p:cNvSpPr>
            <a:spLocks noChangeShapeType="1"/>
          </p:cNvSpPr>
          <p:nvPr/>
        </p:nvSpPr>
        <p:spPr bwMode="auto">
          <a:xfrm flipH="1">
            <a:off x="2247900" y="4381500"/>
            <a:ext cx="20955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" name="Line 21"/>
          <p:cNvSpPr>
            <a:spLocks noChangeShapeType="1"/>
          </p:cNvSpPr>
          <p:nvPr/>
        </p:nvSpPr>
        <p:spPr bwMode="auto">
          <a:xfrm flipH="1">
            <a:off x="2628900" y="4381500"/>
            <a:ext cx="1714500" cy="361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4661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18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51689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void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foo(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 n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) {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cs typeface="+mn-cs"/>
              </a:rPr>
              <a:t>"%d\n"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, n);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}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cs typeface="+mn-cs"/>
            </a:endParaRP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main() {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x = 10;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cs typeface="+mn-cs"/>
            </a:endParaRP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foo(</a:t>
            </a:r>
            <a:r>
              <a:rPr lang="en-US" altLang="zh-TW" sz="2000" b="0" dirty="0">
                <a:solidFill>
                  <a:srgbClr val="800080"/>
                </a:solidFill>
                <a:latin typeface="Consolas" panose="020B0609020204030204" pitchFamily="49" charset="0"/>
                <a:cs typeface="+mn-cs"/>
              </a:rPr>
              <a:t>3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);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foo(</a:t>
            </a:r>
            <a:r>
              <a:rPr lang="en-US" altLang="zh-TW" sz="2000" b="0" dirty="0">
                <a:solidFill>
                  <a:srgbClr val="800080"/>
                </a:solidFill>
                <a:latin typeface="Consolas" panose="020B0609020204030204" pitchFamily="49" charset="0"/>
                <a:cs typeface="+mn-cs"/>
              </a:rPr>
              <a:t>x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);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foo(</a:t>
            </a:r>
            <a:r>
              <a:rPr lang="en-US" altLang="zh-TW" sz="2000" b="0" dirty="0">
                <a:solidFill>
                  <a:srgbClr val="800080"/>
                </a:solidFill>
                <a:latin typeface="Consolas" panose="020B0609020204030204" pitchFamily="49" charset="0"/>
                <a:cs typeface="+mn-cs"/>
              </a:rPr>
              <a:t>x + 3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);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cs typeface="+mn-cs"/>
            </a:endParaRP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return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0;</a:t>
            </a:r>
          </a:p>
          <a:p>
            <a:pPr lvl="0"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516892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2.2. How values are passed to a function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816916" y="1143000"/>
            <a:ext cx="4108350" cy="1079476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0" lang="en-US" altLang="zh-TW" sz="2000" dirty="0">
                <a:latin typeface="Consolas" panose="020B0609020204030204" pitchFamily="49" charset="0"/>
              </a:rPr>
              <a:t>3</a:t>
            </a:r>
          </a:p>
          <a:p>
            <a:pPr eaLnBrk="1" hangingPunct="1"/>
            <a:r>
              <a:rPr kumimoji="0" lang="en-US" altLang="zh-TW" sz="2000" dirty="0">
                <a:latin typeface="Consolas" panose="020B0609020204030204" pitchFamily="49" charset="0"/>
              </a:rPr>
              <a:t>10</a:t>
            </a:r>
          </a:p>
          <a:p>
            <a:pPr eaLnBrk="1" hangingPunct="1"/>
            <a:r>
              <a:rPr kumimoji="0" lang="en-US" altLang="zh-TW" sz="2000" dirty="0">
                <a:latin typeface="Consolas" panose="020B0609020204030204" pitchFamily="49" charset="0"/>
              </a:rPr>
              <a:t>13    </a:t>
            </a:r>
          </a:p>
        </p:txBody>
      </p:sp>
      <p:sp>
        <p:nvSpPr>
          <p:cNvPr id="28" name="Freeform 6"/>
          <p:cNvSpPr>
            <a:spLocks/>
          </p:cNvSpPr>
          <p:nvPr/>
        </p:nvSpPr>
        <p:spPr bwMode="auto">
          <a:xfrm>
            <a:off x="2096111" y="2007136"/>
            <a:ext cx="1225589" cy="2271712"/>
          </a:xfrm>
          <a:custGeom>
            <a:avLst/>
            <a:gdLst>
              <a:gd name="T0" fmla="*/ 0 w 944"/>
              <a:gd name="T1" fmla="*/ 1728 h 1728"/>
              <a:gd name="T2" fmla="*/ 864 w 944"/>
              <a:gd name="T3" fmla="*/ 576 h 1728"/>
              <a:gd name="T4" fmla="*/ 480 w 944"/>
              <a:gd name="T5" fmla="*/ 0 h 1728"/>
              <a:gd name="T6" fmla="*/ 0 60000 65536"/>
              <a:gd name="T7" fmla="*/ 0 60000 65536"/>
              <a:gd name="T8" fmla="*/ 0 60000 65536"/>
              <a:gd name="T9" fmla="*/ 0 w 944"/>
              <a:gd name="T10" fmla="*/ 0 h 1728"/>
              <a:gd name="T11" fmla="*/ 944 w 944"/>
              <a:gd name="T12" fmla="*/ 1728 h 17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44" h="1728">
                <a:moveTo>
                  <a:pt x="0" y="1728"/>
                </a:moveTo>
                <a:cubicBezTo>
                  <a:pt x="392" y="1296"/>
                  <a:pt x="784" y="864"/>
                  <a:pt x="864" y="576"/>
                </a:cubicBezTo>
                <a:cubicBezTo>
                  <a:pt x="944" y="288"/>
                  <a:pt x="712" y="144"/>
                  <a:pt x="480" y="0"/>
                </a:cubicBezTo>
              </a:path>
            </a:pathLst>
          </a:custGeom>
          <a:noFill/>
          <a:ln w="25400" cap="flat" cmpd="sng">
            <a:solidFill>
              <a:schemeClr val="folHlink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3479799" y="2590800"/>
            <a:ext cx="6463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dirty="0">
                <a:solidFill>
                  <a:schemeClr val="folHlink"/>
                </a:solidFill>
                <a:latin typeface="Calibri" panose="020F0502020204030204" pitchFamily="34" charset="0"/>
              </a:rPr>
              <a:t>n = 3</a:t>
            </a:r>
          </a:p>
        </p:txBody>
      </p:sp>
      <p:sp>
        <p:nvSpPr>
          <p:cNvPr id="30" name="Freeform 8"/>
          <p:cNvSpPr>
            <a:spLocks/>
          </p:cNvSpPr>
          <p:nvPr/>
        </p:nvSpPr>
        <p:spPr bwMode="auto">
          <a:xfrm>
            <a:off x="2095499" y="1919288"/>
            <a:ext cx="2736850" cy="2576512"/>
          </a:xfrm>
          <a:custGeom>
            <a:avLst/>
            <a:gdLst>
              <a:gd name="T0" fmla="*/ 0 w 1624"/>
              <a:gd name="T1" fmla="*/ 2448 h 2448"/>
              <a:gd name="T2" fmla="*/ 1344 w 1624"/>
              <a:gd name="T3" fmla="*/ 1392 h 2448"/>
              <a:gd name="T4" fmla="*/ 1488 w 1624"/>
              <a:gd name="T5" fmla="*/ 672 h 2448"/>
              <a:gd name="T6" fmla="*/ 528 w 1624"/>
              <a:gd name="T7" fmla="*/ 0 h 2448"/>
              <a:gd name="T8" fmla="*/ 0 60000 65536"/>
              <a:gd name="T9" fmla="*/ 0 60000 65536"/>
              <a:gd name="T10" fmla="*/ 0 60000 65536"/>
              <a:gd name="T11" fmla="*/ 0 60000 65536"/>
              <a:gd name="T12" fmla="*/ 0 w 1624"/>
              <a:gd name="T13" fmla="*/ 0 h 2448"/>
              <a:gd name="T14" fmla="*/ 1624 w 1624"/>
              <a:gd name="T15" fmla="*/ 2448 h 24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4" h="2448">
                <a:moveTo>
                  <a:pt x="0" y="2448"/>
                </a:moveTo>
                <a:cubicBezTo>
                  <a:pt x="548" y="2068"/>
                  <a:pt x="1096" y="1688"/>
                  <a:pt x="1344" y="1392"/>
                </a:cubicBezTo>
                <a:cubicBezTo>
                  <a:pt x="1592" y="1096"/>
                  <a:pt x="1624" y="904"/>
                  <a:pt x="1488" y="672"/>
                </a:cubicBezTo>
                <a:cubicBezTo>
                  <a:pt x="1352" y="440"/>
                  <a:pt x="940" y="220"/>
                  <a:pt x="528" y="0"/>
                </a:cubicBezTo>
              </a:path>
            </a:pathLst>
          </a:custGeom>
          <a:noFill/>
          <a:ln w="25400" cap="flat" cmpd="sng">
            <a:solidFill>
              <a:srgbClr val="00B05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1" name="Text Box 9"/>
          <p:cNvSpPr txBox="1">
            <a:spLocks noChangeArrowheads="1"/>
          </p:cNvSpPr>
          <p:nvPr/>
        </p:nvSpPr>
        <p:spPr bwMode="auto">
          <a:xfrm>
            <a:off x="4722372" y="2870478"/>
            <a:ext cx="7633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dirty="0">
                <a:solidFill>
                  <a:srgbClr val="00B050"/>
                </a:solidFill>
                <a:latin typeface="Calibri" panose="020F0502020204030204" pitchFamily="34" charset="0"/>
              </a:rPr>
              <a:t>n = 10</a:t>
            </a:r>
          </a:p>
        </p:txBody>
      </p:sp>
      <p:sp>
        <p:nvSpPr>
          <p:cNvPr id="32" name="Freeform 11"/>
          <p:cNvSpPr>
            <a:spLocks/>
          </p:cNvSpPr>
          <p:nvPr/>
        </p:nvSpPr>
        <p:spPr bwMode="auto">
          <a:xfrm>
            <a:off x="1981200" y="1837068"/>
            <a:ext cx="3792392" cy="2957512"/>
          </a:xfrm>
          <a:custGeom>
            <a:avLst/>
            <a:gdLst>
              <a:gd name="T0" fmla="*/ 0 w 1624"/>
              <a:gd name="T1" fmla="*/ 2448 h 2448"/>
              <a:gd name="T2" fmla="*/ 1344 w 1624"/>
              <a:gd name="T3" fmla="*/ 1392 h 2448"/>
              <a:gd name="T4" fmla="*/ 1488 w 1624"/>
              <a:gd name="T5" fmla="*/ 672 h 2448"/>
              <a:gd name="T6" fmla="*/ 528 w 1624"/>
              <a:gd name="T7" fmla="*/ 0 h 2448"/>
              <a:gd name="T8" fmla="*/ 0 60000 65536"/>
              <a:gd name="T9" fmla="*/ 0 60000 65536"/>
              <a:gd name="T10" fmla="*/ 0 60000 65536"/>
              <a:gd name="T11" fmla="*/ 0 60000 65536"/>
              <a:gd name="T12" fmla="*/ 0 w 1624"/>
              <a:gd name="T13" fmla="*/ 0 h 2448"/>
              <a:gd name="T14" fmla="*/ 1624 w 1624"/>
              <a:gd name="T15" fmla="*/ 2448 h 24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4" h="2448">
                <a:moveTo>
                  <a:pt x="0" y="2448"/>
                </a:moveTo>
                <a:cubicBezTo>
                  <a:pt x="548" y="2068"/>
                  <a:pt x="1096" y="1688"/>
                  <a:pt x="1344" y="1392"/>
                </a:cubicBezTo>
                <a:cubicBezTo>
                  <a:pt x="1592" y="1096"/>
                  <a:pt x="1624" y="904"/>
                  <a:pt x="1488" y="672"/>
                </a:cubicBezTo>
                <a:cubicBezTo>
                  <a:pt x="1352" y="440"/>
                  <a:pt x="940" y="220"/>
                  <a:pt x="528" y="0"/>
                </a:cubicBezTo>
              </a:path>
            </a:pathLst>
          </a:custGeom>
          <a:noFill/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3" name="Text Box 12"/>
          <p:cNvSpPr txBox="1">
            <a:spLocks noChangeArrowheads="1"/>
          </p:cNvSpPr>
          <p:nvPr/>
        </p:nvSpPr>
        <p:spPr bwMode="auto">
          <a:xfrm>
            <a:off x="5715000" y="3203800"/>
            <a:ext cx="7633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dirty="0">
                <a:solidFill>
                  <a:srgbClr val="0000FF"/>
                </a:solidFill>
                <a:latin typeface="Calibri" panose="020F0502020204030204" pitchFamily="34" charset="0"/>
              </a:rPr>
              <a:t>n = 13</a:t>
            </a:r>
          </a:p>
        </p:txBody>
      </p: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4057650" y="4419600"/>
            <a:ext cx="5021480" cy="1580381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latin typeface="Calibri" panose="020F0502020204030204" pitchFamily="34" charset="0"/>
              </a:rPr>
              <a:t>When a caller calls a function with parameters, the </a:t>
            </a:r>
            <a:r>
              <a:rPr lang="en-US" altLang="zh-TW" sz="2400" dirty="0">
                <a:solidFill>
                  <a:srgbClr val="0070C0"/>
                </a:solidFill>
                <a:latin typeface="Calibri" panose="020F0502020204030204" pitchFamily="34" charset="0"/>
              </a:rPr>
              <a:t>values</a:t>
            </a:r>
            <a:r>
              <a:rPr lang="en-US" altLang="zh-TW" sz="2400" b="0" dirty="0">
                <a:latin typeface="Calibri" panose="020F0502020204030204" pitchFamily="34" charset="0"/>
              </a:rPr>
              <a:t> of the arguments are </a:t>
            </a:r>
            <a:r>
              <a:rPr lang="en-US" altLang="zh-TW" sz="2400" b="0" u="sng" dirty="0">
                <a:latin typeface="Calibri" panose="020F0502020204030204" pitchFamily="34" charset="0"/>
              </a:rPr>
              <a:t>copied</a:t>
            </a:r>
            <a:r>
              <a:rPr lang="en-US" altLang="zh-TW" sz="2400" b="0" dirty="0">
                <a:latin typeface="Calibri" panose="020F0502020204030204" pitchFamily="34" charset="0"/>
              </a:rPr>
              <a:t> to the formal parameters. </a:t>
            </a:r>
          </a:p>
        </p:txBody>
      </p:sp>
    </p:spTree>
    <p:extLst>
      <p:ext uri="{BB962C8B-B14F-4D97-AF65-F5344CB8AC3E}">
        <p14:creationId xmlns:p14="http://schemas.microsoft.com/office/powerpoint/2010/main" val="38565986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30" grpId="0" animBg="1"/>
      <p:bldP spid="31" grpId="0"/>
      <p:bldP spid="32" grpId="0" animBg="1"/>
      <p:bldP spid="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669EB-ECBD-412B-97CF-4A8181BACFC5}" type="slidenum">
              <a:rPr lang="zh-TW" altLang="en-US"/>
              <a:pPr/>
              <a:t>19</a:t>
            </a:fld>
            <a:endParaRPr lang="en-US" altLang="zh-TW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91600" cy="838200"/>
          </a:xfrm>
        </p:spPr>
        <p:txBody>
          <a:bodyPr>
            <a:noAutofit/>
          </a:bodyPr>
          <a:lstStyle/>
          <a:p>
            <a:pPr algn="l"/>
            <a:r>
              <a:rPr lang="en-US" altLang="zh-TW" sz="3600" dirty="0"/>
              <a:t>2.3. Defining a function with parameters </a:t>
            </a:r>
            <a:r>
              <a:rPr lang="en-US" altLang="zh-TW" sz="3200" dirty="0"/>
              <a:t>(</a:t>
            </a:r>
            <a:r>
              <a:rPr lang="en-US" altLang="zh-TW" sz="3200" i="1" dirty="0"/>
              <a:t>Syntax</a:t>
            </a:r>
            <a:r>
              <a:rPr lang="en-US" altLang="zh-TW" sz="3200" dirty="0"/>
              <a:t>)</a:t>
            </a:r>
            <a:endParaRPr lang="en-US" altLang="zh-TW" sz="3600" dirty="0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15937" y="1219200"/>
            <a:ext cx="8229600" cy="18288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</a:rPr>
              <a:t>void </a:t>
            </a:r>
            <a:r>
              <a:rPr lang="en-US" altLang="zh-TW" sz="2400" dirty="0" err="1">
                <a:latin typeface="Consolas" panose="020B0609020204030204" pitchFamily="49" charset="0"/>
              </a:rPr>
              <a:t>function_name</a:t>
            </a:r>
            <a:r>
              <a:rPr lang="en-US" altLang="zh-TW" sz="2400" dirty="0">
                <a:latin typeface="Consolas" panose="020B0609020204030204" pitchFamily="49" charset="0"/>
              </a:rPr>
              <a:t>( </a:t>
            </a:r>
            <a:r>
              <a:rPr lang="en-US" altLang="zh-TW" sz="2800" dirty="0" err="1">
                <a:solidFill>
                  <a:schemeClr val="folHlink"/>
                </a:solidFill>
                <a:latin typeface="Consolas" panose="020B0609020204030204" pitchFamily="49" charset="0"/>
              </a:rPr>
              <a:t>parameter_list</a:t>
            </a:r>
            <a:r>
              <a:rPr lang="en-US" altLang="zh-TW" sz="2800" dirty="0">
                <a:solidFill>
                  <a:schemeClr val="folHlink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dirty="0">
                <a:latin typeface="Consolas" panose="020B0609020204030204" pitchFamily="49" charset="0"/>
              </a:rPr>
              <a:t>) {</a:t>
            </a:r>
          </a:p>
          <a:p>
            <a:pPr>
              <a:buFont typeface="Wingdings" pitchFamily="2" charset="2"/>
              <a:buNone/>
            </a:pPr>
            <a:br>
              <a:rPr lang="en-US" altLang="zh-TW" sz="2400" dirty="0">
                <a:latin typeface="Consolas" panose="020B0609020204030204" pitchFamily="49" charset="0"/>
              </a:rPr>
            </a:br>
            <a:r>
              <a:rPr lang="en-US" altLang="zh-TW" sz="2400" dirty="0">
                <a:latin typeface="Consolas" panose="020B0609020204030204" pitchFamily="49" charset="0"/>
              </a:rPr>
              <a:t>  // declarations and statements</a:t>
            </a:r>
          </a:p>
          <a:p>
            <a:pPr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341" name="Rectangle 4"/>
          <p:cNvSpPr>
            <a:spLocks noChangeArrowheads="1"/>
          </p:cNvSpPr>
          <p:nvPr/>
        </p:nvSpPr>
        <p:spPr bwMode="auto">
          <a:xfrm>
            <a:off x="533400" y="3276600"/>
            <a:ext cx="830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6125" indent="-288925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457200" indent="-4572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zh-TW" sz="2800" b="0" dirty="0" err="1">
                <a:solidFill>
                  <a:schemeClr val="folHlink"/>
                </a:solidFill>
                <a:latin typeface="Consolas" panose="020B0609020204030204" pitchFamily="49" charset="0"/>
              </a:rPr>
              <a:t>parameter_list</a:t>
            </a:r>
            <a:endParaRPr kumimoji="0" lang="en-US" altLang="zh-TW" sz="2800" b="0" dirty="0">
              <a:solidFill>
                <a:schemeClr val="folHlink"/>
              </a:solidFill>
              <a:latin typeface="Consolas" panose="020B0609020204030204" pitchFamily="49" charset="0"/>
            </a:endParaRP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zh-TW" sz="2400" b="0" dirty="0">
                <a:latin typeface="Calibri" panose="020F0502020204030204" pitchFamily="34" charset="0"/>
              </a:rPr>
              <a:t>Zero or more parameters</a:t>
            </a:r>
            <a:r>
              <a:rPr kumimoji="0" lang="en-US" altLang="zh-TW" sz="2400" b="0" i="1" dirty="0">
                <a:latin typeface="Calibri" panose="020F0502020204030204" pitchFamily="34" charset="0"/>
              </a:rPr>
              <a:t> </a:t>
            </a:r>
            <a:r>
              <a:rPr kumimoji="0" lang="en-US" altLang="zh-TW" sz="2400" b="0" dirty="0">
                <a:latin typeface="Calibri" panose="020F0502020204030204" pitchFamily="34" charset="0"/>
              </a:rPr>
              <a:t>separated by comma in the form</a:t>
            </a:r>
          </a:p>
          <a:p>
            <a:pPr lvl="1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kumimoji="0" lang="en-US" altLang="zh-TW" sz="2400" b="0" dirty="0">
                <a:latin typeface="Calibri" panose="020F0502020204030204" pitchFamily="34" charset="0"/>
              </a:rPr>
              <a:t>	</a:t>
            </a:r>
            <a:r>
              <a:rPr kumimoji="0"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kumimoji="0" lang="en-US" altLang="zh-TW" sz="2400" b="0" baseline="-250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kumimoji="0"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 param</a:t>
            </a:r>
            <a:r>
              <a:rPr kumimoji="0" lang="en-US" altLang="zh-TW" sz="2400" b="0" baseline="-250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kumimoji="0"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, type</a:t>
            </a:r>
            <a:r>
              <a:rPr kumimoji="0" lang="en-US" altLang="zh-TW" sz="2400" b="0" baseline="-250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kumimoji="0"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 param</a:t>
            </a:r>
            <a:r>
              <a:rPr kumimoji="0" lang="en-US" altLang="zh-TW" sz="2400" b="0" baseline="-250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kumimoji="0"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, …, </a:t>
            </a:r>
            <a:r>
              <a:rPr kumimoji="0" lang="en-US" altLang="zh-TW" sz="24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kumimoji="0" lang="en-US" altLang="zh-TW" sz="2400" b="0" baseline="-25000" dirty="0" err="1">
                <a:solidFill>
                  <a:srgbClr val="0000FF"/>
                </a:solidFill>
                <a:latin typeface="Consolas" panose="020B0609020204030204" pitchFamily="49" charset="0"/>
              </a:rPr>
              <a:t>N</a:t>
            </a:r>
            <a:r>
              <a:rPr kumimoji="0"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4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param</a:t>
            </a:r>
            <a:r>
              <a:rPr kumimoji="0" lang="en-US" altLang="zh-TW" sz="2400" b="0" baseline="-25000" dirty="0" err="1">
                <a:solidFill>
                  <a:srgbClr val="0000FF"/>
                </a:solidFill>
                <a:latin typeface="Consolas" panose="020B0609020204030204" pitchFamily="49" charset="0"/>
              </a:rPr>
              <a:t>N</a:t>
            </a:r>
            <a:endParaRPr kumimoji="0" lang="en-US" altLang="zh-TW" sz="2400" b="0" baseline="-25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lvl="1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endParaRPr kumimoji="0" lang="en-US" altLang="zh-TW" sz="2100" baseline="-25000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772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and implement a function that can be used to print any character </a:t>
            </a:r>
            <a:r>
              <a:rPr lang="en-US" b="1" dirty="0"/>
              <a:t>n</a:t>
            </a:r>
            <a:r>
              <a:rPr lang="en-US" dirty="0"/>
              <a:t> times.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0337" y="76200"/>
            <a:ext cx="8997461" cy="838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2.4. Example</a:t>
            </a:r>
          </a:p>
        </p:txBody>
      </p:sp>
    </p:spTree>
    <p:extLst>
      <p:ext uri="{BB962C8B-B14F-4D97-AF65-F5344CB8AC3E}">
        <p14:creationId xmlns:p14="http://schemas.microsoft.com/office/powerpoint/2010/main" val="180921972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3FCF-A420-4F53-8007-A3368F976619}" type="slidenum">
              <a:rPr lang="zh-TW" altLang="en-US"/>
              <a:pPr/>
              <a:t>21</a:t>
            </a:fld>
            <a:endParaRPr lang="en-US" altLang="zh-TW"/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461962" y="990600"/>
            <a:ext cx="8682038" cy="5105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A function that prints the character, </a:t>
            </a:r>
            <a:r>
              <a:rPr kumimoji="0" lang="en-US" altLang="zh-TW" sz="2000" b="0" dirty="0" err="1">
                <a:solidFill>
                  <a:srgbClr val="008000"/>
                </a:solidFill>
                <a:latin typeface="Consolas" panose="020B0609020204030204" pitchFamily="49" charset="0"/>
              </a:rPr>
              <a:t>ch</a:t>
            </a:r>
            <a:r>
              <a:rPr kumimoji="0"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, n times */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printChars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n,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ch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 = 0;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 &lt; n;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++)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"%c"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,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ch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"\n"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printChars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17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'#'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  Hello World!\n"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printChars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17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'*'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4762" y="990600"/>
            <a:ext cx="461962" cy="5105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0337" y="76200"/>
            <a:ext cx="8997461" cy="838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2.4. Example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A64CBEAB-8727-9AF3-C5FB-CA80AB86E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1" y="4419600"/>
            <a:ext cx="3962400" cy="10668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sz="2000" b="0" dirty="0">
                <a:latin typeface="Consolas" panose="020B0609020204030204" pitchFamily="49" charset="0"/>
              </a:rPr>
              <a:t>#################</a:t>
            </a:r>
          </a:p>
          <a:p>
            <a:r>
              <a:rPr kumimoji="0" lang="en-US" altLang="zh-TW" sz="2000" b="0" dirty="0">
                <a:latin typeface="Consolas" panose="020B0609020204030204" pitchFamily="49" charset="0"/>
              </a:rPr>
              <a:t>  Hello World!</a:t>
            </a:r>
          </a:p>
          <a:p>
            <a:r>
              <a:rPr kumimoji="0" lang="en-US" altLang="zh-TW" sz="2000" b="0" dirty="0">
                <a:latin typeface="Consolas" panose="020B0609020204030204" pitchFamily="49" charset="0"/>
              </a:rPr>
              <a:t>*****************    </a:t>
            </a:r>
          </a:p>
        </p:txBody>
      </p:sp>
    </p:spTree>
    <p:extLst>
      <p:ext uri="{BB962C8B-B14F-4D97-AF65-F5344CB8AC3E}">
        <p14:creationId xmlns:p14="http://schemas.microsoft.com/office/powerpoint/2010/main" val="3616428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3FCF-A420-4F53-8007-A3368F976619}" type="slidenum">
              <a:rPr lang="zh-TW" altLang="en-US"/>
              <a:pPr/>
              <a:t>22</a:t>
            </a:fld>
            <a:endParaRPr lang="en-US" altLang="zh-TW"/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461962" y="990600"/>
            <a:ext cx="8682038" cy="5105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A function that prints the character, </a:t>
            </a:r>
            <a:r>
              <a:rPr kumimoji="0" lang="en-US" altLang="zh-TW" sz="2000" b="0" dirty="0" err="1">
                <a:solidFill>
                  <a:srgbClr val="008000"/>
                </a:solidFill>
                <a:latin typeface="Consolas" panose="020B0609020204030204" pitchFamily="49" charset="0"/>
              </a:rPr>
              <a:t>ch</a:t>
            </a:r>
            <a:r>
              <a:rPr kumimoji="0"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, n times */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printChars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n,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ch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 = 0;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 &lt; n;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++)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"%c"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,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ch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"\n"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printChars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17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'#'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  Hello World!\n"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printChars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17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'*'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4762" y="990600"/>
            <a:ext cx="461962" cy="5105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0337" y="76200"/>
            <a:ext cx="8997461" cy="838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2.4. Example</a:t>
            </a: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3730867" y="1366745"/>
            <a:ext cx="688733" cy="369332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kumimoji="0" lang="zh-TW" altLang="en-US" dirty="0">
              <a:latin typeface="Calibri" panose="020F0502020204030204" pitchFamily="34" charset="0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3183007" y="4381866"/>
            <a:ext cx="462561" cy="366149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kumimoji="0" lang="zh-TW" altLang="en-US" dirty="0">
              <a:latin typeface="Calibri" panose="020F0502020204030204" pitchFamily="34" charset="0"/>
            </a:endParaRPr>
          </a:p>
        </p:txBody>
      </p:sp>
      <p:sp>
        <p:nvSpPr>
          <p:cNvPr id="12" name="Line 18"/>
          <p:cNvSpPr>
            <a:spLocks noChangeShapeType="1"/>
          </p:cNvSpPr>
          <p:nvPr/>
        </p:nvSpPr>
        <p:spPr bwMode="auto">
          <a:xfrm flipH="1" flipV="1">
            <a:off x="3730866" y="4393898"/>
            <a:ext cx="129833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3" name="Line 18"/>
          <p:cNvSpPr>
            <a:spLocks noChangeShapeType="1"/>
          </p:cNvSpPr>
          <p:nvPr/>
        </p:nvSpPr>
        <p:spPr bwMode="auto">
          <a:xfrm flipH="1" flipV="1">
            <a:off x="3167761" y="2753108"/>
            <a:ext cx="718439" cy="44729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2669358" y="2386953"/>
            <a:ext cx="525681" cy="366155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kumimoji="0" lang="zh-TW" altLang="en-US" dirty="0">
              <a:latin typeface="Calibri" panose="020F0502020204030204" pitchFamily="34" charset="0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5029199" y="4339175"/>
            <a:ext cx="3886201" cy="1299625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latin typeface="Calibri" panose="020F0502020204030204" pitchFamily="34" charset="0"/>
              </a:rPr>
              <a:t>Character constant is enclosed by a pair of single quotes (</a:t>
            </a:r>
            <a:r>
              <a:rPr lang="en-US" altLang="zh-TW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altLang="zh-TW" sz="2400" b="0" dirty="0">
                <a:latin typeface="Calibri" panose="020F0502020204030204" pitchFamily="34" charset="0"/>
              </a:rPr>
              <a:t>).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71ECF2F-E78C-9D68-85E4-525FE2515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057400"/>
            <a:ext cx="4276725" cy="916513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sz="2000" b="0" dirty="0">
                <a:latin typeface="Consolas" panose="020B0609020204030204" pitchFamily="49" charset="0"/>
              </a:rPr>
              <a:t>#################</a:t>
            </a:r>
          </a:p>
          <a:p>
            <a:r>
              <a:rPr kumimoji="0" lang="en-US" altLang="zh-TW" sz="2000" b="0" dirty="0">
                <a:latin typeface="Consolas" panose="020B0609020204030204" pitchFamily="49" charset="0"/>
              </a:rPr>
              <a:t>  Hello World!</a:t>
            </a:r>
          </a:p>
          <a:p>
            <a:r>
              <a:rPr kumimoji="0" lang="en-US" altLang="zh-TW" sz="2000" b="0" dirty="0">
                <a:latin typeface="Consolas" panose="020B0609020204030204" pitchFamily="49" charset="0"/>
              </a:rPr>
              <a:t>*****************    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3886200" y="3085043"/>
            <a:ext cx="4724400" cy="916513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%c</a:t>
            </a:r>
            <a:r>
              <a:rPr lang="en-US" altLang="zh-TW" sz="2400" b="0" dirty="0">
                <a:latin typeface="Calibri" panose="020F0502020204030204" pitchFamily="34" charset="0"/>
              </a:rPr>
              <a:t> is the format specifier for printing character.</a:t>
            </a:r>
          </a:p>
        </p:txBody>
      </p:sp>
    </p:spTree>
    <p:extLst>
      <p:ext uri="{BB962C8B-B14F-4D97-AF65-F5344CB8AC3E}">
        <p14:creationId xmlns:p14="http://schemas.microsoft.com/office/powerpoint/2010/main" val="1188601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7CE83-8552-455A-ABAA-D553F99CF1BA}" type="slidenum">
              <a:rPr lang="zh-TW" altLang="en-US"/>
              <a:pPr/>
              <a:t>23</a:t>
            </a:fld>
            <a:endParaRPr lang="en-US" altLang="zh-TW"/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507437" y="990599"/>
            <a:ext cx="8645525" cy="3477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foo(</a:t>
            </a: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x, </a:t>
            </a: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y)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"%d %d\n"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, x, y);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x = 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3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, y = 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2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foo(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, </a:t>
            </a:r>
            <a:r>
              <a:rPr kumimoji="0"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y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foo(</a:t>
            </a:r>
            <a:r>
              <a:rPr kumimoji="0"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y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, 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66FF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10549" y="990600"/>
            <a:ext cx="496887" cy="3477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rIns="90000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440334" name="Rectangle 14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4572000"/>
            <a:ext cx="8839200" cy="1524000"/>
          </a:xfrm>
          <a:noFill/>
        </p:spPr>
        <p:txBody>
          <a:bodyPr/>
          <a:lstStyle/>
          <a:p>
            <a:r>
              <a:rPr lang="en-US" altLang="zh-TW" sz="2800" u="sng" dirty="0"/>
              <a:t>Arguments and formal parameters are matched by</a:t>
            </a:r>
            <a:r>
              <a:rPr lang="en-US" altLang="zh-TW" sz="2800" dirty="0"/>
              <a:t> </a:t>
            </a:r>
            <a:r>
              <a:rPr lang="en-US" altLang="zh-TW" sz="2800" u="sng" dirty="0"/>
              <a:t>position</a:t>
            </a:r>
            <a:r>
              <a:rPr lang="en-US" altLang="zh-TW" sz="2800" dirty="0"/>
              <a:t> (not by names and not by types).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0337" y="76200"/>
            <a:ext cx="8997461" cy="838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2.5. Parameters are matched by position</a:t>
            </a: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5791200" y="3657600"/>
            <a:ext cx="3200400" cy="4572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latin typeface="Calibri" panose="020F0502020204030204" pitchFamily="34" charset="0"/>
              </a:rPr>
              <a:t>What is the output?</a:t>
            </a:r>
            <a:endParaRPr lang="en-US" altLang="zh-TW" sz="1600" b="0" dirty="0">
              <a:latin typeface="Calibri" panose="020F0502020204030204" pitchFamily="34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772275" y="2254248"/>
            <a:ext cx="2219325" cy="1143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sz="2000" dirty="0">
                <a:latin typeface="Consolas" panose="020B0609020204030204" pitchFamily="49" charset="0"/>
              </a:rPr>
              <a:t>3 2</a:t>
            </a:r>
          </a:p>
          <a:p>
            <a:r>
              <a:rPr lang="en-US" altLang="zh-TW" sz="2000" dirty="0">
                <a:latin typeface="Consolas" panose="020B0609020204030204" pitchFamily="49" charset="0"/>
              </a:rPr>
              <a:t>2 3</a:t>
            </a:r>
            <a:endParaRPr kumimoji="0" lang="en-US" altLang="zh-TW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38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4A17-F376-4619-BF9F-B5B4F8A1EBED}" type="slidenum">
              <a:rPr lang="zh-TW" altLang="en-US"/>
              <a:pPr/>
              <a:t>24</a:t>
            </a:fld>
            <a:endParaRPr lang="en-US" altLang="zh-TW"/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452438" y="990600"/>
            <a:ext cx="8605837" cy="1219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void foo(</a:t>
            </a: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x, </a:t>
            </a: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y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 {  </a:t>
            </a:r>
            <a:r>
              <a:rPr kumimoji="0"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Correct */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…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-4763" y="990600"/>
            <a:ext cx="461963" cy="1219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7413" name="Rectangle 17"/>
          <p:cNvSpPr>
            <a:spLocks noGrp="1" noChangeArrowheads="1"/>
          </p:cNvSpPr>
          <p:nvPr>
            <p:ph type="body" idx="4294967295"/>
          </p:nvPr>
        </p:nvSpPr>
        <p:spPr>
          <a:xfrm>
            <a:off x="138113" y="3733800"/>
            <a:ext cx="8726487" cy="2227262"/>
          </a:xfrm>
          <a:noFill/>
        </p:spPr>
        <p:txBody>
          <a:bodyPr>
            <a:normAutofit/>
          </a:bodyPr>
          <a:lstStyle/>
          <a:p>
            <a:r>
              <a:rPr lang="en-US" altLang="zh-TW" sz="2800" dirty="0">
                <a:cs typeface="Times New Roman" pitchFamily="18" charset="0"/>
              </a:rPr>
              <a:t>We need to clearly specify the data type for </a:t>
            </a:r>
            <a:r>
              <a:rPr lang="en-US" altLang="zh-TW" sz="2800" u="sng" dirty="0">
                <a:cs typeface="Times New Roman" pitchFamily="18" charset="0"/>
              </a:rPr>
              <a:t>every parameter</a:t>
            </a:r>
            <a:r>
              <a:rPr lang="en-US" altLang="zh-TW" sz="2800" dirty="0">
                <a:cs typeface="Times New Roman" pitchFamily="18" charset="0"/>
              </a:rPr>
              <a:t> even if multiple parameters are of the same type.</a:t>
            </a:r>
            <a:endParaRPr lang="en-US" altLang="zh-TW" sz="2400" dirty="0">
              <a:cs typeface="Times New Roman" pitchFamily="18" charset="0"/>
            </a:endParaRPr>
          </a:p>
        </p:txBody>
      </p:sp>
      <p:sp>
        <p:nvSpPr>
          <p:cNvPr id="17414" name="Rectangle 19"/>
          <p:cNvSpPr>
            <a:spLocks noChangeArrowheads="1"/>
          </p:cNvSpPr>
          <p:nvPr/>
        </p:nvSpPr>
        <p:spPr bwMode="auto">
          <a:xfrm>
            <a:off x="457200" y="2362200"/>
            <a:ext cx="8605838" cy="1219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void foo(</a:t>
            </a:r>
            <a:r>
              <a:rPr kumimoji="0" lang="en-US" altLang="zh-TW" sz="2000" b="0" dirty="0" err="1">
                <a:solidFill>
                  <a:srgbClr val="FF3300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</a:rPr>
              <a:t> x, y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 {      </a:t>
            </a:r>
            <a:r>
              <a:rPr kumimoji="0"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</a:rPr>
              <a:t>/* Incorrect */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…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415" name="Rectangle 20"/>
          <p:cNvSpPr>
            <a:spLocks noChangeArrowheads="1"/>
          </p:cNvSpPr>
          <p:nvPr/>
        </p:nvSpPr>
        <p:spPr bwMode="auto">
          <a:xfrm>
            <a:off x="0" y="2362200"/>
            <a:ext cx="461963" cy="1219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70337" y="76200"/>
            <a:ext cx="8997461" cy="838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70338" y="76200"/>
            <a:ext cx="8987938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2.6. Common Mistakes</a:t>
            </a:r>
          </a:p>
        </p:txBody>
      </p:sp>
    </p:spTree>
    <p:extLst>
      <p:ext uri="{BB962C8B-B14F-4D97-AF65-F5344CB8AC3E}">
        <p14:creationId xmlns:p14="http://schemas.microsoft.com/office/powerpoint/2010/main" val="1322589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9BA10-0F27-4190-A326-D4862C3CBFA6}" type="slidenum">
              <a:rPr lang="zh-TW" altLang="en-US"/>
              <a:pPr/>
              <a:t>25</a:t>
            </a:fld>
            <a:endParaRPr lang="en-US" altLang="zh-TW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76200"/>
            <a:ext cx="8839200" cy="914400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/>
              <a:t>3. Return Value</a:t>
            </a:r>
            <a:endParaRPr lang="zh-TW" altLang="en-US" dirty="0"/>
          </a:p>
        </p:txBody>
      </p:sp>
      <p:sp>
        <p:nvSpPr>
          <p:cNvPr id="537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143000"/>
            <a:ext cx="8686800" cy="4983165"/>
          </a:xfrm>
        </p:spPr>
        <p:txBody>
          <a:bodyPr/>
          <a:lstStyle/>
          <a:p>
            <a:r>
              <a:rPr lang="en-US" altLang="zh-TW" sz="2800" dirty="0"/>
              <a:t>How to return a value from a function to its caller?</a:t>
            </a:r>
          </a:p>
          <a:p>
            <a:endParaRPr lang="en-US" altLang="zh-TW" sz="2800" dirty="0"/>
          </a:p>
          <a:p>
            <a:r>
              <a:rPr lang="en-US" altLang="zh-TW" sz="2800" dirty="0"/>
              <a:t>How does the </a:t>
            </a:r>
            <a:r>
              <a:rPr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TW" sz="2800" dirty="0"/>
              <a:t> keyword affect the execution flow inside a function?</a:t>
            </a:r>
          </a:p>
        </p:txBody>
      </p:sp>
    </p:spTree>
    <p:extLst>
      <p:ext uri="{BB962C8B-B14F-4D97-AF65-F5344CB8AC3E}">
        <p14:creationId xmlns:p14="http://schemas.microsoft.com/office/powerpoint/2010/main" val="3130647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26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51689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cube(</a:t>
            </a: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x)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y;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y = x * x * x;</a:t>
            </a: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latin typeface="Consolas" panose="020B0609020204030204" pitchFamily="49" charset="0"/>
              </a:rPr>
              <a:t>y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result;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result = cube(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3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kumimoji="0" lang="en-US" altLang="zh-TW" sz="2000" b="0">
                <a:latin typeface="Consolas" panose="020B0609020204030204" pitchFamily="49" charset="0"/>
              </a:rPr>
              <a:t>(</a:t>
            </a:r>
            <a:r>
              <a:rPr kumimoji="0" lang="en-US" altLang="zh-TW" sz="2000" b="0">
                <a:solidFill>
                  <a:srgbClr val="3399FF"/>
                </a:solidFill>
                <a:latin typeface="Consolas" panose="020B0609020204030204" pitchFamily="49" charset="0"/>
              </a:rPr>
              <a:t>"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Cube of 3 is %d\n"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, result);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009999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516892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4763" y="6159524"/>
            <a:ext cx="4033837" cy="4191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0" lang="en-US" altLang="zh-TW" sz="2000" b="0" dirty="0">
                <a:latin typeface="Consolas" panose="020B0609020204030204" pitchFamily="49" charset="0"/>
              </a:rPr>
              <a:t>Cube of 3 is 27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3.1. Returning a Value From a Function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505200" y="1143000"/>
            <a:ext cx="5414963" cy="5334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kumimoji="0" lang="en-US" altLang="zh-TW" sz="2400" dirty="0">
                <a:solidFill>
                  <a:srgbClr val="000000"/>
                </a:solidFill>
              </a:rPr>
              <a:t>A function can return a value to its caller.</a:t>
            </a:r>
          </a:p>
        </p:txBody>
      </p:sp>
    </p:spTree>
    <p:extLst>
      <p:ext uri="{BB962C8B-B14F-4D97-AF65-F5344CB8AC3E}">
        <p14:creationId xmlns:p14="http://schemas.microsoft.com/office/powerpoint/2010/main" val="411898246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27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51689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cube(</a:t>
            </a: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x)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y;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y = x * x * x;</a:t>
            </a: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y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result;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result = cube(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3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"Cube of 3 is %d\n"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, result);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009999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516892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4763" y="6159524"/>
            <a:ext cx="4033837" cy="4191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0" lang="en-US" altLang="zh-TW" sz="2000" b="0" dirty="0">
                <a:latin typeface="Consolas" panose="020B0609020204030204" pitchFamily="49" charset="0"/>
              </a:rPr>
              <a:t>Cube of 3 is 27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3.1. Returning a Value From a Function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267200" y="1005795"/>
            <a:ext cx="4652963" cy="1200329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0" lang="en-US" altLang="zh-TW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400" dirty="0">
                <a:solidFill>
                  <a:srgbClr val="000000"/>
                </a:solidFill>
              </a:rPr>
              <a:t> indicates that </a:t>
            </a:r>
            <a:r>
              <a:rPr kumimoji="0"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cube()</a:t>
            </a:r>
            <a:r>
              <a:rPr kumimoji="0" lang="en-US" altLang="zh-TW" sz="2400" dirty="0">
                <a:solidFill>
                  <a:srgbClr val="000000"/>
                </a:solidFill>
              </a:rPr>
              <a:t> will return a value of type </a:t>
            </a:r>
            <a:r>
              <a:rPr kumimoji="0" lang="en-US" altLang="zh-TW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400" dirty="0">
                <a:solidFill>
                  <a:srgbClr val="000000"/>
                </a:solidFill>
              </a:rPr>
              <a:t> when </a:t>
            </a:r>
            <a:r>
              <a:rPr lang="en-US" altLang="zh-TW" sz="2400" dirty="0">
                <a:solidFill>
                  <a:srgbClr val="000000"/>
                </a:solidFill>
              </a:rPr>
              <a:t>the function</a:t>
            </a:r>
            <a:r>
              <a:rPr kumimoji="0" lang="en-US" altLang="zh-TW" sz="2400" dirty="0">
                <a:solidFill>
                  <a:srgbClr val="000000"/>
                </a:solidFill>
              </a:rPr>
              <a:t> finishes</a:t>
            </a:r>
            <a:r>
              <a:rPr lang="en-US" altLang="zh-TW" sz="2400" dirty="0">
                <a:solidFill>
                  <a:srgbClr val="000000"/>
                </a:solidFill>
              </a:rPr>
              <a:t> its execution.</a:t>
            </a:r>
            <a:endParaRPr kumimoji="0" lang="en-US" altLang="zh-TW" sz="2400" dirty="0">
              <a:solidFill>
                <a:srgbClr val="000000"/>
              </a:solidFill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H="1" flipV="1">
            <a:off x="2514600" y="2971800"/>
            <a:ext cx="12954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 flipH="1">
            <a:off x="1026886" y="1605959"/>
            <a:ext cx="3240314" cy="709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3810000" y="2849109"/>
            <a:ext cx="5236028" cy="156966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400" dirty="0">
                <a:solidFill>
                  <a:srgbClr val="000000"/>
                </a:solidFill>
              </a:rPr>
              <a:t> is a keyword that is used to specify the value to be returned to the caller. In this example, the value of 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zh-TW" sz="2400" dirty="0">
                <a:solidFill>
                  <a:srgbClr val="000000"/>
                </a:solidFill>
              </a:rPr>
              <a:t> is returned.</a:t>
            </a:r>
            <a:endParaRPr lang="en-US" altLang="zh-TW" sz="2400" dirty="0">
              <a:solidFill>
                <a:srgbClr val="0000CC"/>
              </a:solidFill>
            </a:endParaRP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381000" y="1676956"/>
            <a:ext cx="645886" cy="369332"/>
          </a:xfrm>
          <a:prstGeom prst="rect">
            <a:avLst/>
          </a:prstGeom>
          <a:noFill/>
          <a:ln w="25400">
            <a:solidFill>
              <a:srgbClr val="FF33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kumimoji="0" lang="zh-TW" altLang="en-US" dirty="0">
              <a:latin typeface="Calibri" panose="020F0502020204030204" pitchFamily="34" charset="0"/>
            </a:endParaRP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1026886" y="2716768"/>
            <a:ext cx="1487714" cy="369332"/>
          </a:xfrm>
          <a:prstGeom prst="rect">
            <a:avLst/>
          </a:prstGeom>
          <a:noFill/>
          <a:ln w="25400">
            <a:solidFill>
              <a:srgbClr val="FF33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kumimoji="0" lang="zh-TW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4649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4D77-FB20-4C78-8D9D-5BE8AEF86034}" type="slidenum">
              <a:rPr lang="zh-TW" altLang="en-US"/>
              <a:pPr/>
              <a:t>28</a:t>
            </a:fld>
            <a:endParaRPr lang="en-US" altLang="zh-TW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"/>
            <a:ext cx="9144000" cy="990600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dirty="0"/>
              <a:t>3.2. Defining a function that returns a value (Syntax)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199" y="1054781"/>
            <a:ext cx="8229600" cy="1655762"/>
          </a:xfr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return_type</a:t>
            </a:r>
            <a:r>
              <a:rPr lang="en-US" altLang="zh-TW" sz="2400" dirty="0">
                <a:latin typeface="Consolas" panose="020B0609020204030204" pitchFamily="49" charset="0"/>
              </a:rPr>
              <a:t> </a:t>
            </a:r>
            <a:r>
              <a:rPr lang="en-US" altLang="zh-TW" sz="2400" dirty="0" err="1">
                <a:latin typeface="Consolas" panose="020B0609020204030204" pitchFamily="49" charset="0"/>
              </a:rPr>
              <a:t>function_name</a:t>
            </a:r>
            <a:r>
              <a:rPr lang="en-US" altLang="zh-TW" sz="2400" dirty="0">
                <a:latin typeface="Consolas" panose="020B0609020204030204" pitchFamily="49" charset="0"/>
              </a:rPr>
              <a:t>( </a:t>
            </a:r>
            <a:r>
              <a:rPr lang="en-US" altLang="zh-TW" sz="2500" dirty="0" err="1">
                <a:latin typeface="Consolas" panose="020B0609020204030204" pitchFamily="49" charset="0"/>
              </a:rPr>
              <a:t>parameter_list</a:t>
            </a:r>
            <a:r>
              <a:rPr lang="en-US" altLang="zh-TW" sz="2500" dirty="0">
                <a:latin typeface="Consolas" panose="020B0609020204030204" pitchFamily="49" charset="0"/>
              </a:rPr>
              <a:t> </a:t>
            </a:r>
            <a:r>
              <a:rPr lang="en-US" altLang="zh-TW" sz="2400" dirty="0">
                <a:latin typeface="Consolas" panose="020B0609020204030204" pitchFamily="49" charset="0"/>
              </a:rPr>
              <a:t>) {</a:t>
            </a:r>
            <a:br>
              <a:rPr lang="en-US" altLang="zh-TW" sz="2400" dirty="0">
                <a:latin typeface="Consolas" panose="020B0609020204030204" pitchFamily="49" charset="0"/>
              </a:rPr>
            </a:br>
            <a:r>
              <a:rPr lang="en-US" altLang="zh-TW" sz="2400" dirty="0">
                <a:latin typeface="Consolas" panose="020B0609020204030204" pitchFamily="49" charset="0"/>
              </a:rPr>
              <a:t>  …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</a:rPr>
              <a:t>    </a:t>
            </a:r>
            <a:r>
              <a:rPr lang="en-US" altLang="zh-TW" sz="2400" dirty="0">
                <a:solidFill>
                  <a:srgbClr val="00800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400" dirty="0">
                <a:latin typeface="Consolas" panose="020B0609020204030204" pitchFamily="49" charset="0"/>
              </a:rPr>
              <a:t> </a:t>
            </a:r>
            <a:r>
              <a:rPr lang="en-US" altLang="zh-TW" sz="2400" dirty="0">
                <a:solidFill>
                  <a:schemeClr val="folHlink"/>
                </a:solidFill>
                <a:latin typeface="Consolas" panose="020B0609020204030204" pitchFamily="49" charset="0"/>
              </a:rPr>
              <a:t>expression</a:t>
            </a:r>
            <a:r>
              <a:rPr lang="en-US" altLang="zh-TW" sz="2400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152400" y="2743200"/>
            <a:ext cx="8839199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6125" indent="-288925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457200" indent="-4572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zh-TW" sz="28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return_type</a:t>
            </a:r>
            <a:endParaRPr kumimoji="0" lang="en-US" altLang="zh-TW" sz="2800" b="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2400" b="0" u="sng" dirty="0">
                <a:latin typeface="Calibri" panose="020F0502020204030204" pitchFamily="34" charset="0"/>
              </a:rPr>
              <a:t>Data t</a:t>
            </a:r>
            <a:r>
              <a:rPr kumimoji="0" lang="en-US" altLang="zh-TW" sz="2400" b="0" u="sng" dirty="0">
                <a:latin typeface="Calibri" panose="020F0502020204030204" pitchFamily="34" charset="0"/>
              </a:rPr>
              <a:t>ype</a:t>
            </a:r>
            <a:r>
              <a:rPr kumimoji="0" lang="en-US" altLang="zh-TW" sz="2400" b="0" dirty="0">
                <a:latin typeface="Calibri" panose="020F0502020204030204" pitchFamily="34" charset="0"/>
              </a:rPr>
              <a:t> of data to be returned by the function</a:t>
            </a: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zh-TW" sz="2400" b="0" dirty="0">
                <a:latin typeface="Calibri" panose="020F0502020204030204" pitchFamily="34" charset="0"/>
              </a:rPr>
              <a:t>Use </a:t>
            </a:r>
            <a:r>
              <a:rPr kumimoji="0"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400" b="0" dirty="0">
                <a:latin typeface="Calibri" panose="020F0502020204030204" pitchFamily="34" charset="0"/>
              </a:rPr>
              <a:t> if a function does not return a value</a:t>
            </a: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kumimoji="0" lang="en-US" altLang="zh-TW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zh-TW" sz="2800" b="0" dirty="0">
                <a:solidFill>
                  <a:srgbClr val="008000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8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800" b="0" dirty="0">
                <a:solidFill>
                  <a:schemeClr val="folHlink"/>
                </a:solidFill>
                <a:latin typeface="Consolas" panose="020B0609020204030204" pitchFamily="49" charset="0"/>
              </a:rPr>
              <a:t>expression</a:t>
            </a:r>
            <a:endParaRPr kumimoji="0" lang="en-US" altLang="zh-TW" sz="2900" b="0" dirty="0">
              <a:latin typeface="Calibri" panose="020F0502020204030204" pitchFamily="34" charset="0"/>
            </a:endParaRP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zh-TW" sz="2400" b="0" dirty="0">
                <a:solidFill>
                  <a:srgbClr val="008000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400" b="0" dirty="0">
                <a:latin typeface="Calibri" panose="020F0502020204030204" pitchFamily="34" charset="0"/>
              </a:rPr>
              <a:t> is a keyword.</a:t>
            </a: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zh-TW" sz="2400" b="0" dirty="0">
                <a:latin typeface="Calibri" panose="020F0502020204030204" pitchFamily="34" charset="0"/>
              </a:rPr>
              <a:t>When this statement is executed, the value of </a:t>
            </a:r>
            <a:r>
              <a:rPr kumimoji="0" lang="en-US" altLang="zh-TW" sz="2400" b="0" dirty="0">
                <a:solidFill>
                  <a:schemeClr val="folHlink"/>
                </a:solidFill>
                <a:latin typeface="Consolas" panose="020B0609020204030204" pitchFamily="49" charset="0"/>
              </a:rPr>
              <a:t>expression</a:t>
            </a:r>
            <a:r>
              <a:rPr kumimoji="0" lang="en-US" altLang="zh-TW" sz="2400" b="0" dirty="0">
                <a:latin typeface="Calibri" panose="020F0502020204030204" pitchFamily="34" charset="0"/>
              </a:rPr>
              <a:t> is returned to the caller.</a:t>
            </a:r>
          </a:p>
        </p:txBody>
      </p:sp>
    </p:spTree>
    <p:extLst>
      <p:ext uri="{BB962C8B-B14F-4D97-AF65-F5344CB8AC3E}">
        <p14:creationId xmlns:p14="http://schemas.microsoft.com/office/powerpoint/2010/main" val="372380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DE92-83A0-4030-9AAE-594FB7FDFDF9}" type="slidenum">
              <a:rPr lang="zh-TW" altLang="en-US"/>
              <a:pPr/>
              <a:t>29</a:t>
            </a:fld>
            <a:endParaRPr lang="en-US" altLang="zh-TW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762000"/>
          </a:xfrm>
          <a:noFill/>
        </p:spPr>
        <p:txBody>
          <a:bodyPr anchor="t">
            <a:normAutofit fontScale="90000"/>
          </a:bodyPr>
          <a:lstStyle/>
          <a:p>
            <a:pPr algn="l"/>
            <a:r>
              <a:rPr lang="en-US" altLang="zh-TW" sz="3600" dirty="0"/>
              <a:t>3.3. Evaluating an expression containing function calls</a:t>
            </a: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475214" y="1708150"/>
            <a:ext cx="76200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x = </a:t>
            </a:r>
            <a:r>
              <a:rPr kumimoji="0" lang="en-US" altLang="zh-TW" sz="2000" b="0" dirty="0">
                <a:solidFill>
                  <a:srgbClr val="FF33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cube(1)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+ cube(2) * cube(3);</a:t>
            </a:r>
          </a:p>
        </p:txBody>
      </p:sp>
      <p:sp>
        <p:nvSpPr>
          <p:cNvPr id="22533" name="Rectangle 8"/>
          <p:cNvSpPr>
            <a:spLocks noChangeArrowheads="1"/>
          </p:cNvSpPr>
          <p:nvPr/>
        </p:nvSpPr>
        <p:spPr bwMode="auto">
          <a:xfrm>
            <a:off x="261938" y="1066800"/>
            <a:ext cx="8534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sz="2800" b="0" dirty="0">
                <a:solidFill>
                  <a:srgbClr val="000000"/>
                </a:solidFill>
                <a:latin typeface="Calibri" panose="020F0502020204030204" pitchFamily="34" charset="0"/>
              </a:rPr>
              <a:t>Functions are called first if they are part of an expression.</a:t>
            </a:r>
          </a:p>
        </p:txBody>
      </p:sp>
      <p:sp>
        <p:nvSpPr>
          <p:cNvPr id="22534" name="Rectangle 9"/>
          <p:cNvSpPr>
            <a:spLocks noChangeArrowheads="1"/>
          </p:cNvSpPr>
          <p:nvPr/>
        </p:nvSpPr>
        <p:spPr bwMode="auto">
          <a:xfrm>
            <a:off x="475214" y="2432050"/>
            <a:ext cx="76200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x = 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+ </a:t>
            </a:r>
            <a:r>
              <a:rPr kumimoji="0" lang="en-US" altLang="zh-TW" sz="2000" b="0" dirty="0">
                <a:solidFill>
                  <a:srgbClr val="FF33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cube(2)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* cube(3);</a:t>
            </a:r>
          </a:p>
        </p:txBody>
      </p:sp>
      <p:sp>
        <p:nvSpPr>
          <p:cNvPr id="22535" name="Rectangle 10"/>
          <p:cNvSpPr>
            <a:spLocks noChangeArrowheads="1"/>
          </p:cNvSpPr>
          <p:nvPr/>
        </p:nvSpPr>
        <p:spPr bwMode="auto">
          <a:xfrm>
            <a:off x="475214" y="3079750"/>
            <a:ext cx="76200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x = 1 + </a:t>
            </a:r>
            <a:r>
              <a:rPr kumimoji="0"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8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* </a:t>
            </a:r>
            <a:r>
              <a:rPr kumimoji="0" lang="en-US" altLang="zh-TW" sz="2000" b="0" dirty="0">
                <a:solidFill>
                  <a:srgbClr val="FF33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cube(3)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2536" name="Rectangle 12"/>
          <p:cNvSpPr>
            <a:spLocks noChangeArrowheads="1"/>
          </p:cNvSpPr>
          <p:nvPr/>
        </p:nvSpPr>
        <p:spPr bwMode="auto">
          <a:xfrm>
            <a:off x="475214" y="3765550"/>
            <a:ext cx="76200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x = 1 + </a:t>
            </a:r>
            <a:r>
              <a:rPr kumimoji="0"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</a:rPr>
              <a:t>8 * </a:t>
            </a:r>
            <a:r>
              <a:rPr kumimoji="0" lang="en-US" altLang="zh-TW" sz="2000" b="0" dirty="0">
                <a:solidFill>
                  <a:srgbClr val="FF33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27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2537" name="Rectangle 13"/>
          <p:cNvSpPr>
            <a:spLocks noChangeArrowheads="1"/>
          </p:cNvSpPr>
          <p:nvPr/>
        </p:nvSpPr>
        <p:spPr bwMode="auto">
          <a:xfrm>
            <a:off x="475214" y="4451350"/>
            <a:ext cx="76200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x = </a:t>
            </a:r>
            <a:r>
              <a:rPr kumimoji="0"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</a:rPr>
              <a:t>1 + 216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2538" name="Rectangle 14"/>
          <p:cNvSpPr>
            <a:spLocks noChangeArrowheads="1"/>
          </p:cNvSpPr>
          <p:nvPr/>
        </p:nvSpPr>
        <p:spPr bwMode="auto">
          <a:xfrm>
            <a:off x="475214" y="5137150"/>
            <a:ext cx="76200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x = 217;</a:t>
            </a:r>
          </a:p>
        </p:txBody>
      </p:sp>
      <p:sp>
        <p:nvSpPr>
          <p:cNvPr id="22539" name="Rectangle 19"/>
          <p:cNvSpPr>
            <a:spLocks noChangeArrowheads="1"/>
          </p:cNvSpPr>
          <p:nvPr/>
        </p:nvSpPr>
        <p:spPr bwMode="auto">
          <a:xfrm>
            <a:off x="475214" y="5674667"/>
            <a:ext cx="73404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Note: some compilers call the functions from right to left.</a:t>
            </a:r>
          </a:p>
        </p:txBody>
      </p:sp>
      <p:sp>
        <p:nvSpPr>
          <p:cNvPr id="2" name="Down Arrow 1"/>
          <p:cNvSpPr/>
          <p:nvPr/>
        </p:nvSpPr>
        <p:spPr>
          <a:xfrm rot="440998">
            <a:off x="1161557" y="2111821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 rot="440998">
            <a:off x="1694958" y="2847431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 rot="440998">
            <a:off x="2380757" y="3489245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 rot="440998">
            <a:off x="1881425" y="4157911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 rot="440998">
            <a:off x="1313958" y="4890171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133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43AB-AF1F-4038-9F8C-669288AE7BB3}" type="slidenum">
              <a:rPr lang="zh-TW" altLang="en-US"/>
              <a:pPr/>
              <a:t>30</a:t>
            </a:fld>
            <a:endParaRPr lang="en-US" altLang="zh-TW"/>
          </a:p>
        </p:txBody>
      </p:sp>
      <p:sp>
        <p:nvSpPr>
          <p:cNvPr id="2355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0337" y="76200"/>
            <a:ext cx="8849825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4. Interrupting Control Flow with </a:t>
            </a:r>
            <a:r>
              <a:rPr lang="en-US" altLang="zh-TW" sz="4000" dirty="0">
                <a:solidFill>
                  <a:srgbClr val="0070C0"/>
                </a:solidFill>
                <a:latin typeface="Consolas"/>
                <a:ea typeface="新細明體"/>
              </a:rPr>
              <a:t>return</a:t>
            </a:r>
            <a:r>
              <a:rPr lang="en-US" altLang="zh-TW" sz="4000" dirty="0">
                <a:solidFill>
                  <a:srgbClr val="0070C0"/>
                </a:solidFill>
                <a:ea typeface="新細明體"/>
              </a:rPr>
              <a:t> </a:t>
            </a:r>
            <a:endParaRPr lang="en-US" altLang="zh-TW" sz="4000" dirty="0">
              <a:solidFill>
                <a:srgbClr val="0070C0"/>
              </a:solidFill>
            </a:endParaRPr>
          </a:p>
        </p:txBody>
      </p:sp>
      <p:sp>
        <p:nvSpPr>
          <p:cNvPr id="2355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0338" y="1066800"/>
            <a:ext cx="9073662" cy="13716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A </a:t>
            </a:r>
            <a:r>
              <a:rPr lang="en-US" altLang="zh-TW" b="1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statement can also force an execution to leave a function and return to its caller immediately.</a:t>
            </a:r>
            <a:endParaRPr lang="en-US" altLang="zh-TW" sz="1300" dirty="0"/>
          </a:p>
        </p:txBody>
      </p:sp>
      <p:sp>
        <p:nvSpPr>
          <p:cNvPr id="23567" name="Rectangle 14"/>
          <p:cNvSpPr>
            <a:spLocks noChangeArrowheads="1"/>
          </p:cNvSpPr>
          <p:nvPr/>
        </p:nvSpPr>
        <p:spPr bwMode="auto">
          <a:xfrm>
            <a:off x="228601" y="2667000"/>
            <a:ext cx="3733800" cy="26749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min(</a:t>
            </a: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x, </a:t>
            </a: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y) { 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(x &gt; y)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y;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endParaRPr kumimoji="0" lang="en-US" altLang="zh-TW" sz="2000" b="0" dirty="0">
              <a:solidFill>
                <a:srgbClr val="0066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x;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44751" name="Rectangle 15"/>
          <p:cNvSpPr>
            <a:spLocks noChangeArrowheads="1"/>
          </p:cNvSpPr>
          <p:nvPr/>
        </p:nvSpPr>
        <p:spPr bwMode="auto">
          <a:xfrm>
            <a:off x="4114800" y="2671309"/>
            <a:ext cx="4805363" cy="2670629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When "</a:t>
            </a:r>
            <a:r>
              <a:rPr kumimoji="0"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y</a:t>
            </a:r>
            <a:r>
              <a:rPr kumimoji="0"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" is executed, execution immediately stops in </a:t>
            </a:r>
            <a:r>
              <a:rPr kumimoji="0"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min()</a:t>
            </a:r>
            <a:r>
              <a:rPr kumimoji="0"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 and resumes at its caller. </a:t>
            </a:r>
          </a:p>
          <a:p>
            <a:endParaRPr kumimoji="0" lang="en-US" altLang="zh-TW" sz="24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I</a:t>
            </a:r>
            <a:r>
              <a:rPr kumimoji="0"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n this example, if "</a:t>
            </a:r>
            <a:r>
              <a:rPr kumimoji="0" lang="en-US" altLang="zh-TW" sz="2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 &gt; y</a:t>
            </a:r>
            <a:r>
              <a:rPr kumimoji="0"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" is true, "</a:t>
            </a:r>
            <a:r>
              <a:rPr kumimoji="0"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return x</a:t>
            </a:r>
            <a:r>
              <a:rPr kumimoji="0"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" will </a:t>
            </a:r>
            <a:r>
              <a:rPr kumimoji="0" lang="en-US" altLang="zh-TW" sz="2400" dirty="0">
                <a:solidFill>
                  <a:srgbClr val="FF0000"/>
                </a:solidFill>
                <a:latin typeface="Calibri" panose="020F0502020204030204" pitchFamily="34" charset="0"/>
              </a:rPr>
              <a:t>not</a:t>
            </a:r>
            <a:r>
              <a:rPr kumimoji="0"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 be executed.</a:t>
            </a:r>
          </a:p>
        </p:txBody>
      </p:sp>
    </p:spTree>
    <p:extLst>
      <p:ext uri="{BB962C8B-B14F-4D97-AF65-F5344CB8AC3E}">
        <p14:creationId xmlns:p14="http://schemas.microsoft.com/office/powerpoint/2010/main" val="23771410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5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4.1.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a function that accepts a month and a year as parameters, and returns the number of days in the given month and year.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88298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4762" y="990600"/>
            <a:ext cx="490538" cy="51800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76200"/>
            <a:ext cx="8763000" cy="838200"/>
          </a:xfrm>
        </p:spPr>
        <p:txBody>
          <a:bodyPr>
            <a:normAutofit/>
          </a:bodyPr>
          <a:lstStyle/>
          <a:p>
            <a:pPr algn="l"/>
            <a:r>
              <a:rPr lang="en-US" altLang="zh-TW" sz="4000" dirty="0">
                <a:ea typeface="新細明體"/>
              </a:rPr>
              <a:t>4.1. Example (with multiple </a:t>
            </a:r>
            <a:r>
              <a:rPr lang="en-US" altLang="zh-TW" sz="4000" b="1" dirty="0">
                <a:latin typeface="Consolas"/>
                <a:ea typeface="新細明體"/>
              </a:rPr>
              <a:t>return</a:t>
            </a:r>
            <a:r>
              <a:rPr lang="en-US" altLang="zh-TW" sz="4000" dirty="0">
                <a:ea typeface="新細明體"/>
              </a:rPr>
              <a:t>’s)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495300" y="990601"/>
            <a:ext cx="8648700" cy="51800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Returns # of days in a particular month */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daysPerMonth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m,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y)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(m == 1 || m == 3 || m == 5 ||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   m == 7 || m == 8 || m == 10 || m == 12)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  </a:t>
            </a:r>
            <a:r>
              <a:rPr kumimoji="0"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 31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(m == 4 || m == 6 || m == 9 || m == 11)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  </a:t>
            </a:r>
            <a:r>
              <a:rPr kumimoji="0"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 30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  /* if y is a leap year */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(…)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  </a:t>
            </a:r>
            <a:r>
              <a:rPr kumimoji="0"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 29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</a:t>
            </a:r>
            <a:r>
              <a:rPr kumimoji="0"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 28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44751" name="Rectangle 15"/>
          <p:cNvSpPr>
            <a:spLocks noChangeArrowheads="1"/>
          </p:cNvSpPr>
          <p:nvPr/>
        </p:nvSpPr>
        <p:spPr bwMode="auto">
          <a:xfrm>
            <a:off x="4724400" y="5338762"/>
            <a:ext cx="4195762" cy="83185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Only one of the "return" statements will be executed.</a:t>
            </a:r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>
            <a:off x="250031" y="2590800"/>
            <a:ext cx="685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250031" y="3581400"/>
            <a:ext cx="685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250031" y="4876800"/>
            <a:ext cx="685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250031" y="5562600"/>
            <a:ext cx="685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C0DACCF5-318B-40BC-9270-DD644A4E4419}" type="slidenum">
              <a:rPr lang="zh-TW" altLang="en-US"/>
              <a:pPr/>
              <a:t>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6178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762" y="990600"/>
            <a:ext cx="490538" cy="546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  <a:endParaRPr kumimoji="0" lang="en-US" altLang="zh-TW" sz="2000" b="0" dirty="0">
              <a:solidFill>
                <a:srgbClr val="5F5F5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CCF5-318B-40BC-9270-DD644A4E4419}" type="slidenum">
              <a:rPr lang="zh-TW" altLang="en-US"/>
              <a:pPr/>
              <a:t>33</a:t>
            </a:fld>
            <a:endParaRPr lang="en-US" altLang="zh-TW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76200"/>
            <a:ext cx="8839200" cy="838200"/>
          </a:xfrm>
        </p:spPr>
        <p:txBody>
          <a:bodyPr>
            <a:normAutofit/>
          </a:bodyPr>
          <a:lstStyle/>
          <a:p>
            <a:pPr algn="l"/>
            <a:r>
              <a:rPr lang="en-US" altLang="zh-TW" sz="4000" dirty="0">
                <a:ea typeface="新細明體"/>
              </a:rPr>
              <a:t>4.1. Example (with only one </a:t>
            </a:r>
            <a:r>
              <a:rPr lang="en-US" altLang="zh-TW" sz="4000" b="1" dirty="0">
                <a:latin typeface="Consolas"/>
                <a:ea typeface="新細明體"/>
              </a:rPr>
              <a:t>return</a:t>
            </a:r>
            <a:r>
              <a:rPr lang="en-US" altLang="zh-TW" sz="4000" dirty="0">
                <a:ea typeface="新細明體"/>
              </a:rPr>
              <a:t>)</a:t>
            </a: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495300" y="990600"/>
            <a:ext cx="8648700" cy="546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Returns # of days in a particular month */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daysPerMonth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m,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y)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days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(m == 1 || m == 3 || m == 5 ||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   m == 7 || m == 8 || m == 10 || m == 12)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  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days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= 31;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(m == 4 || m == 6 || m == 9 || m == 11)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  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days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= 30;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(…) </a:t>
            </a:r>
            <a:r>
              <a:rPr kumimoji="0"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if y is a leap year */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  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days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= 29;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  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days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= 28;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</a:t>
            </a:r>
            <a:r>
              <a:rPr kumimoji="0"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 days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44751" name="Rectangle 15"/>
          <p:cNvSpPr>
            <a:spLocks noChangeArrowheads="1"/>
          </p:cNvSpPr>
          <p:nvPr/>
        </p:nvSpPr>
        <p:spPr bwMode="auto">
          <a:xfrm>
            <a:off x="3429000" y="4889500"/>
            <a:ext cx="5715000" cy="15621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A function is easier to debug if there is only one </a:t>
            </a:r>
            <a:r>
              <a:rPr kumimoji="0"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 statement because we know exactly where an execution leaves the function.</a:t>
            </a:r>
          </a:p>
        </p:txBody>
      </p:sp>
      <p:sp>
        <p:nvSpPr>
          <p:cNvPr id="53257" name="Line 9"/>
          <p:cNvSpPr>
            <a:spLocks noChangeShapeType="1"/>
          </p:cNvSpPr>
          <p:nvPr/>
        </p:nvSpPr>
        <p:spPr bwMode="auto">
          <a:xfrm>
            <a:off x="152400" y="5943600"/>
            <a:ext cx="685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099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5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CFDF-AC26-4449-8B73-48655BFD774F}" type="slidenum">
              <a:rPr lang="zh-TW" altLang="en-US"/>
              <a:pPr/>
              <a:t>34</a:t>
            </a:fld>
            <a:endParaRPr lang="en-US" altLang="zh-TW"/>
          </a:p>
        </p:txBody>
      </p:sp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ea typeface="新細明體"/>
              </a:rPr>
              <a:t>4.2. Using </a:t>
            </a:r>
            <a:r>
              <a:rPr lang="en-US" altLang="zh-TW" sz="3600" dirty="0">
                <a:solidFill>
                  <a:srgbClr val="0070C0"/>
                </a:solidFill>
                <a:latin typeface="Consolas"/>
                <a:ea typeface="新細明體"/>
              </a:rPr>
              <a:t>return</a:t>
            </a:r>
            <a:r>
              <a:rPr lang="en-US" altLang="zh-TW" sz="3600" dirty="0">
                <a:solidFill>
                  <a:srgbClr val="0070C0"/>
                </a:solidFill>
                <a:ea typeface="新細明體"/>
              </a:rPr>
              <a:t> </a:t>
            </a:r>
            <a:r>
              <a:rPr lang="en-US" altLang="zh-TW" sz="3600" dirty="0">
                <a:ea typeface="新細明體"/>
              </a:rPr>
              <a:t>without a returning value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338" y="1066800"/>
            <a:ext cx="8921262" cy="990600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When the function return type is </a:t>
            </a: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800" dirty="0"/>
              <a:t>, we can use </a:t>
            </a: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800" dirty="0"/>
              <a:t> without a return value.</a:t>
            </a:r>
          </a:p>
        </p:txBody>
      </p:sp>
      <p:sp>
        <p:nvSpPr>
          <p:cNvPr id="123908" name="Text Box 4"/>
          <p:cNvSpPr txBox="1">
            <a:spLocks noChangeArrowheads="1"/>
          </p:cNvSpPr>
          <p:nvPr/>
        </p:nvSpPr>
        <p:spPr bwMode="auto">
          <a:xfrm>
            <a:off x="685799" y="2098298"/>
            <a:ext cx="7520007" cy="31700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2000" dirty="0">
                <a:latin typeface="Consolas" panose="020B0609020204030204" pitchFamily="49" charset="0"/>
              </a:rPr>
              <a:t> </a:t>
            </a:r>
            <a:r>
              <a:rPr lang="en-US" altLang="zh-TW" sz="2000" dirty="0" err="1">
                <a:latin typeface="Consolas" panose="020B0609020204030204" pitchFamily="49" charset="0"/>
              </a:rPr>
              <a:t>askSomething</a:t>
            </a:r>
            <a:r>
              <a:rPr lang="en-US" altLang="zh-TW" sz="2000" dirty="0">
                <a:latin typeface="Consolas" panose="020B0609020204030204" pitchFamily="49" charset="0"/>
              </a:rPr>
              <a:t>( </a:t>
            </a: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</a:rPr>
              <a:t> code ) {</a:t>
            </a:r>
          </a:p>
          <a:p>
            <a:r>
              <a:rPr lang="en-US" altLang="zh-TW" sz="2000" dirty="0">
                <a:latin typeface="Consolas" panose="020B0609020204030204" pitchFamily="49" charset="0"/>
              </a:rPr>
              <a:t> 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dirty="0">
                <a:latin typeface="Consolas" panose="020B0609020204030204" pitchFamily="49" charset="0"/>
              </a:rPr>
              <a:t> (code != 7) {</a:t>
            </a:r>
          </a:p>
          <a:p>
            <a:r>
              <a:rPr lang="en-US" altLang="zh-TW" sz="2000" dirty="0">
                <a:latin typeface="Consolas" panose="020B0609020204030204" pitchFamily="49" charset="0"/>
              </a:rPr>
              <a:t>      </a:t>
            </a:r>
            <a:r>
              <a:rPr lang="en-US" altLang="zh-TW" sz="200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>
                <a:solidFill>
                  <a:srgbClr val="3399FF"/>
                </a:solidFill>
                <a:latin typeface="Consolas" panose="020B0609020204030204" pitchFamily="49" charset="0"/>
              </a:rPr>
              <a:t>"Who are you?\n"</a:t>
            </a:r>
            <a:r>
              <a:rPr lang="en-US" altLang="zh-TW" sz="20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TW" sz="2000" dirty="0">
                <a:latin typeface="Consolas" panose="020B0609020204030204" pitchFamily="49" charset="0"/>
              </a:rPr>
              <a:t>    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latin typeface="Consolas" panose="020B0609020204030204" pitchFamily="49" charset="0"/>
              </a:rPr>
              <a:t>;   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</a:rPr>
              <a:t>/* Leave the function immediately */</a:t>
            </a:r>
          </a:p>
          <a:p>
            <a:r>
              <a:rPr lang="en-US" altLang="zh-TW" sz="2000" dirty="0">
                <a:latin typeface="Consolas" panose="020B0609020204030204" pitchFamily="49" charset="0"/>
              </a:rPr>
              <a:t>   }</a:t>
            </a:r>
          </a:p>
          <a:p>
            <a:endParaRPr lang="en-US" altLang="zh-TW" sz="2000" dirty="0">
              <a:latin typeface="Consolas" panose="020B0609020204030204" pitchFamily="49" charset="0"/>
            </a:endParaRPr>
          </a:p>
          <a:p>
            <a:r>
              <a:rPr lang="en-US" altLang="zh-TW" sz="2000" dirty="0">
                <a:latin typeface="Consolas" panose="020B0609020204030204" pitchFamily="49" charset="0"/>
              </a:rPr>
              <a:t>   </a:t>
            </a:r>
            <a:r>
              <a:rPr lang="en-US" altLang="zh-TW" sz="200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>
                <a:solidFill>
                  <a:srgbClr val="3399FF"/>
                </a:solidFill>
                <a:latin typeface="Consolas" panose="020B0609020204030204" pitchFamily="49" charset="0"/>
              </a:rPr>
              <a:t>"How are you today, James?\n"</a:t>
            </a:r>
            <a:r>
              <a:rPr lang="en-US" altLang="zh-TW" sz="2000" dirty="0">
                <a:latin typeface="Consolas" panose="020B0609020204030204" pitchFamily="49" charset="0"/>
              </a:rPr>
              <a:t>);</a:t>
            </a:r>
          </a:p>
          <a:p>
            <a:endParaRPr lang="en-US" altLang="zh-TW" sz="2000" dirty="0">
              <a:latin typeface="Consolas" panose="020B0609020204030204" pitchFamily="49" charset="0"/>
            </a:endParaRPr>
          </a:p>
          <a:p>
            <a:r>
              <a:rPr lang="en-US" altLang="zh-TW" sz="2000" dirty="0">
                <a:latin typeface="Consolas" panose="020B0609020204030204" pitchFamily="49" charset="0"/>
              </a:rPr>
              <a:t>   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2000" dirty="0">
                <a:latin typeface="Consolas" panose="020B0609020204030204" pitchFamily="49" charset="0"/>
              </a:rPr>
              <a:t>   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</a:rPr>
              <a:t>/* This return statement is optional */</a:t>
            </a:r>
          </a:p>
          <a:p>
            <a:r>
              <a:rPr lang="en-US" altLang="zh-TW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3909" name="AutoShape 5"/>
          <p:cNvSpPr>
            <a:spLocks noChangeArrowheads="1"/>
          </p:cNvSpPr>
          <p:nvPr/>
        </p:nvSpPr>
        <p:spPr bwMode="auto">
          <a:xfrm>
            <a:off x="2137228" y="5105400"/>
            <a:ext cx="6072207" cy="919401"/>
          </a:xfrm>
          <a:prstGeom prst="wedgeRoundRectCallout">
            <a:avLst>
              <a:gd name="adj1" fmla="val -59802"/>
              <a:gd name="adj2" fmla="val -56726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TW" sz="2400" u="sng" dirty="0"/>
              <a:t>If the return type is </a:t>
            </a:r>
            <a:r>
              <a:rPr lang="en-US" altLang="zh-TW" sz="2400" b="1" u="sng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400" dirty="0"/>
              <a:t>, placing a return as the last statement is optional (it is implied).</a:t>
            </a:r>
          </a:p>
        </p:txBody>
      </p:sp>
    </p:spTree>
    <p:extLst>
      <p:ext uri="{BB962C8B-B14F-4D97-AF65-F5344CB8AC3E}">
        <p14:creationId xmlns:p14="http://schemas.microsoft.com/office/powerpoint/2010/main" val="595352971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8EC0-4457-4D81-A460-8ED34E5B35BC}" type="slidenum">
              <a:rPr lang="zh-TW" altLang="en-US"/>
              <a:pPr/>
              <a:t>35</a:t>
            </a:fld>
            <a:endParaRPr lang="en-US" altLang="zh-TW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 fontScale="90000"/>
          </a:bodyPr>
          <a:lstStyle/>
          <a:p>
            <a:r>
              <a:rPr lang="en-US" altLang="zh-TW" sz="4000" dirty="0">
                <a:ea typeface="新細明體"/>
              </a:rPr>
              <a:t>4.3. Additional info about returning a value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338" y="1143000"/>
            <a:ext cx="8932985" cy="5029200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A function can return only </a:t>
            </a:r>
            <a:r>
              <a:rPr lang="en-US" altLang="zh-TW" sz="2800" u="sng" dirty="0"/>
              <a:t>one value of a specific data type</a:t>
            </a:r>
            <a:r>
              <a:rPr lang="en-US" altLang="zh-TW" sz="2800" dirty="0"/>
              <a:t>.</a:t>
            </a:r>
          </a:p>
          <a:p>
            <a:pPr lvl="4"/>
            <a:endParaRPr lang="en-US" altLang="zh-TW" sz="1800" dirty="0"/>
          </a:p>
          <a:p>
            <a:r>
              <a:rPr lang="en-US" altLang="zh-TW" sz="2800" dirty="0"/>
              <a:t>If a function’s return type is not </a:t>
            </a:r>
            <a:r>
              <a:rPr lang="en-US" altLang="zh-TW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800" dirty="0"/>
              <a:t>, then all paths leaving the function must return a value that matches the return type.</a:t>
            </a: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402545" y="4267200"/>
            <a:ext cx="4416594" cy="14465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reciprocal(</a:t>
            </a: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solidFill>
                  <a:srgbClr val="0066FF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x)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(x != 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  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1.0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/ x;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7830" name="Rectangle 6"/>
          <p:cNvSpPr>
            <a:spLocks noChangeArrowheads="1"/>
          </p:cNvSpPr>
          <p:nvPr/>
        </p:nvSpPr>
        <p:spPr bwMode="auto">
          <a:xfrm>
            <a:off x="5029200" y="4259036"/>
            <a:ext cx="3962400" cy="156966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kumimoji="0" lang="en-US" altLang="zh-TW" sz="2400" dirty="0"/>
              <a:t>If </a:t>
            </a:r>
            <a:r>
              <a:rPr kumimoji="0" lang="en-US" altLang="zh-TW" sz="2400" dirty="0">
                <a:latin typeface="Consolas" panose="020B0609020204030204" pitchFamily="49" charset="0"/>
              </a:rPr>
              <a:t>x</a:t>
            </a:r>
            <a:r>
              <a:rPr kumimoji="0" lang="en-US" altLang="zh-TW" sz="2400" dirty="0"/>
              <a:t> is 0, then an undefined value is returned. </a:t>
            </a:r>
          </a:p>
          <a:p>
            <a:pPr eaLnBrk="0" hangingPunct="0"/>
            <a:endParaRPr kumimoji="0" lang="en-US" altLang="zh-TW" sz="2400" dirty="0"/>
          </a:p>
          <a:p>
            <a:pPr eaLnBrk="0" hangingPunct="0"/>
            <a:r>
              <a:rPr kumimoji="0" lang="en-US" altLang="zh-TW" sz="2400" dirty="0"/>
              <a:t>Compiler may warn.</a:t>
            </a:r>
          </a:p>
        </p:txBody>
      </p:sp>
    </p:spTree>
    <p:extLst>
      <p:ext uri="{BB962C8B-B14F-4D97-AF65-F5344CB8AC3E}">
        <p14:creationId xmlns:p14="http://schemas.microsoft.com/office/powerpoint/2010/main" val="319461034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18ED9-DB91-4A3F-A9A2-DF0DB86C56B4}" type="slidenum">
              <a:rPr lang="zh-TW" altLang="en-US"/>
              <a:pPr/>
              <a:t>36</a:t>
            </a:fld>
            <a:endParaRPr lang="en-US" altLang="zh-TW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" y="0"/>
            <a:ext cx="8915400" cy="914400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>
                <a:ea typeface="新細明體"/>
              </a:rPr>
              <a:t>5. Function Prototypes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143000"/>
            <a:ext cx="8534400" cy="4983165"/>
          </a:xfrm>
        </p:spPr>
        <p:txBody>
          <a:bodyPr/>
          <a:lstStyle/>
          <a:p>
            <a:r>
              <a:rPr lang="en-US" altLang="zh-TW" dirty="0"/>
              <a:t>Also known as</a:t>
            </a:r>
            <a:r>
              <a:rPr lang="en-US" altLang="zh-TW" i="1" dirty="0"/>
              <a:t> </a:t>
            </a:r>
            <a:r>
              <a:rPr lang="en-US" altLang="zh-TW" i="1" dirty="0">
                <a:solidFill>
                  <a:srgbClr val="0070C0"/>
                </a:solidFill>
              </a:rPr>
              <a:t>function declarations</a:t>
            </a:r>
          </a:p>
          <a:p>
            <a:endParaRPr lang="en-US" altLang="zh-TW" i="1" dirty="0"/>
          </a:p>
          <a:p>
            <a:r>
              <a:rPr lang="en-US" altLang="zh-TW" dirty="0"/>
              <a:t>Why do we need function prototypes?</a:t>
            </a:r>
          </a:p>
          <a:p>
            <a:endParaRPr lang="en-US" altLang="zh-TW" dirty="0"/>
          </a:p>
          <a:p>
            <a:r>
              <a:rPr lang="en-US" altLang="zh-TW" dirty="0"/>
              <a:t>How to define function prototypes?</a:t>
            </a:r>
          </a:p>
        </p:txBody>
      </p:sp>
    </p:spTree>
    <p:extLst>
      <p:ext uri="{BB962C8B-B14F-4D97-AF65-F5344CB8AC3E}">
        <p14:creationId xmlns:p14="http://schemas.microsoft.com/office/powerpoint/2010/main" val="16335270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99E-DAF3-47E1-818D-BD63472CCE6D}" type="slidenum">
              <a:rPr lang="zh-TW" altLang="en-US"/>
              <a:pPr/>
              <a:t>37</a:t>
            </a:fld>
            <a:endParaRPr lang="en-US" altLang="zh-TW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2670" y="4267201"/>
            <a:ext cx="8682730" cy="1752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A C compiler performs a 1-pass sequential scan of the source code during compilation. By the time the compiler encounters the identifier "</a:t>
            </a:r>
            <a:r>
              <a:rPr lang="en-US" altLang="zh-TW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square</a:t>
            </a:r>
            <a:r>
              <a:rPr lang="en-US" altLang="zh-TW" sz="2800" dirty="0"/>
              <a:t>"  at line 5, it does not know "</a:t>
            </a:r>
            <a:r>
              <a:rPr lang="en-US" altLang="zh-TW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square</a:t>
            </a:r>
            <a:r>
              <a:rPr lang="en-US" altLang="zh-TW" sz="2800" dirty="0"/>
              <a:t>" is a function defined at line 10.</a:t>
            </a:r>
            <a:endParaRPr lang="zh-TW" altLang="en-US" sz="2800" dirty="0"/>
          </a:p>
        </p:txBody>
      </p:sp>
      <p:sp>
        <p:nvSpPr>
          <p:cNvPr id="81924" name="Rectangle 2"/>
          <p:cNvSpPr>
            <a:spLocks noChangeArrowheads="1"/>
          </p:cNvSpPr>
          <p:nvPr/>
        </p:nvSpPr>
        <p:spPr bwMode="auto">
          <a:xfrm>
            <a:off x="496888" y="27432"/>
            <a:ext cx="8647112" cy="410554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#include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kumimoji="0"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stdio.h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"%d\n"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kumimoji="0" lang="en-US" altLang="zh-TW" sz="2000" b="0" dirty="0">
                <a:solidFill>
                  <a:srgbClr val="FF33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square</a:t>
            </a:r>
            <a:r>
              <a:rPr kumimoji="0"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 </a:t>
            </a:r>
            <a:r>
              <a:rPr kumimoji="0" lang="en-US" altLang="zh-TW" sz="2000" b="0" dirty="0">
                <a:solidFill>
                  <a:srgbClr val="33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4</a:t>
            </a:r>
            <a:r>
              <a:rPr kumimoji="0"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)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);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</a:rPr>
              <a:t> // what is square?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Function definition */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square( </a:t>
            </a: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y 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y * y;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kumimoji="0" lang="en-US" altLang="zh-TW" sz="2000" b="0" dirty="0">
              <a:solidFill>
                <a:srgbClr val="5F5F5F"/>
              </a:solidFill>
              <a:latin typeface="Consolas" panose="020B0609020204030204" pitchFamily="49" charset="0"/>
            </a:endParaRPr>
          </a:p>
        </p:txBody>
      </p:sp>
      <p:sp>
        <p:nvSpPr>
          <p:cNvPr id="81925" name="Rectangle 4"/>
          <p:cNvSpPr>
            <a:spLocks noChangeArrowheads="1"/>
          </p:cNvSpPr>
          <p:nvPr/>
        </p:nvSpPr>
        <p:spPr bwMode="auto">
          <a:xfrm>
            <a:off x="0" y="0"/>
            <a:ext cx="496888" cy="415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rIns="90000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81926" name="Rectangle 6"/>
          <p:cNvSpPr>
            <a:spLocks noChangeArrowheads="1"/>
          </p:cNvSpPr>
          <p:nvPr/>
        </p:nvSpPr>
        <p:spPr bwMode="auto">
          <a:xfrm>
            <a:off x="3635375" y="76200"/>
            <a:ext cx="5508625" cy="83185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400" b="0" dirty="0">
                <a:latin typeface="Calibri" panose="020F0502020204030204" pitchFamily="34" charset="0"/>
              </a:rPr>
              <a:t>Compile-time warning: </a:t>
            </a:r>
            <a:r>
              <a:rPr lang="en-US" altLang="zh-TW" sz="2400" b="0" dirty="0">
                <a:solidFill>
                  <a:srgbClr val="FF3300"/>
                </a:solidFill>
                <a:latin typeface="Calibri" panose="020F0502020204030204" pitchFamily="34" charset="0"/>
              </a:rPr>
              <a:t>undefined '</a:t>
            </a: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</a:rPr>
              <a:t>square</a:t>
            </a:r>
            <a:r>
              <a:rPr lang="en-US" altLang="zh-TW" sz="2400" b="0" dirty="0">
                <a:solidFill>
                  <a:srgbClr val="FF3300"/>
                </a:solidFill>
                <a:latin typeface="Calibri" panose="020F0502020204030204" pitchFamily="34" charset="0"/>
              </a:rPr>
              <a:t>'; assume returning </a:t>
            </a: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400" b="0" dirty="0">
                <a:latin typeface="Calibri" panose="020F0502020204030204" pitchFamily="34" charset="0"/>
              </a:rPr>
              <a:t>. Why?</a:t>
            </a:r>
          </a:p>
        </p:txBody>
      </p:sp>
      <p:sp>
        <p:nvSpPr>
          <p:cNvPr id="81927" name="Line 7"/>
          <p:cNvSpPr>
            <a:spLocks noChangeShapeType="1"/>
          </p:cNvSpPr>
          <p:nvPr/>
        </p:nvSpPr>
        <p:spPr bwMode="auto">
          <a:xfrm flipH="1">
            <a:off x="3635375" y="908050"/>
            <a:ext cx="403225" cy="5762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7074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99E-DAF3-47E1-818D-BD63472CCE6D}" type="slidenum">
              <a:rPr lang="zh-TW" altLang="en-US"/>
              <a:pPr/>
              <a:t>38</a:t>
            </a:fld>
            <a:endParaRPr lang="en-US" altLang="zh-TW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2670" y="4267200"/>
            <a:ext cx="8682730" cy="1904999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We could rearrange the functions so that all </a:t>
            </a:r>
            <a:r>
              <a:rPr lang="en-US" altLang="zh-TW" sz="2800" dirty="0" err="1"/>
              <a:t>callees</a:t>
            </a:r>
            <a:r>
              <a:rPr lang="en-US" altLang="zh-TW" sz="2800" dirty="0"/>
              <a:t> are defined before their callers, but such approach is not always possible.</a:t>
            </a:r>
          </a:p>
          <a:p>
            <a:pPr>
              <a:lnSpc>
                <a:spcPct val="90000"/>
              </a:lnSpc>
            </a:pPr>
            <a:endParaRPr lang="en-US" altLang="zh-TW" sz="1900" dirty="0"/>
          </a:p>
          <a:p>
            <a:pPr>
              <a:lnSpc>
                <a:spcPct val="90000"/>
              </a:lnSpc>
            </a:pPr>
            <a:r>
              <a:rPr lang="en-US" altLang="zh-TW" sz="2800" dirty="0"/>
              <a:t>A better solution is to declare function prototypes.</a:t>
            </a:r>
            <a:endParaRPr lang="zh-TW" altLang="en-US" sz="2800" dirty="0"/>
          </a:p>
        </p:txBody>
      </p:sp>
      <p:sp>
        <p:nvSpPr>
          <p:cNvPr id="81924" name="Rectangle 2"/>
          <p:cNvSpPr>
            <a:spLocks noChangeArrowheads="1"/>
          </p:cNvSpPr>
          <p:nvPr/>
        </p:nvSpPr>
        <p:spPr bwMode="auto">
          <a:xfrm>
            <a:off x="496888" y="0"/>
            <a:ext cx="8647112" cy="41549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#include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kumimoji="0"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stdio.h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Function definition */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square( </a:t>
            </a: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y 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y * y;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"%d\n"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FF33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square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(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4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)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);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</a:rPr>
              <a:t> // square is defined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solidFill>
                <a:srgbClr val="5F5F5F"/>
              </a:solidFill>
              <a:latin typeface="Consolas" panose="020B0609020204030204" pitchFamily="49" charset="0"/>
            </a:endParaRPr>
          </a:p>
        </p:txBody>
      </p:sp>
      <p:sp>
        <p:nvSpPr>
          <p:cNvPr id="81925" name="Rectangle 4"/>
          <p:cNvSpPr>
            <a:spLocks noChangeArrowheads="1"/>
          </p:cNvSpPr>
          <p:nvPr/>
        </p:nvSpPr>
        <p:spPr bwMode="auto">
          <a:xfrm>
            <a:off x="0" y="0"/>
            <a:ext cx="496888" cy="41549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rIns="90000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14559374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75AD-900C-49D6-B252-55CF39A2C377}" type="slidenum">
              <a:rPr lang="zh-TW" altLang="en-US"/>
              <a:pPr/>
              <a:t>39</a:t>
            </a:fld>
            <a:endParaRPr lang="en-US" altLang="zh-TW"/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496888" y="-1"/>
            <a:ext cx="8647112" cy="483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#include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kumimoji="0"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stdio.h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Function prototype */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square( </a:t>
            </a:r>
            <a:r>
              <a:rPr kumimoji="0" lang="en-US" altLang="zh-TW" sz="2000" b="0" dirty="0" err="1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);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</a:t>
            </a:r>
            <a:r>
              <a:rPr kumimoji="0"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kumimoji="0"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"%d\n"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kumimoji="0"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square( </a:t>
            </a:r>
            <a:r>
              <a:rPr kumimoji="0" lang="en-US" altLang="zh-TW" sz="2000" b="0" dirty="0">
                <a:solidFill>
                  <a:srgbClr val="33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4</a:t>
            </a:r>
            <a:r>
              <a:rPr kumimoji="0"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)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);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</a:rPr>
              <a:t> // square will be defined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Function definition */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square( </a:t>
            </a:r>
            <a:r>
              <a:rPr kumimoji="0"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y 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y * y;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2772" name="Rectangle 8"/>
          <p:cNvSpPr>
            <a:spLocks noChangeArrowheads="1"/>
          </p:cNvSpPr>
          <p:nvPr/>
        </p:nvSpPr>
        <p:spPr bwMode="auto">
          <a:xfrm>
            <a:off x="0" y="0"/>
            <a:ext cx="496888" cy="483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rIns="90000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32774" name="Rectangle 10"/>
          <p:cNvSpPr>
            <a:spLocks noChangeArrowheads="1"/>
          </p:cNvSpPr>
          <p:nvPr/>
        </p:nvSpPr>
        <p:spPr bwMode="auto">
          <a:xfrm>
            <a:off x="461963" y="1033740"/>
            <a:ext cx="2890837" cy="369332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kumimoji="0" lang="zh-TW" altLang="en-US" dirty="0">
              <a:latin typeface="Calibri" panose="020F0502020204030204" pitchFamily="34" charset="0"/>
            </a:endParaRPr>
          </a:p>
        </p:txBody>
      </p:sp>
      <p:sp>
        <p:nvSpPr>
          <p:cNvPr id="32775" name="Rectangle 11"/>
          <p:cNvSpPr>
            <a:spLocks noChangeArrowheads="1"/>
          </p:cNvSpPr>
          <p:nvPr/>
        </p:nvSpPr>
        <p:spPr bwMode="auto">
          <a:xfrm>
            <a:off x="152400" y="5334000"/>
            <a:ext cx="88439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sz="2800" b="0" dirty="0">
                <a:latin typeface="Calibri" panose="020F0502020204030204" pitchFamily="34" charset="0"/>
              </a:rPr>
              <a:t>A </a:t>
            </a:r>
            <a:r>
              <a:rPr lang="en-US" altLang="zh-TW" sz="2800" b="0" u="sng" dirty="0">
                <a:latin typeface="Calibri" panose="020F0502020204030204" pitchFamily="34" charset="0"/>
              </a:rPr>
              <a:t>function prototype</a:t>
            </a:r>
            <a:r>
              <a:rPr kumimoji="0" lang="en-US" altLang="zh-TW" sz="2800" b="0" dirty="0">
                <a:latin typeface="Calibri" panose="020F0502020204030204" pitchFamily="34" charset="0"/>
              </a:rPr>
              <a:t> provides a compiler info about a function.</a:t>
            </a:r>
          </a:p>
        </p:txBody>
      </p:sp>
      <p:sp>
        <p:nvSpPr>
          <p:cNvPr id="360461" name="Rectangle 13"/>
          <p:cNvSpPr>
            <a:spLocks noChangeArrowheads="1"/>
          </p:cNvSpPr>
          <p:nvPr/>
        </p:nvSpPr>
        <p:spPr bwMode="auto">
          <a:xfrm>
            <a:off x="4427538" y="2590800"/>
            <a:ext cx="4716462" cy="27432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90000"/>
              </a:lnSpc>
              <a:buClr>
                <a:schemeClr val="accent1"/>
              </a:buClr>
              <a:buFont typeface="Wingdings" pitchFamily="2" charset="2"/>
              <a:buNone/>
            </a:pPr>
            <a:r>
              <a:rPr kumimoji="0" lang="en-US" altLang="zh-TW" sz="2400" b="0" dirty="0">
                <a:latin typeface="Calibri" panose="020F0502020204030204" pitchFamily="34" charset="0"/>
              </a:rPr>
              <a:t>Tells a compiler that:</a:t>
            </a:r>
          </a:p>
          <a:p>
            <a:pPr marL="342900" indent="-342900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zh-TW" sz="2400" dirty="0">
                <a:solidFill>
                  <a:srgbClr val="0000FF"/>
                </a:solidFill>
                <a:latin typeface="Consolas" panose="020B0609020204030204" pitchFamily="49" charset="0"/>
              </a:rPr>
              <a:t>square</a:t>
            </a:r>
            <a:r>
              <a:rPr kumimoji="0" lang="en-US" altLang="zh-TW" sz="2400" b="0" dirty="0">
                <a:latin typeface="Calibri" panose="020F0502020204030204" pitchFamily="34" charset="0"/>
              </a:rPr>
              <a:t> is a </a:t>
            </a:r>
            <a:r>
              <a:rPr lang="en-US" altLang="zh-TW" sz="2400" b="0" dirty="0">
                <a:latin typeface="Calibri" panose="020F0502020204030204" pitchFamily="34" charset="0"/>
              </a:rPr>
              <a:t>function name.</a:t>
            </a:r>
            <a:endParaRPr kumimoji="0" lang="en-US" altLang="zh-TW" sz="2400" b="0" dirty="0">
              <a:latin typeface="Calibri" panose="020F0502020204030204" pitchFamily="34" charset="0"/>
            </a:endParaRPr>
          </a:p>
          <a:p>
            <a:pPr marL="342900" indent="-342900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kumimoji="0" lang="en-US" altLang="zh-TW" sz="2400" b="0" dirty="0">
              <a:latin typeface="Calibri" panose="020F0502020204030204" pitchFamily="34" charset="0"/>
            </a:endParaRPr>
          </a:p>
          <a:p>
            <a:pPr marL="342900" indent="-342900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zh-TW" sz="2400" b="0" dirty="0">
                <a:latin typeface="Calibri" panose="020F0502020204030204" pitchFamily="34" charset="0"/>
              </a:rPr>
              <a:t>The function takes an argument of type </a:t>
            </a:r>
            <a:r>
              <a:rPr kumimoji="0" lang="en-US" altLang="zh-TW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400" b="0" dirty="0">
                <a:latin typeface="Calibri" panose="020F0502020204030204" pitchFamily="34" charset="0"/>
              </a:rPr>
              <a:t>.</a:t>
            </a:r>
            <a:endParaRPr kumimoji="0" lang="en-US" altLang="zh-TW" sz="2400" b="0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342900" indent="-342900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kumimoji="0" lang="en-US" altLang="zh-TW" sz="2400" b="0" dirty="0">
              <a:latin typeface="Calibri" panose="020F0502020204030204" pitchFamily="34" charset="0"/>
            </a:endParaRPr>
          </a:p>
          <a:p>
            <a:pPr marL="342900" indent="-342900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zh-TW" sz="2400" b="0" dirty="0">
                <a:latin typeface="Calibri" panose="020F0502020204030204" pitchFamily="34" charset="0"/>
              </a:rPr>
              <a:t>The function returns a value of type </a:t>
            </a:r>
            <a:r>
              <a:rPr kumimoji="0" lang="en-US" altLang="zh-TW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400" b="0" dirty="0">
                <a:latin typeface="Calibri" panose="020F0502020204030204" pitchFamily="34" charset="0"/>
              </a:rPr>
              <a:t>.</a:t>
            </a:r>
            <a:endParaRPr kumimoji="0" lang="en-US" altLang="zh-TW" sz="2400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360462" name="Line 14"/>
          <p:cNvSpPr>
            <a:spLocks noChangeShapeType="1"/>
          </p:cNvSpPr>
          <p:nvPr/>
        </p:nvSpPr>
        <p:spPr bwMode="auto">
          <a:xfrm flipH="1" flipV="1">
            <a:off x="3352800" y="1219370"/>
            <a:ext cx="1074738" cy="144762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602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01B54-CF90-4659-B91B-1ECD3C687F19}" type="slidenum">
              <a:rPr lang="zh-TW" altLang="en-US"/>
              <a:pPr/>
              <a:t>40</a:t>
            </a:fld>
            <a:endParaRPr lang="en-US" altLang="zh-TW"/>
          </a:p>
        </p:txBody>
      </p:sp>
      <p:sp>
        <p:nvSpPr>
          <p:cNvPr id="33797" name="Rectangle 2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763000" cy="838200"/>
          </a:xfrm>
          <a:noFill/>
        </p:spPr>
        <p:txBody>
          <a:bodyPr>
            <a:normAutofit fontScale="90000"/>
          </a:bodyPr>
          <a:lstStyle/>
          <a:p>
            <a:pPr algn="l"/>
            <a:r>
              <a:rPr lang="en-US" altLang="zh-TW" sz="3200" b="1" dirty="0">
                <a:ea typeface="新細明體"/>
              </a:rPr>
              <a:t>5.1. Function Prototypes</a:t>
            </a:r>
            <a:r>
              <a:rPr lang="en-US" altLang="zh-TW" sz="3200" dirty="0">
                <a:ea typeface="新細明體"/>
              </a:rPr>
              <a:t>: When to use them and why?</a:t>
            </a:r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1143000"/>
            <a:ext cx="4419600" cy="50292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TW" dirty="0"/>
              <a:t>When a </a:t>
            </a:r>
            <a:r>
              <a:rPr lang="en-US" altLang="zh-TW" dirty="0" err="1"/>
              <a:t>callee</a:t>
            </a:r>
            <a:r>
              <a:rPr lang="en-US" altLang="zh-TW" dirty="0"/>
              <a:t> is defined after its caller in the same file</a:t>
            </a:r>
          </a:p>
          <a:p>
            <a:pPr>
              <a:spcBef>
                <a:spcPct val="0"/>
              </a:spcBef>
            </a:pPr>
            <a:endParaRPr lang="en-US" altLang="zh-TW" dirty="0"/>
          </a:p>
          <a:p>
            <a:pPr>
              <a:spcBef>
                <a:spcPct val="0"/>
              </a:spcBef>
            </a:pPr>
            <a:r>
              <a:rPr lang="en-US" altLang="zh-TW" dirty="0"/>
              <a:t>When a </a:t>
            </a:r>
            <a:r>
              <a:rPr lang="en-US" altLang="zh-TW" dirty="0" err="1"/>
              <a:t>callee</a:t>
            </a:r>
            <a:r>
              <a:rPr lang="en-US" altLang="zh-TW" dirty="0"/>
              <a:t> and its caller are defined in separate source files</a:t>
            </a:r>
          </a:p>
          <a:p>
            <a:pPr lvl="1">
              <a:spcBef>
                <a:spcPct val="0"/>
              </a:spcBef>
            </a:pPr>
            <a:r>
              <a:rPr lang="en-US" altLang="zh-TW" dirty="0"/>
              <a:t>Common in large software project</a:t>
            </a:r>
            <a:endParaRPr lang="zh-TW" altLang="en-US" dirty="0"/>
          </a:p>
        </p:txBody>
      </p:sp>
      <p:sp>
        <p:nvSpPr>
          <p:cNvPr id="33796" name="Rectangle 5"/>
          <p:cNvSpPr>
            <a:spLocks noChangeArrowheads="1"/>
          </p:cNvSpPr>
          <p:nvPr/>
        </p:nvSpPr>
        <p:spPr bwMode="auto">
          <a:xfrm>
            <a:off x="381000" y="1143000"/>
            <a:ext cx="3957637" cy="502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void foo(void)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kumimoji="0"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void bar(void)</a:t>
            </a: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</a:p>
          <a:p>
            <a:endParaRPr kumimoji="0" lang="en-US" altLang="zh-TW" sz="2000" b="0" dirty="0">
              <a:latin typeface="Consolas" panose="020B0609020204030204" pitchFamily="49" charset="0"/>
            </a:endParaRPr>
          </a:p>
          <a:p>
            <a:r>
              <a:rPr kumimoji="0" lang="en-US" altLang="zh-TW" sz="2000" b="0" dirty="0" err="1"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r>
              <a:rPr kumimoji="0" lang="en-US" altLang="zh-TW" sz="2000" b="0" dirty="0">
                <a:latin typeface="Consolas" panose="020B0609020204030204" pitchFamily="49" charset="0"/>
              </a:rPr>
              <a:t>  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foo();</a:t>
            </a:r>
          </a:p>
          <a:p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endParaRPr kumimoji="0" lang="en-US" altLang="zh-TW" sz="2000" b="0" dirty="0">
              <a:latin typeface="Consolas" panose="020B0609020204030204" pitchFamily="49" charset="0"/>
            </a:endParaRPr>
          </a:p>
          <a:p>
            <a:r>
              <a:rPr kumimoji="0" lang="en-US" altLang="zh-TW" sz="2000" b="0" dirty="0">
                <a:latin typeface="Consolas" panose="020B0609020204030204" pitchFamily="49" charset="0"/>
              </a:rPr>
              <a:t>void 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foo()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{</a:t>
            </a:r>
          </a:p>
          <a:p>
            <a:r>
              <a:rPr kumimoji="0" lang="en-US" altLang="zh-TW" sz="2000" b="0" dirty="0">
                <a:latin typeface="Consolas" panose="020B0609020204030204" pitchFamily="49" charset="0"/>
              </a:rPr>
              <a:t>  if (…)</a:t>
            </a:r>
          </a:p>
          <a:p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bar();</a:t>
            </a:r>
          </a:p>
          <a:p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endParaRPr kumimoji="0" lang="en-US" altLang="zh-TW" sz="2000" b="0" dirty="0">
              <a:latin typeface="Consolas" panose="020B0609020204030204" pitchFamily="49" charset="0"/>
            </a:endParaRPr>
          </a:p>
          <a:p>
            <a:r>
              <a:rPr kumimoji="0" lang="en-US" altLang="zh-TW" sz="2000" b="0" dirty="0">
                <a:latin typeface="Consolas" panose="020B0609020204030204" pitchFamily="49" charset="0"/>
              </a:rPr>
              <a:t>void </a:t>
            </a:r>
            <a:r>
              <a:rPr kumimoji="0"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bar()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{</a:t>
            </a:r>
          </a:p>
          <a:p>
            <a:r>
              <a:rPr kumimoji="0" lang="en-US" altLang="zh-TW" sz="2000" b="0" dirty="0">
                <a:latin typeface="Consolas" panose="020B0609020204030204" pitchFamily="49" charset="0"/>
              </a:rPr>
              <a:t>  if (…)</a:t>
            </a:r>
          </a:p>
          <a:p>
            <a:r>
              <a:rPr kumimoji="0" lang="en-US" altLang="zh-TW" sz="2000" b="0" dirty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foo()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r>
              <a:rPr kumimoji="0"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56766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64CFA-81BC-4EDD-998C-C529557942DE}" type="slidenum">
              <a:rPr lang="zh-TW" altLang="en-US"/>
              <a:pPr/>
              <a:t>41</a:t>
            </a:fld>
            <a:endParaRPr lang="en-US" altLang="zh-TW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ea typeface="新細明體"/>
              </a:rPr>
              <a:t>5.2. Function Prototypes</a:t>
            </a:r>
            <a:r>
              <a:rPr lang="en-US" altLang="zh-TW" sz="3200" dirty="0">
                <a:ea typeface="新細明體"/>
              </a:rPr>
              <a:t> (Syntax)</a:t>
            </a:r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Function prototype is like a function definition but </a:t>
            </a:r>
            <a:r>
              <a:rPr lang="en-US" altLang="zh-TW" sz="2800" u="sng" dirty="0"/>
              <a:t>without the body</a:t>
            </a:r>
            <a:r>
              <a:rPr lang="en-US" altLang="zh-TW" sz="2800" dirty="0"/>
              <a:t>.</a:t>
            </a:r>
          </a:p>
          <a:p>
            <a:pPr>
              <a:lnSpc>
                <a:spcPct val="90000"/>
              </a:lnSpc>
            </a:pPr>
            <a:endParaRPr lang="en-US" altLang="zh-TW" sz="700" dirty="0">
              <a:cs typeface="Consolas" panose="020B0609020204030204" pitchFamily="49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TW" sz="2400" u="sng" dirty="0">
                <a:cs typeface="Consolas" panose="020B0609020204030204" pitchFamily="49" charset="0"/>
              </a:rPr>
              <a:t>Function </a:t>
            </a:r>
            <a:r>
              <a:rPr lang="en-US" altLang="zh-TW" sz="2400" i="1" u="sng" dirty="0">
                <a:cs typeface="Consolas" panose="020B0609020204030204" pitchFamily="49" charset="0"/>
              </a:rPr>
              <a:t>definition</a:t>
            </a:r>
            <a:endParaRPr lang="en-US" altLang="zh-TW" sz="2400" i="1" u="sng" dirty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	double foo(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 x, double y,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 A[],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 B[][64] ) {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  		  …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	}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zh-TW" sz="1500" u="sng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TW" sz="2400" u="sng" dirty="0"/>
              <a:t>Function </a:t>
            </a:r>
            <a:r>
              <a:rPr lang="en-US" altLang="zh-TW" sz="2400" i="1" u="sng" dirty="0"/>
              <a:t>prototype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	double foo(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 x, double y,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 A[],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 B[][64] );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TW" sz="2200" dirty="0">
                <a:solidFill>
                  <a:srgbClr val="0070C0"/>
                </a:solidFill>
              </a:rPr>
              <a:t>				</a:t>
            </a:r>
            <a:r>
              <a:rPr lang="en-US" altLang="zh-TW" sz="2200" dirty="0"/>
              <a:t>	or</a:t>
            </a:r>
            <a:endParaRPr lang="en-US" altLang="zh-TW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double foo(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double,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[],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[][64]);</a:t>
            </a:r>
          </a:p>
          <a:p>
            <a:pPr lvl="1">
              <a:lnSpc>
                <a:spcPct val="90000"/>
              </a:lnSpc>
              <a:buNone/>
            </a:pPr>
            <a:endParaRPr lang="en-US" altLang="zh-TW" sz="15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Parameter names are optional in function prototypes.</a:t>
            </a:r>
          </a:p>
          <a:p>
            <a:pPr lvl="1">
              <a:lnSpc>
                <a:spcPct val="90000"/>
              </a:lnSpc>
            </a:pPr>
            <a:r>
              <a:rPr lang="en-US" altLang="zh-TW" sz="2400" u="sng" dirty="0"/>
              <a:t>Function name</a:t>
            </a:r>
            <a:r>
              <a:rPr lang="en-US" altLang="zh-TW" sz="2400" dirty="0"/>
              <a:t>, </a:t>
            </a:r>
            <a:r>
              <a:rPr lang="en-US" altLang="zh-TW" sz="2400" u="sng" dirty="0"/>
              <a:t>return type</a:t>
            </a:r>
            <a:r>
              <a:rPr lang="en-US" altLang="zh-TW" sz="2400" dirty="0"/>
              <a:t>, and </a:t>
            </a:r>
            <a:r>
              <a:rPr lang="en-US" altLang="zh-TW" sz="2400" u="sng" dirty="0"/>
              <a:t>parameter types</a:t>
            </a:r>
            <a:r>
              <a:rPr lang="en-US" altLang="zh-TW" sz="2400" dirty="0"/>
              <a:t> must match between a function definition and its function prototype.</a:t>
            </a:r>
            <a:endParaRPr lang="en-US" altLang="zh-TW" sz="2400" b="1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  <a:buNone/>
            </a:pPr>
            <a:endParaRPr lang="en-US" altLang="zh-TW" sz="2400" dirty="0">
              <a:solidFill>
                <a:srgbClr val="0000FF"/>
              </a:solidFill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7D901A5-0369-D5A4-F703-1FC92C72D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621" y="2667000"/>
            <a:ext cx="2843702" cy="691571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HK" sz="2000" dirty="0"/>
              <a:t>Passing </a:t>
            </a:r>
            <a:r>
              <a:rPr lang="en-US" altLang="zh-HK" sz="2000" i="1" dirty="0">
                <a:solidFill>
                  <a:schemeClr val="accent4">
                    <a:lumMod val="75000"/>
                  </a:schemeClr>
                </a:solidFill>
              </a:rPr>
              <a:t>Array</a:t>
            </a:r>
            <a:r>
              <a:rPr lang="en-US" altLang="zh-HK" sz="2000" dirty="0"/>
              <a:t> to function, shall be discussed later.</a:t>
            </a:r>
            <a:endParaRPr lang="en-US" altLang="zh-HK" sz="20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8637F6CF-4857-5487-CD8D-CA62A9F2BC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4998" y="3352800"/>
            <a:ext cx="609601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7B8DA108-77EB-E212-0977-B9C6E12FB9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6055" y="3352800"/>
            <a:ext cx="149145" cy="35585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4E00C5C8-A6B9-B0C6-B31A-E997AC27D74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38799" y="2514600"/>
            <a:ext cx="520821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DF61D30A-D342-EACA-3D8A-099899620C9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62800" y="2438400"/>
            <a:ext cx="1524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43179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1EE8-BE2B-47DF-A8B3-3C50A5E35520}" type="slidenum">
              <a:rPr lang="zh-TW" altLang="en-US"/>
              <a:pPr/>
              <a:t>42</a:t>
            </a:fld>
            <a:endParaRPr lang="en-US" altLang="zh-TW"/>
          </a:p>
        </p:txBody>
      </p:sp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6. Calling Pre-defined Functions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800" dirty="0"/>
              <a:t>C language provides many built-in functions. To use them, you have to know the following info (which can be found in manuals):</a:t>
            </a:r>
          </a:p>
          <a:p>
            <a:pPr lvl="1"/>
            <a:r>
              <a:rPr lang="en-US" altLang="zh-TW" sz="2800" dirty="0">
                <a:solidFill>
                  <a:srgbClr val="0070C0"/>
                </a:solidFill>
              </a:rPr>
              <a:t>name, functionality, parameters, return value</a:t>
            </a:r>
          </a:p>
          <a:p>
            <a:pPr lvl="4"/>
            <a:endParaRPr lang="en-US" altLang="zh-TW" sz="1500" dirty="0">
              <a:solidFill>
                <a:srgbClr val="0000FF"/>
              </a:solidFill>
            </a:endParaRPr>
          </a:p>
          <a:p>
            <a:r>
              <a:rPr lang="en-US" altLang="zh-TW" sz="2800" dirty="0"/>
              <a:t>You also need to know which </a:t>
            </a:r>
            <a:r>
              <a:rPr lang="en-US" altLang="zh-TW" sz="2800" i="1" dirty="0">
                <a:solidFill>
                  <a:srgbClr val="0070C0"/>
                </a:solidFill>
              </a:rPr>
              <a:t>header file(s)</a:t>
            </a:r>
            <a:r>
              <a:rPr lang="en-US" altLang="zh-TW" sz="2800" dirty="0"/>
              <a:t> to include.</a:t>
            </a:r>
          </a:p>
          <a:p>
            <a:pPr marL="0" indent="0">
              <a:buNone/>
            </a:pPr>
            <a:r>
              <a:rPr lang="en-US" altLang="zh-TW" sz="2800" dirty="0"/>
              <a:t>     e.g.:</a:t>
            </a:r>
          </a:p>
          <a:p>
            <a:pPr lvl="1"/>
            <a:r>
              <a:rPr lang="en-US" altLang="zh-TW" sz="2400" dirty="0"/>
              <a:t>To use </a:t>
            </a:r>
            <a:r>
              <a:rPr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printf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</a:rPr>
              <a:t>(…)</a:t>
            </a:r>
            <a:r>
              <a:rPr lang="en-US" altLang="zh-TW" sz="2400" dirty="0"/>
              <a:t>, you have to include "</a:t>
            </a:r>
            <a:r>
              <a:rPr lang="en-US" altLang="zh-TW" sz="2400" dirty="0" err="1"/>
              <a:t>stdio.h</a:t>
            </a:r>
            <a:r>
              <a:rPr lang="en-US" altLang="zh-TW" sz="2400" dirty="0"/>
              <a:t>" with</a:t>
            </a:r>
          </a:p>
          <a:p>
            <a:pPr lvl="1">
              <a:buFont typeface="Wingdings" pitchFamily="2" charset="2"/>
              <a:buNone/>
            </a:pP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</a:rPr>
              <a:t>	#include &lt;</a:t>
            </a:r>
            <a:r>
              <a:rPr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stdio.h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altLang="zh-TW" sz="2400" dirty="0"/>
              <a:t>To use math functions, you have to include "</a:t>
            </a:r>
            <a:r>
              <a:rPr lang="en-US" altLang="zh-TW" sz="2400" dirty="0" err="1"/>
              <a:t>math.h</a:t>
            </a:r>
            <a:r>
              <a:rPr lang="en-US" altLang="zh-TW" sz="2400" dirty="0"/>
              <a:t>" with</a:t>
            </a:r>
          </a:p>
          <a:p>
            <a:pPr lvl="1">
              <a:buFont typeface="Wingdings" pitchFamily="2" charset="2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</a:rPr>
              <a:t>#include &lt;</a:t>
            </a:r>
            <a:r>
              <a:rPr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math.h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  <a:endParaRPr lang="en-US" altLang="zh-TW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568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EDCDC-BB7F-502E-1E8D-E7482716D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6.1 Absolute values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41C23-08BC-5FFF-C3D1-A7516779F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Sometimes, we care about the magnitude of the value, instead of the sign of the value</a:t>
            </a:r>
          </a:p>
          <a:p>
            <a:pPr lvl="1"/>
            <a:r>
              <a:rPr lang="en-US" dirty="0">
                <a:cs typeface="Calibri"/>
              </a:rPr>
              <a:t>The function prototype:</a:t>
            </a:r>
          </a:p>
          <a:p>
            <a:pPr lvl="1"/>
            <a:endParaRPr lang="en-US" dirty="0">
              <a:cs typeface="Calibri"/>
            </a:endParaRPr>
          </a:p>
          <a:p>
            <a:pPr lvl="1"/>
            <a:endParaRPr lang="en-US" dirty="0"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>
                <a:cs typeface="Calibri"/>
              </a:rPr>
              <a:t>Example: Absolute difference of two numbers.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70057-724F-0318-0958-47F47B4FD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16640C-104F-136B-7F6D-48750F3F5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545" y="2628378"/>
            <a:ext cx="3466704" cy="79937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0" tIns="45720" rIns="91440" bIns="45720" anchor="t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 </a:t>
            </a:r>
            <a:r>
              <a:rPr lang="en-US" altLang="zh-TW" sz="2000" b="0" dirty="0">
                <a:latin typeface="Consolas"/>
                <a:ea typeface="新細明體"/>
                <a:cs typeface="Times New Roman"/>
              </a:rPr>
              <a:t>abs</a:t>
            </a:r>
            <a:r>
              <a:rPr kumimoji="0" lang="en-US" altLang="zh-TW" sz="2000" b="0" dirty="0">
                <a:latin typeface="Consolas"/>
                <a:ea typeface="新細明體"/>
                <a:cs typeface="Times New Roman"/>
              </a:rPr>
              <a:t>(</a:t>
            </a:r>
            <a:r>
              <a:rPr kumimoji="0"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kumimoji="0" lang="en-US" altLang="zh-TW" sz="2000" b="0" dirty="0">
                <a:solidFill>
                  <a:srgbClr val="0066FF"/>
                </a:solidFill>
                <a:latin typeface="Consolas"/>
                <a:ea typeface="新細明體"/>
                <a:cs typeface="Times New Roman"/>
              </a:rPr>
              <a:t> </a:t>
            </a:r>
            <a:r>
              <a:rPr kumimoji="0" lang="en-US" altLang="zh-TW" sz="2000" b="0" dirty="0">
                <a:latin typeface="Consolas"/>
                <a:ea typeface="新細明體"/>
                <a:cs typeface="Times New Roman"/>
              </a:rPr>
              <a:t>x</a:t>
            </a:r>
            <a:r>
              <a:rPr lang="en-US" altLang="zh-TW" sz="2000" b="0" dirty="0">
                <a:latin typeface="Consolas"/>
                <a:ea typeface="新細明體"/>
                <a:cs typeface="Times New Roman"/>
              </a:rPr>
              <a:t>); 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double </a:t>
            </a:r>
            <a:r>
              <a:rPr lang="en-US" sz="2000" b="0" dirty="0" err="1">
                <a:latin typeface="Consolas"/>
                <a:ea typeface="新細明體"/>
                <a:cs typeface="Times New Roman"/>
              </a:rPr>
              <a:t>f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abs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(</a:t>
            </a: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double 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x); </a:t>
            </a:r>
            <a:endParaRPr lang="en-US" dirty="0">
              <a:latin typeface="Consolas"/>
              <a:cs typeface="Times New Roman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F641459-0C13-D99C-92A4-3E371492D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940" y="2588899"/>
            <a:ext cx="4828783" cy="830997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TW" sz="2400" dirty="0">
                <a:ea typeface="新細明體"/>
              </a:rPr>
              <a:t>If x ≥ 0, both functions return x.</a:t>
            </a:r>
          </a:p>
          <a:p>
            <a:r>
              <a:rPr lang="en-US" altLang="zh-TW" sz="2400" dirty="0">
                <a:ea typeface="新細明體"/>
                <a:cs typeface="Calibri"/>
              </a:rPr>
              <a:t>If x &lt; 0, both functions return -x.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018F40-71CD-2A3B-A61D-89E8C5653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544" y="4319391"/>
            <a:ext cx="8560621" cy="138391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0" tIns="45720" rIns="91440" bIns="45720" anchor="t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Times New Roman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Times New Roman"/>
              </a:rPr>
              <a:t>("Diff = %d\n", abs(7 - 3));        </a:t>
            </a:r>
            <a:r>
              <a:rPr lang="en-US" altLang="zh-TW" sz="2000" b="0" dirty="0">
                <a:solidFill>
                  <a:srgbClr val="00B050"/>
                </a:solidFill>
                <a:latin typeface="Consolas"/>
                <a:ea typeface="新細明體"/>
                <a:cs typeface="Times New Roman"/>
              </a:rPr>
              <a:t>// Diff = 4</a:t>
            </a:r>
            <a:endParaRPr lang="en-US" dirty="0">
              <a:solidFill>
                <a:srgbClr val="00B050"/>
              </a:solidFill>
              <a:ea typeface="新細明體"/>
            </a:endParaRPr>
          </a:p>
          <a:p>
            <a:pPr>
              <a:lnSpc>
                <a:spcPct val="110000"/>
              </a:lnSpc>
            </a:pPr>
            <a:r>
              <a:rPr lang="en-US" sz="2000" b="0" dirty="0" err="1">
                <a:latin typeface="Consolas"/>
                <a:ea typeface="新細明體"/>
                <a:cs typeface="Times New Roman"/>
              </a:rPr>
              <a:t>printf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("Diff = %d\n", abs(3 - 7));       </a:t>
            </a:r>
            <a:r>
              <a:rPr lang="en-US" sz="2000" b="0" dirty="0">
                <a:solidFill>
                  <a:srgbClr val="00B050"/>
                </a:solidFill>
                <a:latin typeface="Consolas"/>
                <a:ea typeface="新細明體"/>
                <a:cs typeface="Times New Roman"/>
              </a:rPr>
              <a:t> // Diff = 4</a:t>
            </a:r>
          </a:p>
          <a:p>
            <a:pPr>
              <a:lnSpc>
                <a:spcPct val="110000"/>
              </a:lnSpc>
            </a:pPr>
            <a:r>
              <a:rPr lang="en-US" sz="2000" b="0" dirty="0" err="1">
                <a:latin typeface="Consolas"/>
                <a:cs typeface="Times New Roman"/>
              </a:rPr>
              <a:t>printf</a:t>
            </a:r>
            <a:r>
              <a:rPr lang="en-US" sz="2000" b="0" dirty="0">
                <a:latin typeface="Consolas"/>
                <a:cs typeface="Times New Roman"/>
              </a:rPr>
              <a:t>("Diff = %.2f\n", </a:t>
            </a:r>
            <a:r>
              <a:rPr lang="en-US" sz="2000" b="0" dirty="0" err="1">
                <a:latin typeface="Consolas"/>
                <a:cs typeface="Times New Roman"/>
              </a:rPr>
              <a:t>fabs</a:t>
            </a:r>
            <a:r>
              <a:rPr lang="en-US" sz="2000" b="0" dirty="0">
                <a:latin typeface="Consolas"/>
                <a:cs typeface="Times New Roman"/>
              </a:rPr>
              <a:t>(1 - 0.5));  </a:t>
            </a:r>
            <a:r>
              <a:rPr lang="en-US" sz="2000" b="0" dirty="0">
                <a:solidFill>
                  <a:srgbClr val="00B050"/>
                </a:solidFill>
                <a:latin typeface="Consolas"/>
                <a:ea typeface="新細明體"/>
                <a:cs typeface="Times New Roman"/>
              </a:rPr>
              <a:t> // Diff = 0.50</a:t>
            </a:r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00"/>
                </a:solidFill>
                <a:latin typeface="Consolas"/>
                <a:cs typeface="Times New Roman"/>
              </a:rPr>
              <a:t>printf</a:t>
            </a:r>
            <a:r>
              <a:rPr lang="en-US" sz="2000" b="0" dirty="0">
                <a:solidFill>
                  <a:srgbClr val="000000"/>
                </a:solidFill>
                <a:latin typeface="Consolas"/>
                <a:cs typeface="Times New Roman"/>
              </a:rPr>
              <a:t>("Diff = %.2f\n",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cs typeface="Times New Roman"/>
              </a:rPr>
              <a:t>fabs</a:t>
            </a:r>
            <a:r>
              <a:rPr lang="en-US" sz="2000" b="0" dirty="0">
                <a:solidFill>
                  <a:srgbClr val="000000"/>
                </a:solidFill>
                <a:latin typeface="Consolas"/>
                <a:cs typeface="Times New Roman"/>
              </a:rPr>
              <a:t>(0.5 - 1));  </a:t>
            </a:r>
            <a:r>
              <a:rPr lang="en-US" sz="2000" b="0" dirty="0">
                <a:latin typeface="Consolas"/>
                <a:cs typeface="Times New Roman"/>
              </a:rPr>
              <a:t> </a:t>
            </a:r>
            <a:r>
              <a:rPr lang="en-US" sz="2000" b="0" dirty="0">
                <a:solidFill>
                  <a:srgbClr val="00B050"/>
                </a:solidFill>
                <a:latin typeface="Consolas"/>
                <a:cs typeface="Times New Roman"/>
              </a:rPr>
              <a:t>// Diff = 0.50</a:t>
            </a:r>
            <a:endParaRPr lang="en-US" dirty="0">
              <a:solidFill>
                <a:srgbClr val="00B050"/>
              </a:solidFill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0681142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8274-1410-6433-6356-68CA81BC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76200"/>
            <a:ext cx="8939408" cy="838200"/>
          </a:xfrm>
        </p:spPr>
        <p:txBody>
          <a:bodyPr>
            <a:noAutofit/>
          </a:bodyPr>
          <a:lstStyle/>
          <a:p>
            <a:r>
              <a:rPr lang="en-US" sz="3200" dirty="0">
                <a:ea typeface="+mj-lt"/>
                <a:cs typeface="+mj-lt"/>
              </a:rPr>
              <a:t>6.1 Example: Comparing two floating point numbers</a:t>
            </a:r>
            <a:endParaRPr lang="en-US" sz="3200" dirty="0"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B7B07-99B0-C07F-EC56-2B4AED2F5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12E84-35AE-86C0-4939-1047DA84A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C199763-DF3C-F3CB-4C73-B23DED586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8" y="949889"/>
            <a:ext cx="8647112" cy="55601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91440" bIns="45720" anchor="t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latin typeface="Consolas" panose="020B0609020204030204" pitchFamily="49" charset="0"/>
                <a:ea typeface="新細明體"/>
                <a:cs typeface="Times New Roman"/>
              </a:rPr>
              <a:t>#include</a:t>
            </a:r>
            <a:r>
              <a:rPr kumimoji="0"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&lt;</a:t>
            </a:r>
            <a:r>
              <a:rPr kumimoji="0" lang="en-US" altLang="zh-TW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stdio.h</a:t>
            </a:r>
            <a:r>
              <a:rPr kumimoji="0"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&gt;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#include &lt;</a:t>
            </a:r>
            <a:r>
              <a:rPr lang="en-US" altLang="zh-TW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math.h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&gt;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int</a:t>
            </a:r>
            <a:r>
              <a:rPr kumimoji="0"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main() {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/>
              <a:cs typeface="Times New Roman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double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pi = 3.14;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double 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x = pi * pi * 1110.12345;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double 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y = 1110.12345 * pi * pi;</a:t>
            </a:r>
            <a:endParaRPr lang="en-US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b="0" dirty="0">
                <a:solidFill>
                  <a:srgbClr val="00B05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// never do this again!</a:t>
            </a: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if 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( x == y ) </a:t>
            </a: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    </a:t>
            </a:r>
            <a:r>
              <a:rPr lang="en-US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printf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("V1: Same\n");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    </a:t>
            </a:r>
            <a:r>
              <a:rPr lang="en-US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printf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("V1: Different\n");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b="0" dirty="0">
                <a:solidFill>
                  <a:srgbClr val="00B05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// remember this</a:t>
            </a: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if 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( </a:t>
            </a:r>
            <a:r>
              <a:rPr lang="en-US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Times New Roman"/>
              </a:rPr>
              <a:t>fabs</a:t>
            </a:r>
            <a:r>
              <a:rPr lang="en-US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Times New Roman"/>
              </a:rPr>
              <a:t>(x - y) &lt; 1e-8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)</a:t>
            </a:r>
            <a:endParaRPr lang="en-US" b="0" dirty="0">
              <a:latin typeface="Consolas" panose="020B0609020204030204" pitchFamily="49" charset="0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    </a:t>
            </a:r>
            <a:r>
              <a:rPr lang="en-US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printf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("V2: Same\n");</a:t>
            </a:r>
            <a:endParaRPr lang="en-US" b="0" dirty="0">
              <a:latin typeface="Consolas" panose="020B0609020204030204" pitchFamily="49" charset="0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    </a:t>
            </a:r>
            <a:r>
              <a:rPr lang="en-US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printf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("V2: Different\n");</a:t>
            </a:r>
            <a:endParaRPr lang="en-US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zh-TW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kumimoji="0" lang="en-US" altLang="zh-TW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93BA2C11-D85F-6D04-1E97-D670F15D5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49891"/>
            <a:ext cx="496888" cy="557691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91440" tIns="45720" rIns="90000" bIns="45720" anchor="t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/>
                <a:ea typeface="新細明體"/>
                <a:cs typeface="Times New Roman"/>
              </a:rPr>
              <a:t>15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/>
                <a:ea typeface="新細明體"/>
                <a:cs typeface="Times New Roman"/>
              </a:rPr>
              <a:t>16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/>
                <a:ea typeface="新細明體"/>
                <a:cs typeface="Times New Roman"/>
              </a:rPr>
              <a:t>17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/>
                <a:ea typeface="新細明體"/>
                <a:cs typeface="Times New Roman"/>
              </a:rPr>
              <a:t>18</a:t>
            </a:r>
            <a:endParaRPr lang="en-US" altLang="zh-TW" b="0" dirty="0">
              <a:solidFill>
                <a:srgbClr val="5F5F5F"/>
              </a:solidFill>
              <a:latin typeface="Consolas" panose="020B0609020204030204" pitchFamily="49" charset="0"/>
              <a:ea typeface="新細明體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0384662F-E8C1-82AB-2D5D-EF2BE8E8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579" y="3082446"/>
            <a:ext cx="3754983" cy="156966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2400" b="0" dirty="0">
                <a:latin typeface="Calibri"/>
                <a:ea typeface="新細明體"/>
                <a:cs typeface="Times New Roman"/>
              </a:rPr>
              <a:t>This checks the absolute difference between x and y is less than 1e-8 (10</a:t>
            </a:r>
            <a:r>
              <a:rPr lang="en-US" altLang="zh-TW" sz="2400" b="0" baseline="30000" dirty="0">
                <a:latin typeface="Calibri"/>
                <a:ea typeface="新細明體"/>
                <a:cs typeface="Times New Roman"/>
              </a:rPr>
              <a:t>-8</a:t>
            </a:r>
            <a:r>
              <a:rPr lang="en-US" altLang="zh-TW" sz="2400" b="0" dirty="0">
                <a:latin typeface="Calibri"/>
                <a:ea typeface="新細明體"/>
                <a:cs typeface="Times New Roman"/>
              </a:rPr>
              <a:t>), </a:t>
            </a:r>
            <a:r>
              <a:rPr lang="en-US" altLang="zh-TW" sz="2400" b="0" dirty="0" err="1">
                <a:latin typeface="Calibri"/>
                <a:ea typeface="新細明體"/>
                <a:cs typeface="Times New Roman"/>
              </a:rPr>
              <a:t>ie</a:t>
            </a:r>
            <a:r>
              <a:rPr lang="en-US" altLang="zh-TW" sz="2400" b="0" dirty="0">
                <a:latin typeface="Calibri"/>
                <a:ea typeface="新細明體"/>
                <a:cs typeface="Times New Roman"/>
              </a:rPr>
              <a:t>. A very small number</a:t>
            </a:r>
            <a:endParaRPr lang="en-US" dirty="0"/>
          </a:p>
        </p:txBody>
      </p:sp>
      <p:sp>
        <p:nvSpPr>
          <p:cNvPr id="12" name="Line 7">
            <a:extLst>
              <a:ext uri="{FF2B5EF4-FFF2-40B4-BE49-F238E27FC236}">
                <a16:creationId xmlns:a16="http://schemas.microsoft.com/office/drawing/2014/main" id="{FA07E931-B984-13B4-32BE-836CE8585C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321392"/>
            <a:ext cx="1228592" cy="33071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87DEE86E-61AF-BDFB-ECB9-0362864C5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7470" y="5646107"/>
            <a:ext cx="2446473" cy="707886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/>
                <a:ea typeface="新細明體"/>
                <a:cs typeface="Times New Roman"/>
              </a:rPr>
              <a:t>V1: Different</a:t>
            </a:r>
          </a:p>
          <a:p>
            <a:r>
              <a:rPr lang="en-US" altLang="zh-TW" sz="2000" b="0" dirty="0">
                <a:latin typeface="Consolas"/>
                <a:ea typeface="新細明體"/>
                <a:cs typeface="Times New Roman"/>
              </a:rPr>
              <a:t>V2: Same</a:t>
            </a:r>
            <a:endParaRPr lang="en-US" altLang="zh-TW" sz="2000" b="0" dirty="0">
              <a:latin typeface="Consolas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42505517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7709-8093-4ED7-963D-6E92D5798EED}" type="slidenum">
              <a:rPr lang="zh-TW" altLang="en-US"/>
              <a:pPr/>
              <a:t>45</a:t>
            </a:fld>
            <a:endParaRPr lang="en-US" altLang="zh-TW"/>
          </a:p>
        </p:txBody>
      </p:sp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Summary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/>
              </a:rPr>
              <a:t>Understand what "functions", "parameters/arguments", "return value/type" are</a:t>
            </a:r>
            <a:endParaRPr lang="en-US" altLang="zh-TW" sz="2800" dirty="0">
              <a:ea typeface="新細明體"/>
              <a:cs typeface="Calibri"/>
            </a:endParaRPr>
          </a:p>
          <a:p>
            <a:pPr>
              <a:lnSpc>
                <a:spcPct val="90000"/>
              </a:lnSpc>
            </a:pPr>
            <a:endParaRPr lang="en-US" altLang="zh-TW" sz="2800" dirty="0"/>
          </a:p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/>
              </a:rPr>
              <a:t>Understand what is happening during a function call</a:t>
            </a:r>
            <a:endParaRPr lang="en-US" altLang="zh-TW" sz="1800" dirty="0">
              <a:ea typeface="新細明體"/>
            </a:endParaRPr>
          </a:p>
          <a:p>
            <a:pPr>
              <a:lnSpc>
                <a:spcPct val="90000"/>
              </a:lnSpc>
            </a:pPr>
            <a:endParaRPr lang="en-US" altLang="zh-TW" sz="2800" dirty="0"/>
          </a:p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/>
              </a:rPr>
              <a:t>Know how to define and call a function</a:t>
            </a:r>
            <a:endParaRPr lang="en-US" altLang="zh-TW" sz="2800" dirty="0">
              <a:ea typeface="新細明體"/>
              <a:cs typeface="Calibri"/>
            </a:endParaRPr>
          </a:p>
          <a:p>
            <a:pPr>
              <a:lnSpc>
                <a:spcPct val="90000"/>
              </a:lnSpc>
            </a:pPr>
            <a:endParaRPr lang="en-US" altLang="zh-TW" sz="2800" dirty="0">
              <a:ea typeface="新細明體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ea typeface="+mn-lt"/>
                <a:cs typeface="+mn-lt"/>
              </a:rPr>
              <a:t>Understand how a return statement can interrupt the flow of execution in a function</a:t>
            </a:r>
          </a:p>
          <a:p>
            <a:pPr>
              <a:lnSpc>
                <a:spcPct val="90000"/>
              </a:lnSpc>
            </a:pPr>
            <a:endParaRPr lang="en-US" sz="28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ea typeface="+mn-lt"/>
                <a:cs typeface="+mn-lt"/>
              </a:rPr>
              <a:t>Understand why we need function prototypes and how to declare them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5684310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5 C Functions</a:t>
            </a:r>
          </a:p>
          <a:p>
            <a:pPr lvl="1"/>
            <a:r>
              <a:rPr lang="en-US" dirty="0"/>
              <a:t>Sections 5.1 – 5.5: Function Basics and examples</a:t>
            </a:r>
          </a:p>
          <a:p>
            <a:pPr lvl="1"/>
            <a:r>
              <a:rPr lang="en-US" dirty="0"/>
              <a:t>Sections 5.6: Function Prototypes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2210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6762</TotalTime>
  <Words>4285</Words>
  <Application>Microsoft Office PowerPoint</Application>
  <PresentationFormat>如螢幕大小 (4:3)</PresentationFormat>
  <Paragraphs>1031</Paragraphs>
  <Slides>46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46</vt:i4>
      </vt:variant>
    </vt:vector>
  </HeadingPairs>
  <TitlesOfParts>
    <vt:vector size="55" baseType="lpstr">
      <vt:lpstr>Segoe UI Emoji</vt:lpstr>
      <vt:lpstr>Wingdings</vt:lpstr>
      <vt:lpstr>Consolas</vt:lpstr>
      <vt:lpstr>Times New Roman</vt:lpstr>
      <vt:lpstr>Cambria Math</vt:lpstr>
      <vt:lpstr>新細明體</vt:lpstr>
      <vt:lpstr>Calibri</vt:lpstr>
      <vt:lpstr>Arial</vt:lpstr>
      <vt:lpstr>Office Theme</vt:lpstr>
      <vt:lpstr>Functions</vt:lpstr>
      <vt:lpstr>Outline</vt:lpstr>
      <vt:lpstr>1.1. What is a Function?</vt:lpstr>
      <vt:lpstr>Functions</vt:lpstr>
      <vt:lpstr>Functions</vt:lpstr>
      <vt:lpstr>1.2. A Simple Function</vt:lpstr>
      <vt:lpstr>1.3. Function Name</vt:lpstr>
      <vt:lpstr>1.4. Calling/Invoking A Function</vt:lpstr>
      <vt:lpstr>1.5. Terminology: Caller and Callee</vt:lpstr>
      <vt:lpstr>1.6. Control Flow During a Function Call – Part 1</vt:lpstr>
      <vt:lpstr>1.6. Control Flow During a Function Call – Part 2</vt:lpstr>
      <vt:lpstr>1.6. Control Flow During a Function Call – Part 3</vt:lpstr>
      <vt:lpstr>Advantages of Using Functions</vt:lpstr>
      <vt:lpstr>1.7. Variables declared in a function are local to that function</vt:lpstr>
      <vt:lpstr>1.7. Variables declared in one function are not accessible by another function</vt:lpstr>
      <vt:lpstr>2. Parameters</vt:lpstr>
      <vt:lpstr>2.1. Formal and Actual Parameters</vt:lpstr>
      <vt:lpstr>2.2. How values are passed to a function</vt:lpstr>
      <vt:lpstr>2.3. Defining a function with parameters (Syntax)</vt:lpstr>
      <vt:lpstr>PowerPoint 簡報</vt:lpstr>
      <vt:lpstr>PowerPoint 簡報</vt:lpstr>
      <vt:lpstr>PowerPoint 簡報</vt:lpstr>
      <vt:lpstr>PowerPoint 簡報</vt:lpstr>
      <vt:lpstr>PowerPoint 簡報</vt:lpstr>
      <vt:lpstr>3. Return Value</vt:lpstr>
      <vt:lpstr>3.1. Returning a Value From a Function</vt:lpstr>
      <vt:lpstr>3.1. Returning a Value From a Function</vt:lpstr>
      <vt:lpstr>3.2. Defining a function that returns a value (Syntax)</vt:lpstr>
      <vt:lpstr>3.3. Evaluating an expression containing function calls</vt:lpstr>
      <vt:lpstr>4. Interrupting Control Flow with return </vt:lpstr>
      <vt:lpstr>4.1. Example</vt:lpstr>
      <vt:lpstr>4.1. Example (with multiple return’s)</vt:lpstr>
      <vt:lpstr>4.1. Example (with only one return)</vt:lpstr>
      <vt:lpstr>4.2. Using return without a returning value</vt:lpstr>
      <vt:lpstr>4.3. Additional info about returning a value</vt:lpstr>
      <vt:lpstr>5. Function Prototypes</vt:lpstr>
      <vt:lpstr>PowerPoint 簡報</vt:lpstr>
      <vt:lpstr>PowerPoint 簡報</vt:lpstr>
      <vt:lpstr>PowerPoint 簡報</vt:lpstr>
      <vt:lpstr>5.1. Function Prototypes: When to use them and why?</vt:lpstr>
      <vt:lpstr>5.2. Function Prototypes (Syntax)</vt:lpstr>
      <vt:lpstr>6. Calling Pre-defined Functions</vt:lpstr>
      <vt:lpstr>6.1 Absolute values</vt:lpstr>
      <vt:lpstr>6.1 Example: Comparing two floating point numbers</vt:lpstr>
      <vt:lpstr>Summary</vt:lpstr>
      <vt:lpstr>Reading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</dc:title>
  <dc:creator/>
  <cp:lastModifiedBy>Yim Pan Chui, Dr. (CSD)</cp:lastModifiedBy>
  <cp:revision>12</cp:revision>
  <dcterms:created xsi:type="dcterms:W3CDTF">2011-07-19T12:51:33Z</dcterms:created>
  <dcterms:modified xsi:type="dcterms:W3CDTF">2024-07-04T07:39:03Z</dcterms:modified>
</cp:coreProperties>
</file>