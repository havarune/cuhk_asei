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9" r:id="rId3"/>
    <p:sldId id="260" r:id="rId4"/>
    <p:sldId id="359" r:id="rId5"/>
    <p:sldId id="360" r:id="rId6"/>
    <p:sldId id="361" r:id="rId7"/>
    <p:sldId id="373" r:id="rId8"/>
    <p:sldId id="362" r:id="rId9"/>
    <p:sldId id="363" r:id="rId10"/>
    <p:sldId id="364" r:id="rId11"/>
    <p:sldId id="365" r:id="rId12"/>
    <p:sldId id="375" r:id="rId13"/>
    <p:sldId id="376" r:id="rId14"/>
    <p:sldId id="377" r:id="rId15"/>
    <p:sldId id="378" r:id="rId16"/>
    <p:sldId id="379" r:id="rId17"/>
    <p:sldId id="366" r:id="rId18"/>
    <p:sldId id="367" r:id="rId19"/>
    <p:sldId id="368" r:id="rId20"/>
    <p:sldId id="371" r:id="rId21"/>
    <p:sldId id="369" r:id="rId22"/>
    <p:sldId id="372" r:id="rId23"/>
    <p:sldId id="308" r:id="rId24"/>
    <p:sldId id="374" r:id="rId25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750F6D"/>
    <a:srgbClr val="FF99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05AFC4-C831-4880-84B6-BC35777ECA8E}" v="2" dt="2024-03-15T07:08:49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6" autoAdjust="0"/>
    <p:restoredTop sz="72660" autoAdjust="0"/>
  </p:normalViewPr>
  <p:slideViewPr>
    <p:cSldViewPr>
      <p:cViewPr varScale="1">
        <p:scale>
          <a:sx n="72" d="100"/>
          <a:sy n="72" d="100"/>
        </p:scale>
        <p:origin x="70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8011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A24E91FB-15C9-80B3-0829-8682F1F08FC0}"/>
    <pc:docChg chg="modSld">
      <pc:chgData name="William Hui (IEG)" userId="S::kyhui@cuhk.edu.hk::07728535-8fdc-4325-b24f-20cc4d58a3a3" providerId="AD" clId="Web-{A24E91FB-15C9-80B3-0829-8682F1F08FC0}" dt="2019-09-21T16:12:24.412" v="29" actId="20577"/>
      <pc:docMkLst>
        <pc:docMk/>
      </pc:docMkLst>
    </pc:docChg>
  </pc:docChgLst>
  <pc:docChgLst>
    <pc:chgData clId="Web-{A24E91FB-15C9-80B3-0829-8682F1F08FC0}"/>
    <pc:docChg chg="addSld">
      <pc:chgData name="" userId="" providerId="" clId="Web-{A24E91FB-15C9-80B3-0829-8682F1F08FC0}" dt="2019-09-21T16:12:17.459" v="0"/>
      <pc:docMkLst>
        <pc:docMk/>
      </pc:docMkLst>
    </pc:docChg>
  </pc:docChgLst>
  <pc:docChgLst>
    <pc:chgData name="Yim Pan Chui, Dr. (CSD)" userId="06f431c5-cc1a-4439-a61b-5f3af947c103" providerId="ADAL" clId="{6405AFC4-C831-4880-84B6-BC35777ECA8E}"/>
    <pc:docChg chg="undo custSel modSld">
      <pc:chgData name="Yim Pan Chui, Dr. (CSD)" userId="06f431c5-cc1a-4439-a61b-5f3af947c103" providerId="ADAL" clId="{6405AFC4-C831-4880-84B6-BC35777ECA8E}" dt="2024-03-15T07:37:03.934" v="388" actId="13926"/>
      <pc:docMkLst>
        <pc:docMk/>
      </pc:docMkLst>
      <pc:sldChg chg="modSp mod">
        <pc:chgData name="Yim Pan Chui, Dr. (CSD)" userId="06f431c5-cc1a-4439-a61b-5f3af947c103" providerId="ADAL" clId="{6405AFC4-C831-4880-84B6-BC35777ECA8E}" dt="2024-03-15T07:05:33.944" v="24" actId="13926"/>
        <pc:sldMkLst>
          <pc:docMk/>
          <pc:sldMk cId="2208720684" sldId="359"/>
        </pc:sldMkLst>
        <pc:spChg chg="mod">
          <ac:chgData name="Yim Pan Chui, Dr. (CSD)" userId="06f431c5-cc1a-4439-a61b-5f3af947c103" providerId="ADAL" clId="{6405AFC4-C831-4880-84B6-BC35777ECA8E}" dt="2024-03-15T07:05:33.944" v="24" actId="13926"/>
          <ac:spMkLst>
            <pc:docMk/>
            <pc:sldMk cId="2208720684" sldId="359"/>
            <ac:spMk id="13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05:16.265" v="20" actId="13926"/>
          <ac:spMkLst>
            <pc:docMk/>
            <pc:sldMk cId="2208720684" sldId="359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05:24.446" v="22" actId="13926"/>
          <ac:spMkLst>
            <pc:docMk/>
            <pc:sldMk cId="2208720684" sldId="359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5:50.162" v="26" actId="13926"/>
        <pc:sldMkLst>
          <pc:docMk/>
          <pc:sldMk cId="1899169384" sldId="360"/>
        </pc:sldMkLst>
        <pc:spChg chg="mod">
          <ac:chgData name="Yim Pan Chui, Dr. (CSD)" userId="06f431c5-cc1a-4439-a61b-5f3af947c103" providerId="ADAL" clId="{6405AFC4-C831-4880-84B6-BC35777ECA8E}" dt="2024-03-15T07:05:50.162" v="26" actId="13926"/>
          <ac:spMkLst>
            <pc:docMk/>
            <pc:sldMk cId="1899169384" sldId="360"/>
            <ac:spMk id="12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05:46.194" v="25" actId="13926"/>
          <ac:spMkLst>
            <pc:docMk/>
            <pc:sldMk cId="1899169384" sldId="360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5:04.316" v="18" actId="13926"/>
        <pc:sldMkLst>
          <pc:docMk/>
          <pc:sldMk cId="4227071237" sldId="361"/>
        </pc:sldMkLst>
        <pc:spChg chg="mod">
          <ac:chgData name="Yim Pan Chui, Dr. (CSD)" userId="06f431c5-cc1a-4439-a61b-5f3af947c103" providerId="ADAL" clId="{6405AFC4-C831-4880-84B6-BC35777ECA8E}" dt="2024-03-15T07:05:04.316" v="18" actId="13926"/>
          <ac:spMkLst>
            <pc:docMk/>
            <pc:sldMk cId="4227071237" sldId="361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7:37.968" v="118" actId="13926"/>
        <pc:sldMkLst>
          <pc:docMk/>
          <pc:sldMk cId="3110049485" sldId="362"/>
        </pc:sldMkLst>
        <pc:spChg chg="mod">
          <ac:chgData name="Yim Pan Chui, Dr. (CSD)" userId="06f431c5-cc1a-4439-a61b-5f3af947c103" providerId="ADAL" clId="{6405AFC4-C831-4880-84B6-BC35777ECA8E}" dt="2024-03-15T07:07:37.968" v="118" actId="13926"/>
          <ac:spMkLst>
            <pc:docMk/>
            <pc:sldMk cId="3110049485" sldId="362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07:26.415" v="117" actId="13926"/>
          <ac:spMkLst>
            <pc:docMk/>
            <pc:sldMk cId="3110049485" sldId="362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8:22.667" v="125" actId="13926"/>
        <pc:sldMkLst>
          <pc:docMk/>
          <pc:sldMk cId="3153880567" sldId="363"/>
        </pc:sldMkLst>
        <pc:spChg chg="mod">
          <ac:chgData name="Yim Pan Chui, Dr. (CSD)" userId="06f431c5-cc1a-4439-a61b-5f3af947c103" providerId="ADAL" clId="{6405AFC4-C831-4880-84B6-BC35777ECA8E}" dt="2024-03-15T07:08:22.667" v="125" actId="13926"/>
          <ac:spMkLst>
            <pc:docMk/>
            <pc:sldMk cId="3153880567" sldId="363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9:18.804" v="133" actId="13926"/>
        <pc:sldMkLst>
          <pc:docMk/>
          <pc:sldMk cId="1199998067" sldId="364"/>
        </pc:sldMkLst>
        <pc:spChg chg="mod">
          <ac:chgData name="Yim Pan Chui, Dr. (CSD)" userId="06f431c5-cc1a-4439-a61b-5f3af947c103" providerId="ADAL" clId="{6405AFC4-C831-4880-84B6-BC35777ECA8E}" dt="2024-03-15T07:09:18.804" v="133" actId="13926"/>
          <ac:spMkLst>
            <pc:docMk/>
            <pc:sldMk cId="1199998067" sldId="364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09:09.814" v="132" actId="13926"/>
          <ac:spMkLst>
            <pc:docMk/>
            <pc:sldMk cId="1199998067" sldId="364"/>
            <ac:spMk id="9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12:03.026" v="145" actId="13926"/>
        <pc:sldMkLst>
          <pc:docMk/>
          <pc:sldMk cId="1998429632" sldId="367"/>
        </pc:sldMkLst>
        <pc:spChg chg="mod">
          <ac:chgData name="Yim Pan Chui, Dr. (CSD)" userId="06f431c5-cc1a-4439-a61b-5f3af947c103" providerId="ADAL" clId="{6405AFC4-C831-4880-84B6-BC35777ECA8E}" dt="2024-03-15T07:12:03.026" v="145" actId="13926"/>
          <ac:spMkLst>
            <pc:docMk/>
            <pc:sldMk cId="1998429632" sldId="367"/>
            <ac:spMk id="164869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37:03.934" v="388" actId="13926"/>
        <pc:sldMkLst>
          <pc:docMk/>
          <pc:sldMk cId="2761116161" sldId="369"/>
        </pc:sldMkLst>
        <pc:spChg chg="mod">
          <ac:chgData name="Yim Pan Chui, Dr. (CSD)" userId="06f431c5-cc1a-4439-a61b-5f3af947c103" providerId="ADAL" clId="{6405AFC4-C831-4880-84B6-BC35777ECA8E}" dt="2024-03-15T07:37:03.934" v="388" actId="13926"/>
          <ac:spMkLst>
            <pc:docMk/>
            <pc:sldMk cId="2761116161" sldId="369"/>
            <ac:spMk id="181252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36:55.726" v="386" actId="13926"/>
        <pc:sldMkLst>
          <pc:docMk/>
          <pc:sldMk cId="2494130295" sldId="372"/>
        </pc:sldMkLst>
        <pc:spChg chg="mod">
          <ac:chgData name="Yim Pan Chui, Dr. (CSD)" userId="06f431c5-cc1a-4439-a61b-5f3af947c103" providerId="ADAL" clId="{6405AFC4-C831-4880-84B6-BC35777ECA8E}" dt="2024-03-15T07:36:07.976" v="381" actId="13926"/>
          <ac:spMkLst>
            <pc:docMk/>
            <pc:sldMk cId="2494130295" sldId="372"/>
            <ac:spMk id="7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36:55.726" v="386" actId="13926"/>
          <ac:spMkLst>
            <pc:docMk/>
            <pc:sldMk cId="2494130295" sldId="372"/>
            <ac:spMk id="181252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07:06.622" v="113" actId="20577"/>
        <pc:sldMkLst>
          <pc:docMk/>
          <pc:sldMk cId="2565903792" sldId="373"/>
        </pc:sldMkLst>
        <pc:spChg chg="mod">
          <ac:chgData name="Yim Pan Chui, Dr. (CSD)" userId="06f431c5-cc1a-4439-a61b-5f3af947c103" providerId="ADAL" clId="{6405AFC4-C831-4880-84B6-BC35777ECA8E}" dt="2024-03-15T07:07:06.622" v="113" actId="20577"/>
          <ac:spMkLst>
            <pc:docMk/>
            <pc:sldMk cId="2565903792" sldId="373"/>
            <ac:spMk id="74754" creationId="{00000000-0000-0000-0000-000000000000}"/>
          </ac:spMkLst>
        </pc:spChg>
      </pc:sldChg>
      <pc:sldChg chg="modSp mod">
        <pc:chgData name="Yim Pan Chui, Dr. (CSD)" userId="06f431c5-cc1a-4439-a61b-5f3af947c103" providerId="ADAL" clId="{6405AFC4-C831-4880-84B6-BC35777ECA8E}" dt="2024-03-15T07:10:58.815" v="143" actId="13926"/>
        <pc:sldMkLst>
          <pc:docMk/>
          <pc:sldMk cId="1333354155" sldId="377"/>
        </pc:sldMkLst>
        <pc:spChg chg="mod">
          <ac:chgData name="Yim Pan Chui, Dr. (CSD)" userId="06f431c5-cc1a-4439-a61b-5f3af947c103" providerId="ADAL" clId="{6405AFC4-C831-4880-84B6-BC35777ECA8E}" dt="2024-03-15T07:10:58.815" v="143" actId="13926"/>
          <ac:spMkLst>
            <pc:docMk/>
            <pc:sldMk cId="1333354155" sldId="377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6405AFC4-C831-4880-84B6-BC35777ECA8E}" dt="2024-03-15T07:10:42.012" v="140" actId="13926"/>
          <ac:spMkLst>
            <pc:docMk/>
            <pc:sldMk cId="1333354155" sldId="377"/>
            <ac:spMk id="74754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FB838CFB-C204-1331-33A5-1FB9A47FDB8C}"/>
    <pc:docChg chg="addSld delSld modSld sldOrd">
      <pc:chgData name="William Hui (IEG)" userId="S::kyhui@cuhk.edu.hk::07728535-8fdc-4325-b24f-20cc4d58a3a3" providerId="AD" clId="Web-{FB838CFB-C204-1331-33A5-1FB9A47FDB8C}" dt="2019-09-22T09:29:32.129" v="1107" actId="20577"/>
      <pc:docMkLst>
        <pc:docMk/>
      </pc:docMkLst>
      <pc:sldChg chg="modSp">
        <pc:chgData name="William Hui (IEG)" userId="S::kyhui@cuhk.edu.hk::07728535-8fdc-4325-b24f-20cc4d58a3a3" providerId="AD" clId="Web-{FB838CFB-C204-1331-33A5-1FB9A47FDB8C}" dt="2019-09-22T08:48:06.722" v="11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FB838CFB-C204-1331-33A5-1FB9A47FDB8C}" dt="2019-09-22T08:48:06.722" v="11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9:37.785" v="84" actId="20577"/>
        <pc:sldMkLst>
          <pc:docMk/>
          <pc:sldMk cId="2772304277" sldId="259"/>
        </pc:sldMkLst>
        <pc:spChg chg="mod">
          <ac:chgData name="William Hui (IEG)" userId="S::kyhui@cuhk.edu.hk::07728535-8fdc-4325-b24f-20cc4d58a3a3" providerId="AD" clId="Web-{FB838CFB-C204-1331-33A5-1FB9A47FDB8C}" dt="2019-09-22T08:49:37.785" v="84" actId="20577"/>
          <ac:spMkLst>
            <pc:docMk/>
            <pc:sldMk cId="2772304277" sldId="259"/>
            <ac:spMk id="410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9:29:32.129" v="1106" actId="20577"/>
        <pc:sldMkLst>
          <pc:docMk/>
          <pc:sldMk cId="2369003110" sldId="308"/>
        </pc:sldMkLst>
        <pc:spChg chg="mod">
          <ac:chgData name="William Hui (IEG)" userId="S::kyhui@cuhk.edu.hk::07728535-8fdc-4325-b24f-20cc4d58a3a3" providerId="AD" clId="Web-{FB838CFB-C204-1331-33A5-1FB9A47FDB8C}" dt="2019-09-22T09:29:32.129" v="1106" actId="20577"/>
          <ac:spMkLst>
            <pc:docMk/>
            <pc:sldMk cId="2369003110" sldId="308"/>
            <ac:spMk id="11878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8:48.863" v="43" actId="20577"/>
        <pc:sldMkLst>
          <pc:docMk/>
          <pc:sldMk cId="2375331662" sldId="366"/>
        </pc:sldMkLst>
        <pc:spChg chg="mod">
          <ac:chgData name="William Hui (IEG)" userId="S::kyhui@cuhk.edu.hk::07728535-8fdc-4325-b24f-20cc4d58a3a3" providerId="AD" clId="Web-{FB838CFB-C204-1331-33A5-1FB9A47FDB8C}" dt="2019-09-22T08:48:48.863" v="43" actId="20577"/>
          <ac:spMkLst>
            <pc:docMk/>
            <pc:sldMk cId="2375331662" sldId="36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8:53.238" v="45" actId="20577"/>
        <pc:sldMkLst>
          <pc:docMk/>
          <pc:sldMk cId="1998429632" sldId="367"/>
        </pc:sldMkLst>
        <pc:spChg chg="mod">
          <ac:chgData name="William Hui (IEG)" userId="S::kyhui@cuhk.edu.hk::07728535-8fdc-4325-b24f-20cc4d58a3a3" providerId="AD" clId="Web-{FB838CFB-C204-1331-33A5-1FB9A47FDB8C}" dt="2019-09-22T08:48:53.238" v="45" actId="20577"/>
          <ac:spMkLst>
            <pc:docMk/>
            <pc:sldMk cId="1998429632" sldId="367"/>
            <ac:spMk id="164866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8:55.706" v="48" actId="20577"/>
        <pc:sldMkLst>
          <pc:docMk/>
          <pc:sldMk cId="690867867" sldId="368"/>
        </pc:sldMkLst>
        <pc:spChg chg="mod">
          <ac:chgData name="William Hui (IEG)" userId="S::kyhui@cuhk.edu.hk::07728535-8fdc-4325-b24f-20cc4d58a3a3" providerId="AD" clId="Web-{FB838CFB-C204-1331-33A5-1FB9A47FDB8C}" dt="2019-09-22T08:48:55.706" v="48" actId="20577"/>
          <ac:spMkLst>
            <pc:docMk/>
            <pc:sldMk cId="690867867" sldId="368"/>
            <ac:spMk id="16589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9:00.831" v="52" actId="20577"/>
        <pc:sldMkLst>
          <pc:docMk/>
          <pc:sldMk cId="2761116161" sldId="369"/>
        </pc:sldMkLst>
        <pc:spChg chg="mod">
          <ac:chgData name="William Hui (IEG)" userId="S::kyhui@cuhk.edu.hk::07728535-8fdc-4325-b24f-20cc4d58a3a3" providerId="AD" clId="Web-{FB838CFB-C204-1331-33A5-1FB9A47FDB8C}" dt="2019-09-22T08:49:00.831" v="52" actId="20577"/>
          <ac:spMkLst>
            <pc:docMk/>
            <pc:sldMk cId="2761116161" sldId="369"/>
            <ac:spMk id="18125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8:58.285" v="50" actId="20577"/>
        <pc:sldMkLst>
          <pc:docMk/>
          <pc:sldMk cId="449171234" sldId="371"/>
        </pc:sldMkLst>
        <pc:spChg chg="mod">
          <ac:chgData name="William Hui (IEG)" userId="S::kyhui@cuhk.edu.hk::07728535-8fdc-4325-b24f-20cc4d58a3a3" providerId="AD" clId="Web-{FB838CFB-C204-1331-33A5-1FB9A47FDB8C}" dt="2019-09-22T08:48:58.285" v="50" actId="20577"/>
          <ac:spMkLst>
            <pc:docMk/>
            <pc:sldMk cId="449171234" sldId="371"/>
            <ac:spMk id="16589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B838CFB-C204-1331-33A5-1FB9A47FDB8C}" dt="2019-09-22T08:49:04.159" v="55" actId="20577"/>
        <pc:sldMkLst>
          <pc:docMk/>
          <pc:sldMk cId="2494130295" sldId="372"/>
        </pc:sldMkLst>
        <pc:spChg chg="mod">
          <ac:chgData name="William Hui (IEG)" userId="S::kyhui@cuhk.edu.hk::07728535-8fdc-4325-b24f-20cc4d58a3a3" providerId="AD" clId="Web-{FB838CFB-C204-1331-33A5-1FB9A47FDB8C}" dt="2019-09-22T08:49:04.159" v="55" actId="20577"/>
          <ac:spMkLst>
            <pc:docMk/>
            <pc:sldMk cId="2494130295" sldId="372"/>
            <ac:spMk id="181250" creationId="{00000000-0000-0000-0000-000000000000}"/>
          </ac:spMkLst>
        </pc:spChg>
      </pc:sldChg>
      <pc:sldChg chg="modSp new">
        <pc:chgData name="William Hui (IEG)" userId="S::kyhui@cuhk.edu.hk::07728535-8fdc-4325-b24f-20cc4d58a3a3" providerId="AD" clId="Web-{FB838CFB-C204-1331-33A5-1FB9A47FDB8C}" dt="2019-09-22T08:58:45.394" v="555" actId="20577"/>
        <pc:sldMkLst>
          <pc:docMk/>
          <pc:sldMk cId="3315102304" sldId="375"/>
        </pc:sldMkLst>
        <pc:spChg chg="mod">
          <ac:chgData name="William Hui (IEG)" userId="S::kyhui@cuhk.edu.hk::07728535-8fdc-4325-b24f-20cc4d58a3a3" providerId="AD" clId="Web-{FB838CFB-C204-1331-33A5-1FB9A47FDB8C}" dt="2019-09-22T08:48:44.706" v="40" actId="20577"/>
          <ac:spMkLst>
            <pc:docMk/>
            <pc:sldMk cId="3315102304" sldId="375"/>
            <ac:spMk id="2" creationId="{C946F024-EE88-4FCE-870F-1F23CB84C78B}"/>
          </ac:spMkLst>
        </pc:spChg>
        <pc:spChg chg="mod">
          <ac:chgData name="William Hui (IEG)" userId="S::kyhui@cuhk.edu.hk::07728535-8fdc-4325-b24f-20cc4d58a3a3" providerId="AD" clId="Web-{FB838CFB-C204-1331-33A5-1FB9A47FDB8C}" dt="2019-09-22T08:58:45.394" v="555" actId="20577"/>
          <ac:spMkLst>
            <pc:docMk/>
            <pc:sldMk cId="3315102304" sldId="375"/>
            <ac:spMk id="3" creationId="{7BB1DFC8-62FC-438B-8147-AFC31A66CF08}"/>
          </ac:spMkLst>
        </pc:spChg>
      </pc:sldChg>
      <pc:sldChg chg="addSp delSp modSp add replId">
        <pc:chgData name="William Hui (IEG)" userId="S::kyhui@cuhk.edu.hk::07728535-8fdc-4325-b24f-20cc4d58a3a3" providerId="AD" clId="Web-{FB838CFB-C204-1331-33A5-1FB9A47FDB8C}" dt="2019-09-22T09:28:42.442" v="1103" actId="20577"/>
        <pc:sldMkLst>
          <pc:docMk/>
          <pc:sldMk cId="1664607574" sldId="376"/>
        </pc:sldMkLst>
        <pc:spChg chg="add del mod">
          <ac:chgData name="William Hui (IEG)" userId="S::kyhui@cuhk.edu.hk::07728535-8fdc-4325-b24f-20cc4d58a3a3" providerId="AD" clId="Web-{FB838CFB-C204-1331-33A5-1FB9A47FDB8C}" dt="2019-09-22T09:28:42.442" v="1103" actId="20577"/>
          <ac:spMkLst>
            <pc:docMk/>
            <pc:sldMk cId="1664607574" sldId="376"/>
            <ac:spMk id="3" creationId="{7BB1DFC8-62FC-438B-8147-AFC31A66CF08}"/>
          </ac:spMkLst>
        </pc:spChg>
        <pc:spChg chg="add del mod">
          <ac:chgData name="William Hui (IEG)" userId="S::kyhui@cuhk.edu.hk::07728535-8fdc-4325-b24f-20cc4d58a3a3" providerId="AD" clId="Web-{FB838CFB-C204-1331-33A5-1FB9A47FDB8C}" dt="2019-09-22T08:56:30.113" v="303"/>
          <ac:spMkLst>
            <pc:docMk/>
            <pc:sldMk cId="1664607574" sldId="376"/>
            <ac:spMk id="6" creationId="{CC6D9979-7298-495D-A6A1-EC1D224976CD}"/>
          </ac:spMkLst>
        </pc:spChg>
      </pc:sldChg>
      <pc:sldChg chg="modSp add ord replId">
        <pc:chgData name="William Hui (IEG)" userId="S::kyhui@cuhk.edu.hk::07728535-8fdc-4325-b24f-20cc4d58a3a3" providerId="AD" clId="Web-{FB838CFB-C204-1331-33A5-1FB9A47FDB8C}" dt="2019-09-22T09:21:14.740" v="939" actId="14100"/>
        <pc:sldMkLst>
          <pc:docMk/>
          <pc:sldMk cId="1333354155" sldId="377"/>
        </pc:sldMkLst>
        <pc:spChg chg="mod">
          <ac:chgData name="William Hui (IEG)" userId="S::kyhui@cuhk.edu.hk::07728535-8fdc-4325-b24f-20cc4d58a3a3" providerId="AD" clId="Web-{FB838CFB-C204-1331-33A5-1FB9A47FDB8C}" dt="2019-09-22T09:10:15.582" v="649" actId="14100"/>
          <ac:spMkLst>
            <pc:docMk/>
            <pc:sldMk cId="1333354155" sldId="377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FB838CFB-C204-1331-33A5-1FB9A47FDB8C}" dt="2019-09-22T09:21:14.740" v="939" actId="14100"/>
          <ac:spMkLst>
            <pc:docMk/>
            <pc:sldMk cId="1333354155" sldId="377"/>
            <ac:spMk id="16" creationId="{00000000-0000-0000-0000-000000000000}"/>
          </ac:spMkLst>
        </pc:spChg>
        <pc:spChg chg="mod">
          <ac:chgData name="William Hui (IEG)" userId="S::kyhui@cuhk.edu.hk::07728535-8fdc-4325-b24f-20cc4d58a3a3" providerId="AD" clId="Web-{FB838CFB-C204-1331-33A5-1FB9A47FDB8C}" dt="2019-09-22T09:12:05.848" v="721" actId="20577"/>
          <ac:spMkLst>
            <pc:docMk/>
            <pc:sldMk cId="1333354155" sldId="377"/>
            <ac:spMk id="74754" creationId="{00000000-0000-0000-0000-000000000000}"/>
          </ac:spMkLst>
        </pc:spChg>
        <pc:spChg chg="mod">
          <ac:chgData name="William Hui (IEG)" userId="S::kyhui@cuhk.edu.hk::07728535-8fdc-4325-b24f-20cc4d58a3a3" providerId="AD" clId="Web-{FB838CFB-C204-1331-33A5-1FB9A47FDB8C}" dt="2019-09-22T09:08:13.332" v="570" actId="20577"/>
          <ac:spMkLst>
            <pc:docMk/>
            <pc:sldMk cId="1333354155" sldId="377"/>
            <ac:spMk id="74761" creationId="{00000000-0000-0000-0000-000000000000}"/>
          </ac:spMkLst>
        </pc:spChg>
      </pc:sldChg>
      <pc:sldChg chg="modSp add ord replId">
        <pc:chgData name="William Hui (IEG)" userId="S::kyhui@cuhk.edu.hk::07728535-8fdc-4325-b24f-20cc4d58a3a3" providerId="AD" clId="Web-{FB838CFB-C204-1331-33A5-1FB9A47FDB8C}" dt="2019-09-22T09:20:50.567" v="904" actId="20577"/>
        <pc:sldMkLst>
          <pc:docMk/>
          <pc:sldMk cId="29926056" sldId="378"/>
        </pc:sldMkLst>
        <pc:spChg chg="mod">
          <ac:chgData name="William Hui (IEG)" userId="S::kyhui@cuhk.edu.hk::07728535-8fdc-4325-b24f-20cc4d58a3a3" providerId="AD" clId="Web-{FB838CFB-C204-1331-33A5-1FB9A47FDB8C}" dt="2019-09-22T09:19:55.004" v="743" actId="20577"/>
          <ac:spMkLst>
            <pc:docMk/>
            <pc:sldMk cId="29926056" sldId="378"/>
            <ac:spMk id="2" creationId="{C946F024-EE88-4FCE-870F-1F23CB84C78B}"/>
          </ac:spMkLst>
        </pc:spChg>
        <pc:spChg chg="mod">
          <ac:chgData name="William Hui (IEG)" userId="S::kyhui@cuhk.edu.hk::07728535-8fdc-4325-b24f-20cc4d58a3a3" providerId="AD" clId="Web-{FB838CFB-C204-1331-33A5-1FB9A47FDB8C}" dt="2019-09-22T09:20:50.567" v="904" actId="20577"/>
          <ac:spMkLst>
            <pc:docMk/>
            <pc:sldMk cId="29926056" sldId="378"/>
            <ac:spMk id="3" creationId="{7BB1DFC8-62FC-438B-8147-AFC31A66CF08}"/>
          </ac:spMkLst>
        </pc:spChg>
      </pc:sldChg>
      <pc:sldChg chg="addSp delSp modSp add ord replId">
        <pc:chgData name="William Hui (IEG)" userId="S::kyhui@cuhk.edu.hk::07728535-8fdc-4325-b24f-20cc4d58a3a3" providerId="AD" clId="Web-{FB838CFB-C204-1331-33A5-1FB9A47FDB8C}" dt="2019-09-22T09:28:37.739" v="1100" actId="14100"/>
        <pc:sldMkLst>
          <pc:docMk/>
          <pc:sldMk cId="907724704" sldId="379"/>
        </pc:sldMkLst>
        <pc:spChg chg="del">
          <ac:chgData name="William Hui (IEG)" userId="S::kyhui@cuhk.edu.hk::07728535-8fdc-4325-b24f-20cc4d58a3a3" providerId="AD" clId="Web-{FB838CFB-C204-1331-33A5-1FB9A47FDB8C}" dt="2019-09-22T09:26:09.129" v="1006"/>
          <ac:spMkLst>
            <pc:docMk/>
            <pc:sldMk cId="907724704" sldId="379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FB838CFB-C204-1331-33A5-1FB9A47FDB8C}" dt="2019-09-22T09:28:37.739" v="1100" actId="14100"/>
          <ac:spMkLst>
            <pc:docMk/>
            <pc:sldMk cId="907724704" sldId="379"/>
            <ac:spMk id="3" creationId="{FD3C22A2-9947-4467-A941-1F91D3D8BBEB}"/>
          </ac:spMkLst>
        </pc:spChg>
        <pc:spChg chg="mod">
          <ac:chgData name="William Hui (IEG)" userId="S::kyhui@cuhk.edu.hk::07728535-8fdc-4325-b24f-20cc4d58a3a3" providerId="AD" clId="Web-{FB838CFB-C204-1331-33A5-1FB9A47FDB8C}" dt="2019-09-22T09:26:02.145" v="1005"/>
          <ac:spMkLst>
            <pc:docMk/>
            <pc:sldMk cId="907724704" sldId="379"/>
            <ac:spMk id="16" creationId="{00000000-0000-0000-0000-000000000000}"/>
          </ac:spMkLst>
        </pc:spChg>
        <pc:spChg chg="mod">
          <ac:chgData name="William Hui (IEG)" userId="S::kyhui@cuhk.edu.hk::07728535-8fdc-4325-b24f-20cc4d58a3a3" providerId="AD" clId="Web-{FB838CFB-C204-1331-33A5-1FB9A47FDB8C}" dt="2019-09-22T09:24:21.426" v="989" actId="20577"/>
          <ac:spMkLst>
            <pc:docMk/>
            <pc:sldMk cId="907724704" sldId="379"/>
            <ac:spMk id="74754" creationId="{00000000-0000-0000-0000-000000000000}"/>
          </ac:spMkLst>
        </pc:spChg>
        <pc:spChg chg="mod">
          <ac:chgData name="William Hui (IEG)" userId="S::kyhui@cuhk.edu.hk::07728535-8fdc-4325-b24f-20cc4d58a3a3" providerId="AD" clId="Web-{FB838CFB-C204-1331-33A5-1FB9A47FDB8C}" dt="2019-09-22T09:21:37.114" v="957" actId="20577"/>
          <ac:spMkLst>
            <pc:docMk/>
            <pc:sldMk cId="907724704" sldId="379"/>
            <ac:spMk id="74761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CE053CEF-E9C4-C045-B9E9-1C806E6181D4}"/>
    <pc:docChg chg="modSld">
      <pc:chgData name="Chuck jee Chau (CSD)" userId="7aa7a09e-983f-4214-9e5a-071cbb678e81" providerId="ADAL" clId="{CE053CEF-E9C4-C045-B9E9-1C806E6181D4}" dt="2019-10-30T10:50:04.414" v="81" actId="113"/>
      <pc:docMkLst>
        <pc:docMk/>
      </pc:docMkLst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0" sldId="256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2772304277" sldId="259"/>
        </pc:sldMkLst>
        <pc:spChg chg="mod">
          <ac:chgData name="Chuck jee Chau (CSD)" userId="7aa7a09e-983f-4214-9e5a-071cbb678e81" providerId="ADAL" clId="{CE053CEF-E9C4-C045-B9E9-1C806E6181D4}" dt="2019-10-24T03:05:32.413" v="0" actId="113"/>
          <ac:spMkLst>
            <pc:docMk/>
            <pc:sldMk cId="2772304277" sldId="259"/>
            <ac:spMk id="4099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772304277" sldId="259"/>
            <ac:spMk id="4100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9:16.896" v="22" actId="2711"/>
        <pc:sldMkLst>
          <pc:docMk/>
          <pc:sldMk cId="3702859340" sldId="260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702859340" sldId="260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9:16.896" v="22" actId="2711"/>
          <ac:spMkLst>
            <pc:docMk/>
            <pc:sldMk cId="3702859340" sldId="260"/>
            <ac:spMk id="5123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702859340" sldId="260"/>
            <ac:spMk id="5124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16:36.895" v="77" actId="2710"/>
        <pc:sldMkLst>
          <pc:docMk/>
          <pc:sldMk cId="2369003110" sldId="308"/>
        </pc:sldMkLst>
        <pc:spChg chg="mod">
          <ac:chgData name="Chuck jee Chau (CSD)" userId="7aa7a09e-983f-4214-9e5a-071cbb678e81" providerId="ADAL" clId="{CE053CEF-E9C4-C045-B9E9-1C806E6181D4}" dt="2019-10-24T03:16:34.360" v="76" actId="113"/>
          <ac:spMkLst>
            <pc:docMk/>
            <pc:sldMk cId="2369003110" sldId="308"/>
            <ac:spMk id="11878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6:36.895" v="77" actId="2710"/>
          <ac:spMkLst>
            <pc:docMk/>
            <pc:sldMk cId="2369003110" sldId="308"/>
            <ac:spMk id="118787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2208720684" sldId="359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208720684" sldId="359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208720684" sldId="359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208720684" sldId="359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208720684" sldId="359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899169384" sldId="360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899169384" sldId="360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899169384" sldId="360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899169384" sldId="360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227071237" sldId="361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227071237" sldId="361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227071237" sldId="361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227071237" sldId="361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3110049485" sldId="362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10049485" sldId="362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10049485" sldId="362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10049485" sldId="362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3153880567" sldId="363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53880567" sldId="36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53880567" sldId="363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53880567" sldId="363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153880567" sldId="363"/>
            <ac:spMk id="74761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CE053CEF-E9C4-C045-B9E9-1C806E6181D4}" dt="2019-10-24T03:08:39.525" v="20" actId="478"/>
        <pc:sldMkLst>
          <pc:docMk/>
          <pc:sldMk cId="1199998067" sldId="364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199998067" sldId="36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199998067" sldId="364"/>
            <ac:spMk id="6" creationId="{00000000-0000-0000-0000-000000000000}"/>
          </ac:spMkLst>
        </pc:spChg>
        <pc:spChg chg="add del mod">
          <ac:chgData name="Chuck jee Chau (CSD)" userId="7aa7a09e-983f-4214-9e5a-071cbb678e81" providerId="ADAL" clId="{CE053CEF-E9C4-C045-B9E9-1C806E6181D4}" dt="2019-10-24T03:08:39.525" v="20" actId="478"/>
          <ac:spMkLst>
            <pc:docMk/>
            <pc:sldMk cId="1199998067" sldId="364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199998067" sldId="364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199998067" sldId="364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199998067" sldId="364"/>
            <ac:spMk id="1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199626820" sldId="365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199626820" sldId="365"/>
            <ac:spMk id="198658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199626820" sldId="365"/>
            <ac:spMk id="198659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14:15.278" v="73" actId="20577"/>
        <pc:sldMkLst>
          <pc:docMk/>
          <pc:sldMk cId="2375331662" sldId="366"/>
        </pc:sldMkLst>
        <pc:spChg chg="mod">
          <ac:chgData name="Chuck jee Chau (CSD)" userId="7aa7a09e-983f-4214-9e5a-071cbb678e81" providerId="ADAL" clId="{CE053CEF-E9C4-C045-B9E9-1C806E6181D4}" dt="2019-10-24T03:14:06.383" v="71" actId="113"/>
          <ac:spMkLst>
            <pc:docMk/>
            <pc:sldMk cId="2375331662" sldId="36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4:15.278" v="73" actId="20577"/>
          <ac:spMkLst>
            <pc:docMk/>
            <pc:sldMk cId="2375331662" sldId="366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998429632" sldId="367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998429632" sldId="367"/>
            <ac:spMk id="16486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998429632" sldId="367"/>
            <ac:spMk id="164867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998429632" sldId="367"/>
            <ac:spMk id="164868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998429632" sldId="367"/>
            <ac:spMk id="164869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690867867" sldId="368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690867867" sldId="368"/>
            <ac:spMk id="165890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690867867" sldId="368"/>
            <ac:spMk id="16589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30T10:49:43.101" v="80" actId="20577"/>
        <pc:sldMkLst>
          <pc:docMk/>
          <pc:sldMk cId="2761116161" sldId="369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761116161" sldId="369"/>
            <ac:spMk id="181250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30T10:49:43.101" v="80" actId="20577"/>
          <ac:spMkLst>
            <pc:docMk/>
            <pc:sldMk cId="2761116161" sldId="369"/>
            <ac:spMk id="18125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5:43.342" v="75" actId="113"/>
          <ac:spMkLst>
            <pc:docMk/>
            <pc:sldMk cId="2761116161" sldId="369"/>
            <ac:spMk id="181253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761116161" sldId="369"/>
            <ac:spMk id="181255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49171234" sldId="371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49171234" sldId="371"/>
            <ac:spMk id="165890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449171234" sldId="371"/>
            <ac:spMk id="16589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30T10:50:04.414" v="81" actId="113"/>
        <pc:sldMkLst>
          <pc:docMk/>
          <pc:sldMk cId="2494130295" sldId="372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494130295" sldId="372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494130295" sldId="372"/>
            <ac:spMk id="181250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30T10:50:04.414" v="81" actId="113"/>
          <ac:spMkLst>
            <pc:docMk/>
            <pc:sldMk cId="2494130295" sldId="372"/>
            <ac:spMk id="18125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30T10:50:04.414" v="81" actId="113"/>
          <ac:spMkLst>
            <pc:docMk/>
            <pc:sldMk cId="2494130295" sldId="372"/>
            <ac:spMk id="181253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26.476" v="15" actId="20577"/>
        <pc:sldMkLst>
          <pc:docMk/>
          <pc:sldMk cId="2565903792" sldId="373"/>
        </pc:sldMkLst>
        <pc:spChg chg="mod">
          <ac:chgData name="Chuck jee Chau (CSD)" userId="7aa7a09e-983f-4214-9e5a-071cbb678e81" providerId="ADAL" clId="{CE053CEF-E9C4-C045-B9E9-1C806E6181D4}" dt="2019-10-24T03:07:26.476" v="15" actId="20577"/>
          <ac:spMkLst>
            <pc:docMk/>
            <pc:sldMk cId="2565903792" sldId="373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565903792" sldId="373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82299872" sldId="374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82299872" sldId="37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82299872" sldId="374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10:09.574" v="25" actId="115"/>
        <pc:sldMkLst>
          <pc:docMk/>
          <pc:sldMk cId="3315102304" sldId="375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3315102304" sldId="375"/>
            <ac:spMk id="2" creationId="{C946F024-EE88-4FCE-870F-1F23CB84C78B}"/>
          </ac:spMkLst>
        </pc:spChg>
        <pc:spChg chg="mod">
          <ac:chgData name="Chuck jee Chau (CSD)" userId="7aa7a09e-983f-4214-9e5a-071cbb678e81" providerId="ADAL" clId="{CE053CEF-E9C4-C045-B9E9-1C806E6181D4}" dt="2019-10-24T03:10:09.574" v="25" actId="115"/>
          <ac:spMkLst>
            <pc:docMk/>
            <pc:sldMk cId="3315102304" sldId="375"/>
            <ac:spMk id="3" creationId="{7BB1DFC8-62FC-438B-8147-AFC31A66CF08}"/>
          </ac:spMkLst>
        </pc:spChg>
      </pc:sldChg>
      <pc:sldChg chg="modSp">
        <pc:chgData name="Chuck jee Chau (CSD)" userId="7aa7a09e-983f-4214-9e5a-071cbb678e81" providerId="ADAL" clId="{CE053CEF-E9C4-C045-B9E9-1C806E6181D4}" dt="2019-10-24T03:10:42.664" v="33" actId="20577"/>
        <pc:sldMkLst>
          <pc:docMk/>
          <pc:sldMk cId="1664607574" sldId="376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664607574" sldId="376"/>
            <ac:spMk id="2" creationId="{C946F024-EE88-4FCE-870F-1F23CB84C78B}"/>
          </ac:spMkLst>
        </pc:spChg>
        <pc:spChg chg="mod">
          <ac:chgData name="Chuck jee Chau (CSD)" userId="7aa7a09e-983f-4214-9e5a-071cbb678e81" providerId="ADAL" clId="{CE053CEF-E9C4-C045-B9E9-1C806E6181D4}" dt="2019-10-24T03:10:42.664" v="33" actId="20577"/>
          <ac:spMkLst>
            <pc:docMk/>
            <pc:sldMk cId="1664607574" sldId="376"/>
            <ac:spMk id="3" creationId="{7BB1DFC8-62FC-438B-8147-AFC31A66CF08}"/>
          </ac:spMkLst>
        </pc:spChg>
      </pc:sldChg>
      <pc:sldChg chg="modSp">
        <pc:chgData name="Chuck jee Chau (CSD)" userId="7aa7a09e-983f-4214-9e5a-071cbb678e81" providerId="ADAL" clId="{CE053CEF-E9C4-C045-B9E9-1C806E6181D4}" dt="2019-10-24T03:12:29.068" v="58" actId="20577"/>
        <pc:sldMkLst>
          <pc:docMk/>
          <pc:sldMk cId="1333354155" sldId="377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333354155" sldId="37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2:29.068" v="58" actId="20577"/>
          <ac:spMkLst>
            <pc:docMk/>
            <pc:sldMk cId="1333354155" sldId="377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1:45.864" v="42" actId="207"/>
          <ac:spMkLst>
            <pc:docMk/>
            <pc:sldMk cId="1333354155" sldId="377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1333354155" sldId="377"/>
            <ac:spMk id="74761" creationId="{00000000-0000-0000-0000-000000000000}"/>
          </ac:spMkLst>
        </pc:spChg>
      </pc:sldChg>
      <pc:sldChg chg="modSp">
        <pc:chgData name="Chuck jee Chau (CSD)" userId="7aa7a09e-983f-4214-9e5a-071cbb678e81" providerId="ADAL" clId="{CE053CEF-E9C4-C045-B9E9-1C806E6181D4}" dt="2019-10-24T03:12:51.111" v="61" actId="113"/>
        <pc:sldMkLst>
          <pc:docMk/>
          <pc:sldMk cId="29926056" sldId="378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29926056" sldId="378"/>
            <ac:spMk id="2" creationId="{C946F024-EE88-4FCE-870F-1F23CB84C78B}"/>
          </ac:spMkLst>
        </pc:spChg>
        <pc:spChg chg="mod">
          <ac:chgData name="Chuck jee Chau (CSD)" userId="7aa7a09e-983f-4214-9e5a-071cbb678e81" providerId="ADAL" clId="{CE053CEF-E9C4-C045-B9E9-1C806E6181D4}" dt="2019-10-24T03:12:51.111" v="61" actId="113"/>
          <ac:spMkLst>
            <pc:docMk/>
            <pc:sldMk cId="29926056" sldId="378"/>
            <ac:spMk id="3" creationId="{7BB1DFC8-62FC-438B-8147-AFC31A66CF08}"/>
          </ac:spMkLst>
        </pc:spChg>
      </pc:sldChg>
      <pc:sldChg chg="modSp">
        <pc:chgData name="Chuck jee Chau (CSD)" userId="7aa7a09e-983f-4214-9e5a-071cbb678e81" providerId="ADAL" clId="{CE053CEF-E9C4-C045-B9E9-1C806E6181D4}" dt="2019-10-24T03:13:49.127" v="70" actId="207"/>
        <pc:sldMkLst>
          <pc:docMk/>
          <pc:sldMk cId="907724704" sldId="379"/>
        </pc:sldMkLst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907724704" sldId="379"/>
            <ac:spMk id="3" creationId="{FD3C22A2-9947-4467-A941-1F91D3D8BBEB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907724704" sldId="379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13:49.127" v="70" actId="207"/>
          <ac:spMkLst>
            <pc:docMk/>
            <pc:sldMk cId="907724704" sldId="379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CE053CEF-E9C4-C045-B9E9-1C806E6181D4}" dt="2019-10-24T03:07:05.211" v="14"/>
          <ac:spMkLst>
            <pc:docMk/>
            <pc:sldMk cId="907724704" sldId="379"/>
            <ac:spMk id="7476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80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9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1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67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0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70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61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3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3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/>
              </a:rPr>
              <a:t>Variable Scope, </a:t>
            </a:r>
            <a:br>
              <a:rPr lang="en-US" altLang="zh-TW" b="1" dirty="0">
                <a:ea typeface="新細明體"/>
              </a:rPr>
            </a:br>
            <a:r>
              <a:rPr lang="en-US" altLang="zh-TW" b="1" dirty="0">
                <a:ea typeface="新細明體"/>
              </a:rPr>
              <a:t>Address &amp; Storage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/>
              </a:rPr>
              <a:t>Variable scope 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533400" indent="-533400">
              <a:lnSpc>
                <a:spcPct val="150000"/>
              </a:lnSpc>
              <a:buAutoNum type="arabicPeriod"/>
            </a:pPr>
            <a:r>
              <a:rPr lang="en-US" altLang="zh-TW" dirty="0">
                <a:ea typeface="新細明體"/>
              </a:rPr>
              <a:t>Concept of Address</a:t>
            </a: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/>
              <a:t>Storage class</a:t>
            </a:r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3BBF1-FE94-4C42-A1D6-62CD5419803F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1. Variable Scope 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範圍</a:t>
            </a:r>
            <a:r>
              <a:rPr lang="en-US" altLang="zh-TW" dirty="0"/>
              <a:t>,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領域</a:t>
            </a:r>
            <a:r>
              <a:rPr lang="en-US" altLang="zh-TW" dirty="0"/>
              <a:t>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066800"/>
            <a:ext cx="8932985" cy="51054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The </a:t>
            </a:r>
            <a:r>
              <a:rPr lang="en-US" altLang="zh-TW" sz="2800" i="1" dirty="0">
                <a:solidFill>
                  <a:srgbClr val="0070C0"/>
                </a:solidFill>
              </a:rPr>
              <a:t>scope </a:t>
            </a:r>
            <a:r>
              <a:rPr lang="en-US" altLang="zh-TW" sz="2800" dirty="0"/>
              <a:t>of a variable determines where the variable is accessible or useable in a program.</a:t>
            </a:r>
          </a:p>
          <a:p>
            <a:endParaRPr lang="en-US" altLang="zh-TW" sz="2800" dirty="0"/>
          </a:p>
          <a:p>
            <a:r>
              <a:rPr lang="en-US" altLang="zh-TW" sz="2800" dirty="0"/>
              <a:t>In C language, scope rules depend on the notion of </a:t>
            </a:r>
            <a:r>
              <a:rPr lang="en-US" altLang="zh-TW" sz="2800" i="1" dirty="0">
                <a:solidFill>
                  <a:srgbClr val="0070C0"/>
                </a:solidFill>
              </a:rPr>
              <a:t>blocks</a:t>
            </a:r>
          </a:p>
          <a:p>
            <a:pPr lvl="1"/>
            <a:r>
              <a:rPr lang="en-US" altLang="zh-TW" dirty="0"/>
              <a:t>Each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… }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defines a block</a:t>
            </a:r>
          </a:p>
          <a:p>
            <a:pPr lvl="1"/>
            <a:endParaRPr lang="en-US" altLang="zh-TW" sz="2400" dirty="0"/>
          </a:p>
          <a:p>
            <a:r>
              <a:rPr lang="en-US" altLang="zh-TW" sz="2800" dirty="0"/>
              <a:t>Basic scope rule:</a:t>
            </a:r>
          </a:p>
          <a:p>
            <a:pPr lvl="1"/>
            <a:endParaRPr lang="en-US" altLang="zh-TW" sz="2400" dirty="0"/>
          </a:p>
          <a:p>
            <a:endParaRPr lang="en-US" altLang="zh-TW" sz="2800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603130" y="4724400"/>
            <a:ext cx="5867400" cy="1047750"/>
          </a:xfrm>
          <a:prstGeom prst="roundRect">
            <a:avLst>
              <a:gd name="adj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zh-TW" sz="2800" b="1" i="1" dirty="0">
                <a:solidFill>
                  <a:srgbClr val="990000"/>
                </a:solidFill>
                <a:ea typeface="新細明體" panose="02020500000000000000" pitchFamily="18" charset="-120"/>
              </a:rPr>
              <a:t>Variables are accessible only within the block in which they are declared.</a:t>
            </a:r>
            <a:endParaRPr lang="zh-TW" altLang="en-US" sz="2800" b="1" i="1" dirty="0">
              <a:solidFill>
                <a:srgbClr val="99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28593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7614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470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  <a:endParaRPr kumimoji="0" lang="en-US" altLang="zh-TW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3473551" y="1219200"/>
            <a:ext cx="5453055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00FFFF"/>
                </a:highlight>
              </a:rPr>
              <a:t> and </a:t>
            </a:r>
            <a:r>
              <a:rPr lang="en-US" altLang="zh-TW" sz="2400" b="1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sz="2400" dirty="0">
                <a:solidFill>
                  <a:srgbClr val="000000"/>
                </a:solidFill>
              </a:rPr>
              <a:t> are only accessible inside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foo()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473551" y="2895600"/>
            <a:ext cx="5453055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</a:rPr>
              <a:t> is only accessible inside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872068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7614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/>
          <p:cNvSpPr/>
          <p:nvPr/>
        </p:nvSpPr>
        <p:spPr>
          <a:xfrm>
            <a:off x="990599" y="4381500"/>
            <a:ext cx="5562599" cy="1181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470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5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p)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q;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  <a:endParaRPr kumimoji="0" lang="en-US" altLang="zh-TW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771898" y="4114800"/>
            <a:ext cx="5132795" cy="4953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sz="2400" dirty="0">
                <a:solidFill>
                  <a:srgbClr val="000000"/>
                </a:solidFill>
              </a:rPr>
              <a:t> is only accessible within the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TW" sz="2400" dirty="0">
                <a:solidFill>
                  <a:srgbClr val="000000"/>
                </a:solidFill>
              </a:rPr>
              <a:t>-block</a:t>
            </a:r>
          </a:p>
        </p:txBody>
      </p:sp>
    </p:spTree>
    <p:extLst>
      <p:ext uri="{BB962C8B-B14F-4D97-AF65-F5344CB8AC3E}">
        <p14:creationId xmlns:p14="http://schemas.microsoft.com/office/powerpoint/2010/main" val="189916938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7614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/>
          <p:cNvSpPr/>
          <p:nvPr/>
        </p:nvSpPr>
        <p:spPr>
          <a:xfrm>
            <a:off x="990599" y="4049806"/>
            <a:ext cx="5562599" cy="1181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470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Error!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OK!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// Error!</a:t>
            </a: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  <a:endParaRPr kumimoji="0" lang="en-US" altLang="zh-TW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5181600" y="1943100"/>
            <a:ext cx="3886201" cy="12573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Accessing an identifier outside its scope will result in a compile-time error.</a:t>
            </a:r>
          </a:p>
        </p:txBody>
      </p:sp>
    </p:spTree>
    <p:extLst>
      <p:ext uri="{BB962C8B-B14F-4D97-AF65-F5344CB8AC3E}">
        <p14:creationId xmlns:p14="http://schemas.microsoft.com/office/powerpoint/2010/main" val="422707123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A, B;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... 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When we need a variable temporarily (e.g., to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swap the value between two A and B), we can introduce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a block and declare the "temp" variable inside.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This way, we make sure "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only exists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= A;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 this block and won't introduce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A = B;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conflicting name by accident.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B =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shall not be used any more at this point</a:t>
            </a: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1.1.1. How to make good use of local scope</a:t>
            </a:r>
          </a:p>
        </p:txBody>
      </p:sp>
    </p:spTree>
    <p:extLst>
      <p:ext uri="{BB962C8B-B14F-4D97-AF65-F5344CB8AC3E}">
        <p14:creationId xmlns:p14="http://schemas.microsoft.com/office/powerpoint/2010/main" val="256590379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void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sz="2000" b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foo();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sz="2000" b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1.2. Global Scope (File Scope)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807050" y="1219200"/>
            <a:ext cx="4260751" cy="48768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Variables that are not declared inside of any function are commonly known as </a:t>
            </a:r>
            <a:r>
              <a:rPr lang="en-US" altLang="zh-TW" sz="2400" i="1" dirty="0">
                <a:solidFill>
                  <a:srgbClr val="0070C0"/>
                </a:solidFill>
              </a:rPr>
              <a:t>global variable</a:t>
            </a:r>
            <a:r>
              <a:rPr lang="en-US" altLang="zh-TW" sz="2400" dirty="0">
                <a:solidFill>
                  <a:srgbClr val="000000"/>
                </a:solidFill>
              </a:rPr>
              <a:t>. They are accessible anywhere in the same file.</a:t>
            </a:r>
          </a:p>
          <a:p>
            <a:pPr eaLnBrk="0" hangingPunct="0"/>
            <a:endParaRPr lang="en-US" altLang="zh-TW" sz="2400" dirty="0">
              <a:solidFill>
                <a:srgbClr val="000000"/>
              </a:solidFill>
            </a:endParaRPr>
          </a:p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In this example, </a:t>
            </a:r>
            <a:r>
              <a:rPr lang="en-US" altLang="zh-TW" sz="240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400" dirty="0">
                <a:solidFill>
                  <a:srgbClr val="000000"/>
                </a:solidFill>
              </a:rPr>
              <a:t> is a global variable.</a:t>
            </a:r>
          </a:p>
        </p:txBody>
      </p:sp>
    </p:spTree>
    <p:extLst>
      <p:ext uri="{BB962C8B-B14F-4D97-AF65-F5344CB8AC3E}">
        <p14:creationId xmlns:p14="http://schemas.microsoft.com/office/powerpoint/2010/main" val="31100494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endParaRPr lang="en-US" altLang="zh-TW" b="0" dirty="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   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global "bar"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  <a:endParaRPr lang="en-US" altLang="zh-TW" b="0" dirty="0">
              <a:solidFill>
                <a:srgbClr val="00B050"/>
              </a:solidFill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main()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 3;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the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		// current block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main()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1.3. Masking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5181600" y="990600"/>
            <a:ext cx="3962399" cy="1600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400" dirty="0">
                <a:ea typeface="新細明體" pitchFamily="18" charset="-120"/>
              </a:rPr>
              <a:t>An identifier declared inside a block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mask</a:t>
            </a:r>
            <a:r>
              <a:rPr lang="en-US" altLang="zh-TW" sz="2400" i="1" dirty="0">
                <a:ea typeface="新細明體" pitchFamily="18" charset="-120"/>
              </a:rPr>
              <a:t>s</a:t>
            </a:r>
            <a:r>
              <a:rPr lang="en-US" altLang="zh-TW" sz="2400" dirty="0">
                <a:ea typeface="新細明體" pitchFamily="18" charset="-120"/>
              </a:rPr>
              <a:t> or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overshadow</a:t>
            </a:r>
            <a:r>
              <a:rPr lang="en-US" altLang="zh-TW" sz="2400" i="1" dirty="0">
                <a:ea typeface="新細明體" pitchFamily="18" charset="-120"/>
              </a:rPr>
              <a:t>s</a:t>
            </a:r>
            <a:r>
              <a:rPr lang="en-US" altLang="zh-TW" sz="2400" dirty="0">
                <a:ea typeface="新細明體" pitchFamily="18" charset="-120"/>
              </a:rPr>
              <a:t> the same identifier declared outside the block.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62" y="6270978"/>
            <a:ext cx="707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You should avoid introducing identifiers that mask other identifiers.</a:t>
            </a:r>
          </a:p>
        </p:txBody>
      </p:sp>
    </p:spTree>
    <p:extLst>
      <p:ext uri="{BB962C8B-B14F-4D97-AF65-F5344CB8AC3E}">
        <p14:creationId xmlns:p14="http://schemas.microsoft.com/office/powerpoint/2010/main" val="315388056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3600" dirty="0"/>
              <a:t>1.4. Why you should not use global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984956"/>
            <a:ext cx="4495800" cy="526344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-9;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*= 3;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 = 99;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fcn2()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g;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-= 40;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g =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" y="984956"/>
            <a:ext cx="457200" cy="526344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029200" y="990600"/>
            <a:ext cx="4114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fcn3()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h;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h =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fcn2();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m = 10;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fcn2();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fcn3();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990600" y="5099756"/>
            <a:ext cx="4114800" cy="1377244"/>
          </a:xfrm>
          <a:prstGeom prst="wedgeEllipseCallout">
            <a:avLst>
              <a:gd name="adj1" fmla="val 57870"/>
              <a:gd name="adj2" fmla="val -5593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000" dirty="0">
                <a:ea typeface="新細明體" pitchFamily="18" charset="-120"/>
              </a:rPr>
              <a:t>Can you tell the value of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</a:rPr>
              <a:t>universe</a:t>
            </a:r>
            <a:r>
              <a:rPr lang="en-US" altLang="zh-TW" sz="2000" dirty="0">
                <a:ea typeface="新細明體" pitchFamily="18" charset="-120"/>
              </a:rPr>
              <a:t> here (right after calling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fcn3()</a:t>
            </a:r>
            <a:r>
              <a:rPr lang="en-US" altLang="zh-TW" sz="2000" dirty="0">
                <a:ea typeface="新細明體" pitchFamily="18" charset="-120"/>
              </a:rPr>
              <a:t>)?</a:t>
            </a:r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2133600" y="2661356"/>
            <a:ext cx="2895600" cy="914400"/>
          </a:xfrm>
          <a:prstGeom prst="wedgeEllipseCallout">
            <a:avLst>
              <a:gd name="adj1" fmla="val -67162"/>
              <a:gd name="adj2" fmla="val -659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000" dirty="0">
                <a:ea typeface="新細明體" pitchFamily="18" charset="-120"/>
              </a:rPr>
              <a:t>What’s the value of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f</a:t>
            </a:r>
            <a:r>
              <a:rPr lang="en-US" altLang="zh-TW" sz="2000" dirty="0">
                <a:ea typeface="新細明體" pitchFamily="18" charset="-120"/>
              </a:rPr>
              <a:t> here?</a:t>
            </a:r>
          </a:p>
        </p:txBody>
      </p:sp>
    </p:spTree>
    <p:extLst>
      <p:ext uri="{BB962C8B-B14F-4D97-AF65-F5344CB8AC3E}">
        <p14:creationId xmlns:p14="http://schemas.microsoft.com/office/powerpoint/2010/main" val="119999806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B68E-EE4B-4AD8-9355-5C6207524466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 dirty="0"/>
              <a:t>1.4. Why you should not use global variables</a:t>
            </a:r>
            <a:endParaRPr lang="zh-TW" altLang="en-US" sz="3600" dirty="0">
              <a:ea typeface="新細明體" pitchFamily="18" charset="-120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Global variable is a powerful tool available in C.</a:t>
            </a:r>
          </a:p>
          <a:p>
            <a:pPr lvl="4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However, we should </a:t>
            </a:r>
            <a:r>
              <a:rPr lang="en-US" altLang="zh-TW" sz="2400" u="sng" dirty="0">
                <a:solidFill>
                  <a:srgbClr val="FF0000"/>
                </a:solidFill>
                <a:ea typeface="新細明體" pitchFamily="18" charset="-120"/>
              </a:rPr>
              <a:t>NOT</a:t>
            </a:r>
            <a:r>
              <a:rPr lang="en-US" altLang="zh-TW" sz="2400" dirty="0">
                <a:ea typeface="新細明體" pitchFamily="18" charset="-120"/>
              </a:rPr>
              <a:t> use it in general.</a:t>
            </a:r>
          </a:p>
          <a:p>
            <a:pPr lvl="4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When there is something wrong with the value of a </a:t>
            </a:r>
            <a:r>
              <a:rPr lang="en-US" altLang="zh-TW" sz="2400" i="1" dirty="0">
                <a:solidFill>
                  <a:srgbClr val="990000"/>
                </a:solidFill>
                <a:ea typeface="新細明體" pitchFamily="18" charset="-120"/>
              </a:rPr>
              <a:t>local variable</a:t>
            </a:r>
            <a:r>
              <a:rPr lang="en-US" altLang="zh-TW" sz="2400" dirty="0">
                <a:ea typeface="新細明體" pitchFamily="18" charset="-120"/>
              </a:rPr>
              <a:t>, we can easily </a:t>
            </a:r>
            <a:r>
              <a:rPr lang="en-US" altLang="zh-TW" sz="2400" i="1" dirty="0">
                <a:solidFill>
                  <a:srgbClr val="990000"/>
                </a:solidFill>
                <a:ea typeface="新細明體" pitchFamily="18" charset="-120"/>
              </a:rPr>
              <a:t>look for the bug in its scope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4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The value of a </a:t>
            </a:r>
            <a:r>
              <a:rPr lang="en-US" altLang="zh-TW" sz="2400" i="1" dirty="0">
                <a:solidFill>
                  <a:srgbClr val="990000"/>
                </a:solidFill>
                <a:ea typeface="新細明體" pitchFamily="18" charset="-120"/>
              </a:rPr>
              <a:t>global variable</a:t>
            </a:r>
            <a:r>
              <a:rPr lang="en-US" altLang="zh-TW" sz="2400" dirty="0">
                <a:ea typeface="新細明體" pitchFamily="18" charset="-120"/>
              </a:rPr>
              <a:t> is hard to tell and predict because it can be </a:t>
            </a:r>
            <a:r>
              <a:rPr lang="en-US" altLang="zh-TW" sz="2400" i="1" dirty="0">
                <a:solidFill>
                  <a:srgbClr val="990000"/>
                </a:solidFill>
                <a:ea typeface="新細明體" pitchFamily="18" charset="-120"/>
              </a:rPr>
              <a:t>modified anywhere in any order</a:t>
            </a:r>
            <a:r>
              <a:rPr lang="en-US" altLang="zh-TW" sz="2400" dirty="0">
                <a:ea typeface="新細明體" pitchFamily="18" charset="-120"/>
              </a:rPr>
              <a:t>!</a:t>
            </a:r>
          </a:p>
          <a:p>
            <a:pPr lvl="4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Instead, we should </a:t>
            </a:r>
            <a:r>
              <a:rPr lang="en-US" altLang="zh-TW" sz="2400" i="1" dirty="0">
                <a:solidFill>
                  <a:srgbClr val="008000"/>
                </a:solidFill>
                <a:ea typeface="新細明體" pitchFamily="18" charset="-120"/>
              </a:rPr>
              <a:t>use parameters and return values to exchange information</a:t>
            </a:r>
            <a:r>
              <a:rPr lang="en-US" altLang="zh-TW" sz="2400" dirty="0">
                <a:ea typeface="新細明體" pitchFamily="18" charset="-120"/>
              </a:rPr>
              <a:t> between functions.</a:t>
            </a:r>
            <a:endParaRPr lang="zh-TW" altLang="en-US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962682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 Address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Identifiers are human friendly names to identify variables or other entities (such as functions) in C.</a:t>
            </a:r>
          </a:p>
          <a:p>
            <a:r>
              <a:rPr lang="en-US" dirty="0">
                <a:cs typeface="Calibri"/>
              </a:rPr>
              <a:t>The computer, however, access variables via their unique locations in the memory, i.e. their </a:t>
            </a:r>
            <a:r>
              <a:rPr lang="en-US" u="sng" dirty="0">
                <a:cs typeface="Calibri"/>
              </a:rPr>
              <a:t>addresses</a:t>
            </a:r>
            <a:r>
              <a:rPr lang="en-US" dirty="0"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0230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 Address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>
                <a:cs typeface="Calibri"/>
              </a:rPr>
              <a:t> allow us to access the address of a variable in C during run-time.</a:t>
            </a:r>
          </a:p>
          <a:p>
            <a:pPr lvl="1"/>
            <a:r>
              <a:rPr lang="en-US" dirty="0">
                <a:cs typeface="Calibri"/>
              </a:rPr>
              <a:t>Does that look familiar to you?</a:t>
            </a:r>
          </a:p>
          <a:p>
            <a:r>
              <a:rPr lang="en-US" dirty="0">
                <a:cs typeface="Calibri"/>
              </a:rPr>
              <a:t>We can also use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%p</a:t>
            </a:r>
            <a:r>
              <a:rPr lang="en-US" dirty="0">
                <a:cs typeface="Calibri"/>
              </a:rPr>
              <a:t> to help us print out addresses as a hexadecimal number.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e.g.   </a:t>
            </a:r>
            <a:r>
              <a:rPr lang="en-US" dirty="0" err="1">
                <a:latin typeface="Consolas"/>
                <a:cs typeface="Calibri"/>
              </a:rPr>
              <a:t>int</a:t>
            </a:r>
            <a:r>
              <a:rPr lang="en-US" dirty="0">
                <a:latin typeface="Consolas"/>
                <a:cs typeface="Calibri"/>
              </a:rPr>
              <a:t> x = 0;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alibri"/>
              </a:rPr>
              <a:t>    </a:t>
            </a:r>
            <a:r>
              <a:rPr lang="en-US" dirty="0" err="1">
                <a:latin typeface="Consolas"/>
                <a:cs typeface="Calibri"/>
              </a:rPr>
              <a:t>printf</a:t>
            </a:r>
            <a:r>
              <a:rPr lang="en-US" dirty="0">
                <a:latin typeface="Consolas"/>
                <a:cs typeface="Calibri"/>
              </a:rPr>
              <a:t>("%p\n", &amp;x);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075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#include &lt;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stdio.h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&gt;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 err="1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= 0;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void foo()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2: %p\n", 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}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 err="1"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 main(void)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 0;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1: %p\n", 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if (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== 0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sz="1600" b="0" dirty="0" err="1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= 10;</a:t>
            </a:r>
            <a:endParaRPr lang="en-US" sz="1600" dirty="0">
              <a:highlight>
                <a:srgbClr val="00FFFF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foo();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3: %p\n", 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}</a:t>
            </a: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return 0;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}</a:t>
            </a:r>
            <a:endParaRPr lang="en-US" altLang="zh-TW" sz="1600" b="0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18</a:t>
            </a:r>
            <a:endParaRPr kumimoji="0" lang="en-US" altLang="zh-TW" sz="16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 Address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53000" y="1257822"/>
            <a:ext cx="3962399" cy="3407956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2400" dirty="0">
                <a:ea typeface="新細明體"/>
              </a:rPr>
              <a:t>You have just learned about scope and masking. Notice here we have three different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ea typeface="新細明體"/>
              </a:rPr>
              <a:t> (</a:t>
            </a:r>
            <a:r>
              <a:rPr lang="en-US" altLang="zh-TW" sz="2400" dirty="0">
                <a:solidFill>
                  <a:srgbClr val="00B050"/>
                </a:solidFill>
                <a:highlight>
                  <a:srgbClr val="00FF00"/>
                </a:highlight>
                <a:ea typeface="新細明體"/>
              </a:rPr>
              <a:t>green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dirty="0">
                <a:solidFill>
                  <a:schemeClr val="accent6"/>
                </a:solidFill>
                <a:highlight>
                  <a:srgbClr val="FFFF00"/>
                </a:highlight>
                <a:ea typeface="新細明體"/>
              </a:rPr>
              <a:t>orange</a:t>
            </a:r>
            <a:r>
              <a:rPr lang="en-US" altLang="zh-TW" sz="2400" dirty="0">
                <a:solidFill>
                  <a:schemeClr val="accent6"/>
                </a:solidFill>
                <a:ea typeface="新細明體"/>
              </a:rPr>
              <a:t> </a:t>
            </a:r>
            <a:r>
              <a:rPr lang="en-US" altLang="zh-TW" sz="2400" dirty="0">
                <a:ea typeface="新細明體"/>
              </a:rPr>
              <a:t>and </a:t>
            </a:r>
            <a:r>
              <a:rPr lang="en-US" altLang="zh-TW" sz="2400" dirty="0">
                <a:solidFill>
                  <a:srgbClr val="0070C0"/>
                </a:solidFill>
                <a:highlight>
                  <a:srgbClr val="00FFFF"/>
                </a:highlight>
                <a:ea typeface="新細明體"/>
              </a:rPr>
              <a:t>blue</a:t>
            </a:r>
            <a:r>
              <a:rPr lang="en-US" altLang="zh-TW" sz="2400" dirty="0">
                <a:ea typeface="新細明體"/>
              </a:rPr>
              <a:t>). What do you expect the output to be?</a:t>
            </a:r>
          </a:p>
          <a:p>
            <a:endParaRPr lang="en-US" altLang="zh-TW" sz="2400" dirty="0">
              <a:ea typeface="新細明體" pitchFamily="18" charset="-120"/>
              <a:cs typeface="Calibri"/>
            </a:endParaRPr>
          </a:p>
          <a:p>
            <a:r>
              <a:rPr lang="en-US" altLang="zh-TW" sz="2400" dirty="0">
                <a:ea typeface="新細明體"/>
                <a:cs typeface="Calibri"/>
              </a:rPr>
              <a:t>Also, have you tried running the program multiple times?</a:t>
            </a:r>
            <a:endParaRPr lang="en-US" altLang="zh-TW" sz="2400" dirty="0">
              <a:ea typeface="新細明體" pitchFamily="18" charset="-120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62" y="6261414"/>
            <a:ext cx="820515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For illustration only. Avoid introducing identifiers that mask other identifiers in real programs.</a:t>
            </a:r>
          </a:p>
        </p:txBody>
      </p:sp>
    </p:spTree>
    <p:extLst>
      <p:ext uri="{BB962C8B-B14F-4D97-AF65-F5344CB8AC3E}">
        <p14:creationId xmlns:p14="http://schemas.microsoft.com/office/powerpoint/2010/main" val="133335415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2.1. Address of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can also use the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>
                <a:cs typeface="Calibri"/>
              </a:rPr>
              <a:t> to print out the addresses of array elements.</a:t>
            </a:r>
          </a:p>
          <a:p>
            <a:r>
              <a:rPr lang="en-US" dirty="0">
                <a:cs typeface="Calibri"/>
              </a:rPr>
              <a:t>If you recall, an array in C was introduced to you as a </a:t>
            </a:r>
            <a:r>
              <a:rPr lang="en-US" u="sng" dirty="0">
                <a:cs typeface="Calibri"/>
              </a:rPr>
              <a:t>continuous block of memory</a:t>
            </a:r>
            <a:r>
              <a:rPr lang="en-US" dirty="0">
                <a:cs typeface="Calibri"/>
              </a:rPr>
              <a:t>. What will be their address be like?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05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70102" y="990599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#include &lt;</a:t>
            </a:r>
            <a:r>
              <a:rPr lang="en-US" b="0" dirty="0" err="1">
                <a:latin typeface="Consolas"/>
                <a:cs typeface="Arial"/>
              </a:rPr>
              <a:t>stdio.h</a:t>
            </a:r>
            <a:r>
              <a:rPr lang="en-US" b="0" dirty="0">
                <a:latin typeface="Consolas"/>
                <a:cs typeface="Arial"/>
              </a:rPr>
              <a:t>&gt;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endParaRPr lang="en-US" dirty="0"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b="0" dirty="0" err="1">
                <a:solidFill>
                  <a:srgbClr val="0000FF"/>
                </a:solidFill>
                <a:latin typeface="Consolas"/>
                <a:cs typeface="Arial"/>
              </a:rPr>
              <a:t>int</a:t>
            </a:r>
            <a:r>
              <a:rPr lang="en-US" b="0" dirty="0">
                <a:latin typeface="Consolas"/>
                <a:cs typeface="Arial"/>
              </a:rPr>
              <a:t> main(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void</a:t>
            </a:r>
            <a:r>
              <a:rPr lang="en-US" b="0" dirty="0">
                <a:latin typeface="Consolas"/>
                <a:cs typeface="Arial"/>
              </a:rPr>
              <a:t>) {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 err="1">
                <a:solidFill>
                  <a:srgbClr val="0000FF"/>
                </a:solidFill>
                <a:latin typeface="Consolas"/>
                <a:cs typeface="Arial"/>
              </a:rPr>
              <a:t>int</a:t>
            </a:r>
            <a:r>
              <a:rPr lang="en-US" b="0" dirty="0">
                <a:latin typeface="Consolas"/>
                <a:cs typeface="Arial"/>
              </a:rPr>
              <a:t>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, </a:t>
            </a:r>
            <a:r>
              <a:rPr lang="en-US" b="0" dirty="0" err="1">
                <a:latin typeface="Consolas"/>
                <a:cs typeface="Arial"/>
              </a:rPr>
              <a:t>myArray</a:t>
            </a:r>
            <a:r>
              <a:rPr lang="en-US" b="0" dirty="0">
                <a:latin typeface="Consolas"/>
                <a:cs typeface="Arial"/>
              </a:rPr>
              <a:t>[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10</a:t>
            </a:r>
            <a:r>
              <a:rPr lang="en-US" b="0" dirty="0">
                <a:latin typeface="Consolas"/>
                <a:cs typeface="Arial"/>
              </a:rPr>
              <a:t>] = {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0</a:t>
            </a:r>
            <a:r>
              <a:rPr lang="en-US" b="0" dirty="0">
                <a:latin typeface="Consolas"/>
                <a:cs typeface="Arial"/>
              </a:rPr>
              <a:t>};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for</a:t>
            </a:r>
            <a:r>
              <a:rPr lang="en-US" b="0" dirty="0">
                <a:latin typeface="Consolas"/>
                <a:cs typeface="Arial"/>
              </a:rPr>
              <a:t> (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 = 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0</a:t>
            </a:r>
            <a:r>
              <a:rPr lang="en-US" b="0" dirty="0">
                <a:latin typeface="Consolas"/>
                <a:cs typeface="Arial"/>
              </a:rPr>
              <a:t>;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 &lt; 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10</a:t>
            </a:r>
            <a:r>
              <a:rPr lang="en-US" b="0" dirty="0">
                <a:latin typeface="Consolas"/>
                <a:cs typeface="Arial"/>
              </a:rPr>
              <a:t>;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++) {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   </a:t>
            </a:r>
            <a:r>
              <a:rPr lang="en-US" b="0" dirty="0" err="1">
                <a:latin typeface="Consolas"/>
                <a:cs typeface="Arial"/>
              </a:rPr>
              <a:t>printf</a:t>
            </a:r>
            <a:r>
              <a:rPr lang="en-US" b="0" dirty="0">
                <a:latin typeface="Consolas"/>
                <a:cs typeface="Arial"/>
              </a:rPr>
              <a:t>("%p\n", 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&amp;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myArray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[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i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]</a:t>
            </a:r>
            <a:r>
              <a:rPr lang="en-US" b="0" dirty="0">
                <a:latin typeface="Consolas"/>
                <a:cs typeface="Arial"/>
              </a:rPr>
              <a:t>);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}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return</a:t>
            </a:r>
            <a:r>
              <a:rPr lang="en-US" b="0" dirty="0">
                <a:latin typeface="Consolas"/>
                <a:cs typeface="Arial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}</a:t>
            </a:r>
            <a:endParaRPr lang="en-US" dirty="0">
              <a:latin typeface="Consolas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4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Addresses of Arrays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5401592" y="1325370"/>
            <a:ext cx="2833747" cy="34079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2400" dirty="0">
                <a:ea typeface="新細明體"/>
                <a:cs typeface="Calibri"/>
              </a:rPr>
              <a:t>Possible output:</a:t>
            </a:r>
          </a:p>
          <a:p>
            <a:endParaRPr lang="en-US" altLang="zh-TW" sz="2400" dirty="0">
              <a:latin typeface="Calibri"/>
              <a:ea typeface="新細明體"/>
              <a:cs typeface="+mn-lt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0x7fffa4d1ac60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0x7fffa4d1ac64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0x7fffa4d1ac68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0x7fffa4d1ac6c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0x7fffa4d1ac70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0x7fffa4d1ac74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0x7fffa4d1ac78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0x7fffa4d1ac7c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0x7fffa4d1ac80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0x7fffa4d1ac84</a:t>
            </a:r>
            <a:endParaRPr lang="en-US" sz="1600" dirty="0">
              <a:latin typeface="Consola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3C22A2-9947-4467-A941-1F91D3D8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064" y="3687888"/>
            <a:ext cx="4000658" cy="233669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2400" dirty="0">
                <a:ea typeface="新細明體"/>
              </a:rPr>
              <a:t>Do</a:t>
            </a:r>
            <a:r>
              <a:rPr lang="en-US" altLang="zh-TW" sz="2400" dirty="0">
                <a:ea typeface="新細明體"/>
                <a:cs typeface="Calibri"/>
              </a:rPr>
              <a:t> you see a pattern in the output?</a:t>
            </a:r>
          </a:p>
          <a:p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400" dirty="0">
                <a:ea typeface="新細明體"/>
                <a:cs typeface="Calibri"/>
              </a:rPr>
              <a:t>The addresses will differ by 4 (in most systems). Why do you think it's 4?</a:t>
            </a:r>
          </a:p>
        </p:txBody>
      </p:sp>
    </p:spTree>
    <p:extLst>
      <p:ext uri="{BB962C8B-B14F-4D97-AF65-F5344CB8AC3E}">
        <p14:creationId xmlns:p14="http://schemas.microsoft.com/office/powerpoint/2010/main" val="9077247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Storage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storage class of a variable determines how the variable's storage (in the computer memory) are managed during program execution.</a:t>
            </a:r>
          </a:p>
          <a:p>
            <a:endParaRPr lang="en-US" sz="2800" dirty="0"/>
          </a:p>
          <a:p>
            <a:r>
              <a:rPr lang="en-US" sz="2800" dirty="0"/>
              <a:t>Two common types:</a:t>
            </a:r>
          </a:p>
          <a:p>
            <a:pPr lvl="1"/>
            <a:r>
              <a:rPr lang="en-US" sz="2400" dirty="0"/>
              <a:t>Automatic</a:t>
            </a:r>
          </a:p>
          <a:p>
            <a:pPr lvl="1"/>
            <a:r>
              <a:rPr lang="en-US" sz="2400" dirty="0"/>
              <a:t>Static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3166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C945-06ED-4720-982F-ABAF390DFD9D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3.1.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auto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531" y="3581400"/>
            <a:ext cx="8562269" cy="2438400"/>
          </a:xfrm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Variables declared within function bodies are </a:t>
            </a:r>
            <a:r>
              <a:rPr lang="en-US" altLang="zh-TW" sz="2800" i="1" u="sng" dirty="0">
                <a:ea typeface="新細明體" pitchFamily="18" charset="-120"/>
              </a:rPr>
              <a:t>by default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automatic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The keyword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auto</a:t>
            </a:r>
            <a:r>
              <a:rPr lang="en-US" altLang="zh-TW" sz="28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ea typeface="新細明體" pitchFamily="18" charset="-120"/>
              </a:rPr>
              <a:t>is seldom used and can be omitted.</a:t>
            </a:r>
            <a:endParaRPr lang="zh-TW" altLang="en-US" sz="2800" dirty="0">
              <a:ea typeface="新細明體" pitchFamily="18" charset="-120"/>
            </a:endParaRP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243063" y="1143000"/>
            <a:ext cx="2923469" cy="21236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a, b, 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	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5376333" y="1143000"/>
            <a:ext cx="3505200" cy="21236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a, b, 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	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64870" name="AutoShape 6"/>
          <p:cNvSpPr>
            <a:spLocks noChangeArrowheads="1"/>
          </p:cNvSpPr>
          <p:nvPr/>
        </p:nvSpPr>
        <p:spPr bwMode="auto">
          <a:xfrm>
            <a:off x="3266017" y="1788904"/>
            <a:ext cx="1974850" cy="831850"/>
          </a:xfrm>
          <a:prstGeom prst="leftRightArrow">
            <a:avLst>
              <a:gd name="adj1" fmla="val 50000"/>
              <a:gd name="adj2" fmla="val 474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TW" sz="2400" dirty="0">
                <a:ea typeface="新細明體" pitchFamily="18" charset="-120"/>
              </a:rPr>
              <a:t>Equivalent</a:t>
            </a:r>
          </a:p>
        </p:txBody>
      </p:sp>
    </p:spTree>
    <p:extLst>
      <p:ext uri="{BB962C8B-B14F-4D97-AF65-F5344CB8AC3E}">
        <p14:creationId xmlns:p14="http://schemas.microsoft.com/office/powerpoint/2010/main" val="199842963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C5BEA-0284-480C-AB0E-5A5CE0BA2429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3.1.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auto</a:t>
            </a:r>
            <a:endParaRPr lang="zh-TW" altLang="en-US" dirty="0">
              <a:solidFill>
                <a:srgbClr val="FF0000"/>
              </a:solidFill>
              <a:latin typeface="Consolas"/>
              <a:ea typeface="新細明體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 algn="ctr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Automatic Creation / Destruction of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auto</a:t>
            </a:r>
            <a:r>
              <a:rPr lang="en-US" altLang="zh-TW" sz="28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ea typeface="新細明體" pitchFamily="18" charset="-120"/>
              </a:rPr>
              <a:t>variables</a:t>
            </a:r>
          </a:p>
          <a:p>
            <a:pPr marL="457200" indent="-457200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When entering a block, memory is allocated for the automatic local variables (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Creation</a:t>
            </a:r>
            <a:r>
              <a:rPr lang="en-US" altLang="zh-TW" sz="2800" dirty="0">
                <a:ea typeface="新細明體" pitchFamily="18" charset="-120"/>
              </a:rPr>
              <a:t>).</a:t>
            </a:r>
          </a:p>
          <a:p>
            <a:pPr marL="457200" indent="-457200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When exiting a block, the memory set aside for the automatic variables are released (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Destruction</a:t>
            </a:r>
            <a:r>
              <a:rPr lang="en-US" altLang="zh-TW" sz="2800" dirty="0">
                <a:ea typeface="新細明體" pitchFamily="18" charset="-120"/>
              </a:rPr>
              <a:t>).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Thus the values of these variables are lost.</a:t>
            </a:r>
          </a:p>
          <a:p>
            <a:pPr marL="457200" indent="-457200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If the block is </a:t>
            </a:r>
            <a:r>
              <a:rPr lang="en-US" altLang="zh-TW" sz="2800" i="1" dirty="0">
                <a:ea typeface="新細明體" pitchFamily="18" charset="-120"/>
              </a:rPr>
              <a:t>re-entered</a:t>
            </a:r>
            <a:r>
              <a:rPr lang="en-US" altLang="zh-TW" sz="2800" dirty="0">
                <a:ea typeface="新細明體" pitchFamily="18" charset="-120"/>
              </a:rPr>
              <a:t>, the whole process repeats.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But the </a:t>
            </a:r>
            <a:r>
              <a:rPr lang="en-US" altLang="zh-TW" sz="2400" i="1" dirty="0">
                <a:ea typeface="新細明體" pitchFamily="18" charset="-120"/>
              </a:rPr>
              <a:t>values of the variables are unknown</a:t>
            </a:r>
            <a:r>
              <a:rPr lang="en-US" altLang="zh-TW" sz="2400" dirty="0">
                <a:ea typeface="新細明體" pitchFamily="18" charset="-120"/>
              </a:rPr>
              <a:t>.  Why?</a:t>
            </a:r>
          </a:p>
          <a:p>
            <a:pPr marL="457200" indent="-457200">
              <a:lnSpc>
                <a:spcPct val="90000"/>
              </a:lnSpc>
            </a:pPr>
            <a:endParaRPr lang="zh-TW" altLang="en-US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086786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C5BEA-0284-480C-AB0E-5A5CE0BA2429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endParaRPr lang="zh-TW" altLang="en-US" dirty="0">
              <a:solidFill>
                <a:srgbClr val="FF0000"/>
              </a:solidFill>
              <a:latin typeface="Consolas"/>
              <a:ea typeface="新細明體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143000"/>
            <a:ext cx="8932985" cy="50292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A variable with static storage class has the following characteristics</a:t>
            </a:r>
          </a:p>
          <a:p>
            <a:pPr marL="857250" lvl="1" indent="-4572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It is created and initialized to zero right before the program execution begins.</a:t>
            </a:r>
          </a:p>
          <a:p>
            <a:pPr marL="857250" lvl="1" indent="-4572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It stays in the memory until the program terminates.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All global variables have static storage class.</a:t>
            </a:r>
          </a:p>
        </p:txBody>
      </p:sp>
    </p:spTree>
    <p:extLst>
      <p:ext uri="{BB962C8B-B14F-4D97-AF65-F5344CB8AC3E}">
        <p14:creationId xmlns:p14="http://schemas.microsoft.com/office/powerpoint/2010/main" val="44917123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E2BB-F249-4A6C-AE32-D4F95F5735E8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3.2.1. Local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r>
              <a:rPr lang="en-US" altLang="zh-TW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Variable</a:t>
            </a:r>
            <a:endParaRPr lang="zh-TW" altLang="en-US" b="1" dirty="0">
              <a:solidFill>
                <a:srgbClr val="FF0000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990600"/>
            <a:ext cx="8686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 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"static = %d, auto = 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(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&lt; 5;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foo()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</p:txBody>
      </p:sp>
      <p:sp>
        <p:nvSpPr>
          <p:cNvPr id="181255" name="Rectangle 7"/>
          <p:cNvSpPr>
            <a:spLocks noChangeArrowheads="1"/>
          </p:cNvSpPr>
          <p:nvPr/>
        </p:nvSpPr>
        <p:spPr bwMode="auto">
          <a:xfrm>
            <a:off x="5029200" y="4343400"/>
            <a:ext cx="3736622" cy="166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0,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1,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2,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3,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4, auto = 0</a:t>
            </a:r>
          </a:p>
        </p:txBody>
      </p:sp>
    </p:spTree>
    <p:extLst>
      <p:ext uri="{BB962C8B-B14F-4D97-AF65-F5344CB8AC3E}">
        <p14:creationId xmlns:p14="http://schemas.microsoft.com/office/powerpoint/2010/main" val="2761116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E2BB-F249-4A6C-AE32-D4F95F5735E8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3.2.1. Local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r>
              <a:rPr lang="en-US" altLang="zh-TW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Variable</a:t>
            </a:r>
            <a:endParaRPr lang="zh-TW" altLang="en-US" b="1" dirty="0">
              <a:solidFill>
                <a:srgbClr val="FF0000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990600"/>
            <a:ext cx="8686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"static = %d, auto = 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(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&lt; 5;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foo()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267200" y="3048000"/>
            <a:ext cx="4800599" cy="3048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static_var</a:t>
            </a:r>
            <a:r>
              <a:rPr lang="en-US" altLang="zh-TW" sz="2400" dirty="0">
                <a:ea typeface="新細明體" pitchFamily="18" charset="-120"/>
              </a:rPr>
              <a:t> is created and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initialized once per program </a:t>
            </a:r>
            <a:r>
              <a:rPr lang="en-US" altLang="zh-TW" sz="2400" dirty="0">
                <a:ea typeface="新細明體" pitchFamily="18" charset="-120"/>
              </a:rPr>
              <a:t>execution. It can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retain value </a:t>
            </a:r>
            <a:r>
              <a:rPr lang="en-US" altLang="zh-TW" sz="2400" dirty="0">
                <a:ea typeface="新細明體" pitchFamily="18" charset="-120"/>
              </a:rPr>
              <a:t>between function calls.</a:t>
            </a:r>
          </a:p>
          <a:p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auto_var</a:t>
            </a:r>
            <a:r>
              <a:rPr lang="en-US" altLang="zh-TW" sz="2400" dirty="0">
                <a:ea typeface="新細明體" pitchFamily="18" charset="-120"/>
              </a:rPr>
              <a:t> is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created</a:t>
            </a:r>
            <a:r>
              <a:rPr lang="en-US" altLang="zh-TW" sz="2400" dirty="0">
                <a:ea typeface="新細明體" pitchFamily="18" charset="-120"/>
              </a:rPr>
              <a:t>,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initialized</a:t>
            </a:r>
            <a:r>
              <a:rPr lang="en-US" altLang="zh-TW" sz="2400" dirty="0">
                <a:ea typeface="新細明體" pitchFamily="18" charset="-120"/>
              </a:rPr>
              <a:t>, and eventually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destroyed in each call </a:t>
            </a:r>
            <a:r>
              <a:rPr lang="en-US" altLang="zh-TW" sz="2400" dirty="0">
                <a:ea typeface="新細明體" pitchFamily="18" charset="-120"/>
              </a:rPr>
              <a:t>to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foo()</a:t>
            </a:r>
            <a:r>
              <a:rPr lang="en-US" altLang="zh-TW" sz="2400" dirty="0">
                <a:ea typeface="新細明體" pitchFamily="18" charset="-12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9413029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23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sz="2800" dirty="0"/>
              <a:t>Variable scope (Local vs. Global)</a:t>
            </a:r>
          </a:p>
          <a:p>
            <a:pPr marL="533400" indent="-533400">
              <a:lnSpc>
                <a:spcPct val="150000"/>
              </a:lnSpc>
              <a:buAutoNum type="arabicPeriod"/>
            </a:pPr>
            <a:r>
              <a:rPr lang="en-US" altLang="zh-TW" sz="2800" dirty="0">
                <a:ea typeface="新細明體"/>
                <a:cs typeface="Calibri"/>
              </a:rPr>
              <a:t>Address</a:t>
            </a:r>
          </a:p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sz="2800" dirty="0">
                <a:ea typeface="新細明體"/>
              </a:rPr>
              <a:t>Storage class (Automatic vs. Static)</a:t>
            </a:r>
            <a:endParaRPr lang="en-US" altLang="zh-TW" sz="24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900311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5 C Functions</a:t>
            </a:r>
          </a:p>
          <a:p>
            <a:pPr lvl="1"/>
            <a:r>
              <a:rPr lang="en-US" dirty="0"/>
              <a:t>Section 5.12: Storage Classes</a:t>
            </a:r>
          </a:p>
          <a:p>
            <a:pPr lvl="1"/>
            <a:r>
              <a:rPr lang="en-US" dirty="0"/>
              <a:t>Section 5.13: Scope Rules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987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6822</TotalTime>
  <Words>2063</Words>
  <Application>Microsoft Office PowerPoint</Application>
  <PresentationFormat>如螢幕大小 (4:3)</PresentationFormat>
  <Paragraphs>532</Paragraphs>
  <Slides>24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Microsoft JhengHei</vt:lpstr>
      <vt:lpstr>新細明體</vt:lpstr>
      <vt:lpstr>Arial</vt:lpstr>
      <vt:lpstr>Calibri</vt:lpstr>
      <vt:lpstr>Consolas</vt:lpstr>
      <vt:lpstr>Wingdings</vt:lpstr>
      <vt:lpstr>Office Theme</vt:lpstr>
      <vt:lpstr>Variable Scope,  Address &amp; Storage</vt:lpstr>
      <vt:lpstr>Outline</vt:lpstr>
      <vt:lpstr>1. Variable Scope (範圍,領域)</vt:lpstr>
      <vt:lpstr>1.1. Local Scope (or Block Scope)</vt:lpstr>
      <vt:lpstr>1.1. Local Scope (or Block Scope)</vt:lpstr>
      <vt:lpstr>1.1. Local Scope (or Block Scope)</vt:lpstr>
      <vt:lpstr>1.1.1. How to make good use of local scope</vt:lpstr>
      <vt:lpstr>1.2. Global Scope (File Scope)</vt:lpstr>
      <vt:lpstr>1.3. Masking</vt:lpstr>
      <vt:lpstr>1.4. Why you should not use global variables</vt:lpstr>
      <vt:lpstr>1.4. Why you should not use global variables</vt:lpstr>
      <vt:lpstr>2. Address</vt:lpstr>
      <vt:lpstr>2. Address</vt:lpstr>
      <vt:lpstr>2. Address</vt:lpstr>
      <vt:lpstr>2.1. Address of Arrays</vt:lpstr>
      <vt:lpstr>2.1. Addresses of Arrays</vt:lpstr>
      <vt:lpstr>3. Storage Class</vt:lpstr>
      <vt:lpstr>3.1. The Storage Class auto</vt:lpstr>
      <vt:lpstr>3.1. The Storage Class auto</vt:lpstr>
      <vt:lpstr>3.2. The Storage Class static</vt:lpstr>
      <vt:lpstr>3.2.1. Local static Variable</vt:lpstr>
      <vt:lpstr>3.2.1. Local static Variable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Scope,  Address &amp; Storage</dc:title>
  <dc:subject/>
  <cp:keywords/>
  <dc:description/>
  <cp:lastModifiedBy>Yim Pan Chui, Dr. (CSD)</cp:lastModifiedBy>
  <cp:revision>1</cp:revision>
  <dcterms:created xsi:type="dcterms:W3CDTF">2011-07-19T12:51:33Z</dcterms:created>
  <dcterms:modified xsi:type="dcterms:W3CDTF">2024-03-15T07:37:04Z</dcterms:modified>
  <cp:category/>
</cp:coreProperties>
</file>