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96" r:id="rId4"/>
    <p:sldId id="299" r:id="rId5"/>
    <p:sldId id="352" r:id="rId6"/>
    <p:sldId id="351" r:id="rId7"/>
    <p:sldId id="350" r:id="rId8"/>
    <p:sldId id="349" r:id="rId9"/>
    <p:sldId id="298" r:id="rId10"/>
    <p:sldId id="300" r:id="rId11"/>
    <p:sldId id="301" r:id="rId12"/>
    <p:sldId id="302" r:id="rId13"/>
    <p:sldId id="303" r:id="rId14"/>
    <p:sldId id="348" r:id="rId15"/>
    <p:sldId id="347" r:id="rId16"/>
    <p:sldId id="346" r:id="rId17"/>
    <p:sldId id="304" r:id="rId18"/>
    <p:sldId id="343" r:id="rId19"/>
    <p:sldId id="342" r:id="rId20"/>
    <p:sldId id="341" r:id="rId21"/>
    <p:sldId id="306" r:id="rId22"/>
    <p:sldId id="335" r:id="rId23"/>
    <p:sldId id="334" r:id="rId24"/>
    <p:sldId id="305" r:id="rId25"/>
    <p:sldId id="311" r:id="rId26"/>
    <p:sldId id="313" r:id="rId27"/>
    <p:sldId id="338" r:id="rId28"/>
    <p:sldId id="333" r:id="rId29"/>
    <p:sldId id="332" r:id="rId30"/>
    <p:sldId id="331" r:id="rId31"/>
    <p:sldId id="330" r:id="rId32"/>
    <p:sldId id="329" r:id="rId33"/>
    <p:sldId id="354" r:id="rId34"/>
    <p:sldId id="355" r:id="rId35"/>
    <p:sldId id="356" r:id="rId36"/>
    <p:sldId id="357" r:id="rId37"/>
    <p:sldId id="358" r:id="rId38"/>
    <p:sldId id="359" r:id="rId39"/>
    <p:sldId id="318" r:id="rId40"/>
    <p:sldId id="317" r:id="rId41"/>
  </p:sldIdLst>
  <p:sldSz cx="9144000" cy="6858000" type="screen4x3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 jee Chau (CSD)" initials="CjC(" lastIdx="8" clrIdx="0">
    <p:extLst>
      <p:ext uri="{19B8F6BF-5375-455C-9EA6-DF929625EA0E}">
        <p15:presenceInfo xmlns:p15="http://schemas.microsoft.com/office/powerpoint/2012/main" userId="S::chuckjee.chau@cuhk.edu.hk::7aa7a09e-983f-4214-9e5a-071cbb678e81" providerId="AD"/>
      </p:ext>
    </p:extLst>
  </p:cmAuthor>
  <p:cmAuthor id="2" name="William Hui (IEG)" initials="W(" lastIdx="3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FF"/>
    <a:srgbClr val="FFFFCC"/>
    <a:srgbClr val="CCFFCC"/>
    <a:srgbClr val="FF99FF"/>
    <a:srgbClr val="CCCEFF"/>
    <a:srgbClr val="F79646"/>
    <a:srgbClr val="9A31FF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73A1A-B57F-4643-B734-3060F75B8A57}" v="51" dt="2024-07-04T08:09:32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81303" autoAdjust="0"/>
  </p:normalViewPr>
  <p:slideViewPr>
    <p:cSldViewPr>
      <p:cViewPr varScale="1">
        <p:scale>
          <a:sx n="43" d="100"/>
          <a:sy n="43" d="100"/>
        </p:scale>
        <p:origin x="872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1636"/>
    </p:cViewPr>
  </p:sorterViewPr>
  <p:notesViewPr>
    <p:cSldViewPr>
      <p:cViewPr varScale="1">
        <p:scale>
          <a:sx n="60" d="100"/>
          <a:sy n="60" d="100"/>
        </p:scale>
        <p:origin x="-22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ck jee Chau (CSD)" userId="7aa7a09e-983f-4214-9e5a-071cbb678e81" providerId="ADAL" clId="{AFA8E341-F235-4046-A06D-F656587BE17F}"/>
    <pc:docChg chg="undo custSel delSld modSld">
      <pc:chgData name="Chuck jee Chau (CSD)" userId="7aa7a09e-983f-4214-9e5a-071cbb678e81" providerId="ADAL" clId="{AFA8E341-F235-4046-A06D-F656587BE17F}" dt="2019-11-11T01:06:46.414" v="567" actId="1592"/>
      <pc:docMkLst>
        <pc:docMk/>
      </pc:docMkLst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452717289" sldId="257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52717289" sldId="257"/>
            <ac:spMk id="3" creationId="{00000000-0000-0000-0000-000000000000}"/>
          </ac:spMkLst>
        </pc:spChg>
      </pc:sldChg>
      <pc:sldChg chg="modSp addCm modCm">
        <pc:chgData name="Chuck jee Chau (CSD)" userId="7aa7a09e-983f-4214-9e5a-071cbb678e81" providerId="ADAL" clId="{AFA8E341-F235-4046-A06D-F656587BE17F}" dt="2019-11-08T03:12:46.337" v="2"/>
        <pc:sldMkLst>
          <pc:docMk/>
          <pc:sldMk cId="3798170173" sldId="296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798170173" sldId="29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798170173" sldId="296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798170173" sldId="296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798170173" sldId="296"/>
            <ac:spMk id="11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21:09.063" v="18" actId="403"/>
        <pc:sldMkLst>
          <pc:docMk/>
          <pc:sldMk cId="2701277880" sldId="298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701277880" sldId="298"/>
            <ac:spMk id="1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21:09.063" v="18" actId="403"/>
          <ac:spMkLst>
            <pc:docMk/>
            <pc:sldMk cId="2701277880" sldId="298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701277880" sldId="298"/>
            <ac:spMk id="11268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3:47.878" v="6" actId="403"/>
        <pc:sldMkLst>
          <pc:docMk/>
          <pc:sldMk cId="500774111" sldId="299"/>
        </pc:sldMkLst>
        <pc:spChg chg="mod">
          <ac:chgData name="Chuck jee Chau (CSD)" userId="7aa7a09e-983f-4214-9e5a-071cbb678e81" providerId="ADAL" clId="{AFA8E341-F235-4046-A06D-F656587BE17F}" dt="2019-11-08T03:13:47.878" v="6" actId="403"/>
          <ac:spMkLst>
            <pc:docMk/>
            <pc:sldMk cId="500774111" sldId="299"/>
            <ac:spMk id="614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500774111" sldId="299"/>
            <ac:spMk id="614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500774111" sldId="299"/>
            <ac:spMk id="614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500774111" sldId="299"/>
            <ac:spMk id="6151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21:14.115" v="19" actId="403"/>
        <pc:sldMkLst>
          <pc:docMk/>
          <pc:sldMk cId="947076074" sldId="300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947076074" sldId="300"/>
            <ac:spMk id="1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21:14.115" v="19" actId="403"/>
          <ac:spMkLst>
            <pc:docMk/>
            <pc:sldMk cId="947076074" sldId="300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947076074" sldId="300"/>
            <ac:spMk id="11268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21:19.935" v="20" actId="403"/>
        <pc:sldMkLst>
          <pc:docMk/>
          <pc:sldMk cId="993566219" sldId="301"/>
        </pc:sldMkLst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993566219" sldId="301"/>
            <ac:spMk id="1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2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2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2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50.714" v="15" actId="2711"/>
          <ac:spMkLst>
            <pc:docMk/>
            <pc:sldMk cId="993566219" sldId="301"/>
            <ac:spMk id="2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21:19.935" v="20" actId="403"/>
          <ac:spMkLst>
            <pc:docMk/>
            <pc:sldMk cId="993566219" sldId="301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993566219" sldId="301"/>
            <ac:spMk id="11268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21:23.677" v="21" actId="403"/>
        <pc:sldMkLst>
          <pc:docMk/>
          <pc:sldMk cId="2131925444" sldId="302"/>
        </pc:sldMkLst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131925444" sldId="302"/>
            <ac:spMk id="1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2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2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2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41.373" v="14" actId="2711"/>
          <ac:spMkLst>
            <pc:docMk/>
            <pc:sldMk cId="2131925444" sldId="302"/>
            <ac:spMk id="2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21:23.677" v="21" actId="403"/>
          <ac:spMkLst>
            <pc:docMk/>
            <pc:sldMk cId="2131925444" sldId="302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131925444" sldId="302"/>
            <ac:spMk id="11268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21:27.306" v="22" actId="403"/>
        <pc:sldMkLst>
          <pc:docMk/>
          <pc:sldMk cId="4020483830" sldId="303"/>
        </pc:sldMkLst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2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2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2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9:24.541" v="13" actId="2711"/>
          <ac:spMkLst>
            <pc:docMk/>
            <pc:sldMk cId="4020483830" sldId="303"/>
            <ac:spMk id="2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020483830" sldId="303"/>
            <ac:spMk id="2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21:27.306" v="22" actId="403"/>
          <ac:spMkLst>
            <pc:docMk/>
            <pc:sldMk cId="4020483830" sldId="303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020483830" sldId="303"/>
            <ac:spMk id="11268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1508375161" sldId="304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508375161" sldId="304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508375161" sldId="304"/>
            <ac:spMk id="11268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704003454" sldId="305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704003454" sldId="305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704003454" sldId="305"/>
            <ac:spMk id="3" creationId="{00000000-0000-0000-0000-000000000000}"/>
          </ac:spMkLst>
        </pc:spChg>
      </pc:sldChg>
      <pc:sldChg chg="modSp addCm modCm">
        <pc:chgData name="Chuck jee Chau (CSD)" userId="7aa7a09e-983f-4214-9e5a-071cbb678e81" providerId="ADAL" clId="{AFA8E341-F235-4046-A06D-F656587BE17F}" dt="2019-11-08T03:28:08.977" v="140" actId="20577"/>
        <pc:sldMkLst>
          <pc:docMk/>
          <pc:sldMk cId="869776638" sldId="306"/>
        </pc:sldMkLst>
        <pc:spChg chg="mod">
          <ac:chgData name="Chuck jee Chau (CSD)" userId="7aa7a09e-983f-4214-9e5a-071cbb678e81" providerId="ADAL" clId="{AFA8E341-F235-4046-A06D-F656587BE17F}" dt="2019-11-08T03:28:08.977" v="140" actId="20577"/>
          <ac:spMkLst>
            <pc:docMk/>
            <pc:sldMk cId="869776638" sldId="30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869776638" sldId="306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26:58.397" v="110" actId="14100"/>
          <ac:spMkLst>
            <pc:docMk/>
            <pc:sldMk cId="869776638" sldId="306"/>
            <ac:spMk id="5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52:55.374" v="461" actId="207"/>
        <pc:sldMkLst>
          <pc:docMk/>
          <pc:sldMk cId="1027083157" sldId="311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027083157" sldId="31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52:55.374" v="461" actId="207"/>
          <ac:spMkLst>
            <pc:docMk/>
            <pc:sldMk cId="1027083157" sldId="311"/>
            <ac:spMk id="3" creationId="{87D0C367-8C04-498F-AF3C-A2DD89EC428C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027083157" sldId="311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027083157" sldId="311"/>
            <ac:spMk id="7" creationId="{00000000-0000-0000-0000-000000000000}"/>
          </ac:spMkLst>
        </pc:spChg>
      </pc:sldChg>
      <pc:sldChg chg="addSp modSp addCm modCm">
        <pc:chgData name="Chuck jee Chau (CSD)" userId="7aa7a09e-983f-4214-9e5a-071cbb678e81" providerId="ADAL" clId="{AFA8E341-F235-4046-A06D-F656587BE17F}" dt="2019-11-08T03:39:27.462" v="308" actId="403"/>
        <pc:sldMkLst>
          <pc:docMk/>
          <pc:sldMk cId="3787621372" sldId="313"/>
        </pc:sldMkLst>
        <pc:spChg chg="mod">
          <ac:chgData name="Chuck jee Chau (CSD)" userId="7aa7a09e-983f-4214-9e5a-071cbb678e81" providerId="ADAL" clId="{AFA8E341-F235-4046-A06D-F656587BE17F}" dt="2019-11-08T03:39:27.462" v="308" actId="403"/>
          <ac:spMkLst>
            <pc:docMk/>
            <pc:sldMk cId="3787621372" sldId="313"/>
            <ac:spMk id="2" creationId="{00000000-0000-0000-0000-000000000000}"/>
          </ac:spMkLst>
        </pc:spChg>
        <pc:spChg chg="add mod">
          <ac:chgData name="Chuck jee Chau (CSD)" userId="7aa7a09e-983f-4214-9e5a-071cbb678e81" providerId="ADAL" clId="{AFA8E341-F235-4046-A06D-F656587BE17F}" dt="2019-11-08T03:36:56.160" v="289" actId="1036"/>
          <ac:spMkLst>
            <pc:docMk/>
            <pc:sldMk cId="3787621372" sldId="313"/>
            <ac:spMk id="3" creationId="{1C750EEF-6DF8-CF4E-ACB5-FF9581DCA8A6}"/>
          </ac:spMkLst>
        </pc:spChg>
        <pc:spChg chg="add mod">
          <ac:chgData name="Chuck jee Chau (CSD)" userId="7aa7a09e-983f-4214-9e5a-071cbb678e81" providerId="ADAL" clId="{AFA8E341-F235-4046-A06D-F656587BE17F}" dt="2019-11-08T03:36:56.160" v="289" actId="1036"/>
          <ac:spMkLst>
            <pc:docMk/>
            <pc:sldMk cId="3787621372" sldId="313"/>
            <ac:spMk id="5" creationId="{BA2E7754-0DE5-9E4E-9AF4-CD104ADF542B}"/>
          </ac:spMkLst>
        </pc:spChg>
        <pc:spChg chg="mod">
          <ac:chgData name="Chuck jee Chau (CSD)" userId="7aa7a09e-983f-4214-9e5a-071cbb678e81" providerId="ADAL" clId="{AFA8E341-F235-4046-A06D-F656587BE17F}" dt="2019-11-08T03:39:08.877" v="306" actId="2711"/>
          <ac:spMkLst>
            <pc:docMk/>
            <pc:sldMk cId="3787621372" sldId="313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36:47.782" v="285" actId="14100"/>
          <ac:spMkLst>
            <pc:docMk/>
            <pc:sldMk cId="3787621372" sldId="313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36:50.645" v="286" actId="14100"/>
          <ac:spMkLst>
            <pc:docMk/>
            <pc:sldMk cId="3787621372" sldId="313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787621372" sldId="313"/>
            <ac:spMk id="12" creationId="{00000000-0000-0000-0000-000000000000}"/>
          </ac:spMkLst>
        </pc:spChg>
        <pc:spChg chg="add mod">
          <ac:chgData name="Chuck jee Chau (CSD)" userId="7aa7a09e-983f-4214-9e5a-071cbb678e81" providerId="ADAL" clId="{AFA8E341-F235-4046-A06D-F656587BE17F}" dt="2019-11-08T03:36:20.822" v="278" actId="571"/>
          <ac:spMkLst>
            <pc:docMk/>
            <pc:sldMk cId="3787621372" sldId="313"/>
            <ac:spMk id="13" creationId="{822F59C0-92D7-D345-A129-DA18F3F5BBCB}"/>
          </ac:spMkLst>
        </pc:spChg>
        <pc:spChg chg="mod">
          <ac:chgData name="Chuck jee Chau (CSD)" userId="7aa7a09e-983f-4214-9e5a-071cbb678e81" providerId="ADAL" clId="{AFA8E341-F235-4046-A06D-F656587BE17F}" dt="2019-11-08T03:33:43.426" v="217" actId="2711"/>
          <ac:spMkLst>
            <pc:docMk/>
            <pc:sldMk cId="3787621372" sldId="313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33:56.397" v="218" actId="2711"/>
          <ac:spMkLst>
            <pc:docMk/>
            <pc:sldMk cId="3787621372" sldId="313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787621372" sldId="313"/>
            <ac:spMk id="16" creationId="{00000000-0000-0000-0000-000000000000}"/>
          </ac:spMkLst>
        </pc:spChg>
        <pc:spChg chg="add mod">
          <ac:chgData name="Chuck jee Chau (CSD)" userId="7aa7a09e-983f-4214-9e5a-071cbb678e81" providerId="ADAL" clId="{AFA8E341-F235-4046-A06D-F656587BE17F}" dt="2019-11-08T03:37:49.535" v="303" actId="14100"/>
          <ac:spMkLst>
            <pc:docMk/>
            <pc:sldMk cId="3787621372" sldId="313"/>
            <ac:spMk id="17" creationId="{F937C430-761F-B94B-84CE-DDBCE27F228D}"/>
          </ac:spMkLst>
        </pc:spChg>
      </pc:sldChg>
      <pc:sldChg chg="modSp del">
        <pc:chgData name="Chuck jee Chau (CSD)" userId="7aa7a09e-983f-4214-9e5a-071cbb678e81" providerId="ADAL" clId="{AFA8E341-F235-4046-A06D-F656587BE17F}" dt="2019-11-08T03:59:59.744" v="554" actId="2696"/>
        <pc:sldMkLst>
          <pc:docMk/>
          <pc:sldMk cId="1614489055" sldId="316"/>
        </pc:sldMkLst>
        <pc:spChg chg="mod">
          <ac:chgData name="Chuck jee Chau (CSD)" userId="7aa7a09e-983f-4214-9e5a-071cbb678e81" providerId="ADAL" clId="{AFA8E341-F235-4046-A06D-F656587BE17F}" dt="2019-11-08T03:56:48.741" v="483" actId="113"/>
          <ac:spMkLst>
            <pc:docMk/>
            <pc:sldMk cId="1614489055" sldId="31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614489055" sldId="316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160050696" sldId="317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60050696" sldId="317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60050696" sldId="317"/>
            <ac:spMk id="3" creationId="{00000000-0000-0000-0000-000000000000}"/>
          </ac:spMkLst>
        </pc:spChg>
      </pc:sldChg>
      <pc:sldChg chg="modSp addCm modCm">
        <pc:chgData name="Chuck jee Chau (CSD)" userId="7aa7a09e-983f-4214-9e5a-071cbb678e81" providerId="ADAL" clId="{AFA8E341-F235-4046-A06D-F656587BE17F}" dt="2019-11-08T04:00:27.617" v="556"/>
        <pc:sldMkLst>
          <pc:docMk/>
          <pc:sldMk cId="1505603680" sldId="318"/>
        </pc:sldMkLst>
        <pc:spChg chg="mod">
          <ac:chgData name="Chuck jee Chau (CSD)" userId="7aa7a09e-983f-4214-9e5a-071cbb678e81" providerId="ADAL" clId="{AFA8E341-F235-4046-A06D-F656587BE17F}" dt="2019-11-08T03:59:48.800" v="553" actId="20577"/>
          <ac:spMkLst>
            <pc:docMk/>
            <pc:sldMk cId="1505603680" sldId="318"/>
            <ac:spMk id="107523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56:41.252" v="482" actId="207"/>
        <pc:sldMkLst>
          <pc:docMk/>
          <pc:sldMk cId="4148725737" sldId="325"/>
        </pc:sldMkLst>
        <pc:spChg chg="mod">
          <ac:chgData name="Chuck jee Chau (CSD)" userId="7aa7a09e-983f-4214-9e5a-071cbb678e81" providerId="ADAL" clId="{AFA8E341-F235-4046-A06D-F656587BE17F}" dt="2019-11-08T03:56:36.024" v="481" actId="20577"/>
          <ac:spMkLst>
            <pc:docMk/>
            <pc:sldMk cId="4148725737" sldId="325"/>
            <ac:spMk id="7680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148725737" sldId="325"/>
            <ac:spMk id="7680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148725737" sldId="325"/>
            <ac:spMk id="7680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56:41.252" v="482" actId="207"/>
          <ac:spMkLst>
            <pc:docMk/>
            <pc:sldMk cId="4148725737" sldId="325"/>
            <ac:spMk id="7680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AFA8E341-F235-4046-A06D-F656587BE17F}" dt="2019-11-08T03:56:16.251" v="479" actId="113"/>
        <pc:sldMkLst>
          <pc:docMk/>
          <pc:sldMk cId="1633793744" sldId="326"/>
        </pc:sldMkLst>
        <pc:spChg chg="add del mod">
          <ac:chgData name="Chuck jee Chau (CSD)" userId="7aa7a09e-983f-4214-9e5a-071cbb678e81" providerId="ADAL" clId="{AFA8E341-F235-4046-A06D-F656587BE17F}" dt="2019-11-08T03:54:17.432" v="466"/>
          <ac:spMkLst>
            <pc:docMk/>
            <pc:sldMk cId="1633793744" sldId="326"/>
            <ac:spMk id="2" creationId="{29D06BF4-2518-8B43-B8CF-BB18608C9CEF}"/>
          </ac:spMkLst>
        </pc:spChg>
        <pc:spChg chg="add del mod">
          <ac:chgData name="Chuck jee Chau (CSD)" userId="7aa7a09e-983f-4214-9e5a-071cbb678e81" providerId="ADAL" clId="{AFA8E341-F235-4046-A06D-F656587BE17F}" dt="2019-11-08T03:54:17.432" v="466"/>
          <ac:spMkLst>
            <pc:docMk/>
            <pc:sldMk cId="1633793744" sldId="326"/>
            <ac:spMk id="3" creationId="{15380E31-E450-724C-9868-856179972837}"/>
          </ac:spMkLst>
        </pc:spChg>
        <pc:spChg chg="add del mod">
          <ac:chgData name="Chuck jee Chau (CSD)" userId="7aa7a09e-983f-4214-9e5a-071cbb678e81" providerId="ADAL" clId="{AFA8E341-F235-4046-A06D-F656587BE17F}" dt="2019-11-08T03:54:17.432" v="466"/>
          <ac:spMkLst>
            <pc:docMk/>
            <pc:sldMk cId="1633793744" sldId="326"/>
            <ac:spMk id="4" creationId="{8E8CC9B5-BFCC-C949-9F20-9CEEBA712224}"/>
          </ac:spMkLst>
        </pc:spChg>
        <pc:spChg chg="add del mod">
          <ac:chgData name="Chuck jee Chau (CSD)" userId="7aa7a09e-983f-4214-9e5a-071cbb678e81" providerId="ADAL" clId="{AFA8E341-F235-4046-A06D-F656587BE17F}" dt="2019-11-08T03:54:26.955" v="468" actId="478"/>
          <ac:spMkLst>
            <pc:docMk/>
            <pc:sldMk cId="1633793744" sldId="326"/>
            <ac:spMk id="6" creationId="{D3295370-3291-D24C-A7E7-FDE243178D86}"/>
          </ac:spMkLst>
        </pc:spChg>
        <pc:spChg chg="add mod">
          <ac:chgData name="Chuck jee Chau (CSD)" userId="7aa7a09e-983f-4214-9e5a-071cbb678e81" providerId="ADAL" clId="{AFA8E341-F235-4046-A06D-F656587BE17F}" dt="2019-11-08T03:55:33.822" v="473" actId="20577"/>
          <ac:spMkLst>
            <pc:docMk/>
            <pc:sldMk cId="1633793744" sldId="326"/>
            <ac:spMk id="29" creationId="{D2D1AABE-2EF7-374E-8DEC-EE8CC24A9EA2}"/>
          </ac:spMkLst>
        </pc:spChg>
        <pc:spChg chg="del mod">
          <ac:chgData name="Chuck jee Chau (CSD)" userId="7aa7a09e-983f-4214-9e5a-071cbb678e81" providerId="ADAL" clId="{AFA8E341-F235-4046-A06D-F656587BE17F}" dt="2019-11-08T03:54:23.080" v="467" actId="478"/>
          <ac:spMkLst>
            <pc:docMk/>
            <pc:sldMk cId="1633793744" sldId="326"/>
            <ac:spMk id="6861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633793744" sldId="326"/>
            <ac:spMk id="68629" creationId="{00000000-0000-0000-0000-000000000000}"/>
          </ac:spMkLst>
        </pc:spChg>
        <pc:graphicFrameChg chg="mod modGraphic">
          <ac:chgData name="Chuck jee Chau (CSD)" userId="7aa7a09e-983f-4214-9e5a-071cbb678e81" providerId="ADAL" clId="{AFA8E341-F235-4046-A06D-F656587BE17F}" dt="2019-11-08T03:56:16.251" v="479" actId="113"/>
          <ac:graphicFrameMkLst>
            <pc:docMk/>
            <pc:sldMk cId="1633793744" sldId="326"/>
            <ac:graphicFrameMk id="68689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AFA8E341-F235-4046-A06D-F656587BE17F}" dt="2019-11-08T03:55:57.084" v="478" actId="20577"/>
        <pc:sldMkLst>
          <pc:docMk/>
          <pc:sldMk cId="1496043410" sldId="327"/>
        </pc:sldMkLst>
        <pc:spChg chg="mod">
          <ac:chgData name="Chuck jee Chau (CSD)" userId="7aa7a09e-983f-4214-9e5a-071cbb678e81" providerId="ADAL" clId="{AFA8E341-F235-4046-A06D-F656587BE17F}" dt="2019-11-08T03:54:58.629" v="471" actId="20577"/>
          <ac:spMkLst>
            <pc:docMk/>
            <pc:sldMk cId="1496043410" sldId="327"/>
            <ac:spMk id="6758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55:57.084" v="478" actId="20577"/>
          <ac:spMkLst>
            <pc:docMk/>
            <pc:sldMk cId="1496043410" sldId="327"/>
            <ac:spMk id="67587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51:10.836" v="451" actId="403"/>
        <pc:sldMkLst>
          <pc:docMk/>
          <pc:sldMk cId="2273422015" sldId="328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273422015" sldId="328"/>
            <ac:spMk id="6349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51:10.836" v="451" actId="403"/>
          <ac:spMkLst>
            <pc:docMk/>
            <pc:sldMk cId="2273422015" sldId="328"/>
            <ac:spMk id="63491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53:13.017" v="463" actId="207"/>
        <pc:sldMkLst>
          <pc:docMk/>
          <pc:sldMk cId="4204366257" sldId="329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204366257" sldId="329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49:57.145" v="447" actId="14100"/>
          <ac:spMkLst>
            <pc:docMk/>
            <pc:sldMk cId="4204366257" sldId="329"/>
            <ac:spMk id="7476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50:06.021" v="450" actId="207"/>
          <ac:spMkLst>
            <pc:docMk/>
            <pc:sldMk cId="4204366257" sldId="329"/>
            <ac:spMk id="74761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49:57.145" v="447" actId="14100"/>
          <ac:spMkLst>
            <pc:docMk/>
            <pc:sldMk cId="4204366257" sldId="329"/>
            <ac:spMk id="7476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204366257" sldId="329"/>
            <ac:spMk id="7476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204366257" sldId="329"/>
            <ac:spMk id="7476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204366257" sldId="329"/>
            <ac:spMk id="7477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204366257" sldId="329"/>
            <ac:spMk id="74772" creationId="{00000000-0000-0000-0000-000000000000}"/>
          </ac:spMkLst>
        </pc:spChg>
        <pc:grpChg chg="mod">
          <ac:chgData name="Chuck jee Chau (CSD)" userId="7aa7a09e-983f-4214-9e5a-071cbb678e81" providerId="ADAL" clId="{AFA8E341-F235-4046-A06D-F656587BE17F}" dt="2019-11-08T03:53:13.017" v="463" actId="207"/>
          <ac:grpSpMkLst>
            <pc:docMk/>
            <pc:sldMk cId="4204366257" sldId="329"/>
            <ac:grpSpMk id="74767" creationId="{00000000-0000-0000-0000-000000000000}"/>
          </ac:grpSpMkLst>
        </pc:grpChg>
      </pc:sldChg>
      <pc:sldChg chg="addSp delSp modSp">
        <pc:chgData name="Chuck jee Chau (CSD)" userId="7aa7a09e-983f-4214-9e5a-071cbb678e81" providerId="ADAL" clId="{AFA8E341-F235-4046-A06D-F656587BE17F}" dt="2019-11-08T03:53:06.403" v="462" actId="207"/>
        <pc:sldMkLst>
          <pc:docMk/>
          <pc:sldMk cId="4039365292" sldId="330"/>
        </pc:sldMkLst>
        <pc:spChg chg="add mod">
          <ac:chgData name="Chuck jee Chau (CSD)" userId="7aa7a09e-983f-4214-9e5a-071cbb678e81" providerId="ADAL" clId="{AFA8E341-F235-4046-A06D-F656587BE17F}" dt="2019-11-08T03:49:41.816" v="446" actId="167"/>
          <ac:spMkLst>
            <pc:docMk/>
            <pc:sldMk cId="4039365292" sldId="330"/>
            <ac:spMk id="11" creationId="{0641E647-FCAE-4D4C-B555-7DC6193B5E6A}"/>
          </ac:spMkLst>
        </pc:spChg>
        <pc:spChg chg="del">
          <ac:chgData name="Chuck jee Chau (CSD)" userId="7aa7a09e-983f-4214-9e5a-071cbb678e81" providerId="ADAL" clId="{AFA8E341-F235-4046-A06D-F656587BE17F}" dt="2019-11-08T03:49:38.482" v="444" actId="478"/>
          <ac:spMkLst>
            <pc:docMk/>
            <pc:sldMk cId="4039365292" sldId="330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039365292" sldId="330"/>
            <ac:spMk id="7270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49:13.127" v="442" actId="14100"/>
          <ac:spMkLst>
            <pc:docMk/>
            <pc:sldMk cId="4039365292" sldId="330"/>
            <ac:spMk id="7271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49:17.261" v="443" actId="207"/>
          <ac:spMkLst>
            <pc:docMk/>
            <pc:sldMk cId="4039365292" sldId="330"/>
            <ac:spMk id="7271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49:13.127" v="442" actId="14100"/>
          <ac:spMkLst>
            <pc:docMk/>
            <pc:sldMk cId="4039365292" sldId="330"/>
            <ac:spMk id="7271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53:06.403" v="462" actId="207"/>
          <ac:spMkLst>
            <pc:docMk/>
            <pc:sldMk cId="4039365292" sldId="330"/>
            <ac:spMk id="7271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039365292" sldId="330"/>
            <ac:spMk id="7272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039365292" sldId="330"/>
            <ac:spMk id="72722" creationId="{00000000-0000-0000-0000-000000000000}"/>
          </ac:spMkLst>
        </pc:spChg>
      </pc:sldChg>
      <pc:sldChg chg="addSp delSp modSp modAnim">
        <pc:chgData name="Chuck jee Chau (CSD)" userId="7aa7a09e-983f-4214-9e5a-071cbb678e81" providerId="ADAL" clId="{AFA8E341-F235-4046-A06D-F656587BE17F}" dt="2019-11-08T03:48:32.231" v="440" actId="478"/>
        <pc:sldMkLst>
          <pc:docMk/>
          <pc:sldMk cId="1671377025" sldId="331"/>
        </pc:sldMkLst>
        <pc:spChg chg="add del">
          <ac:chgData name="Chuck jee Chau (CSD)" userId="7aa7a09e-983f-4214-9e5a-071cbb678e81" providerId="ADAL" clId="{AFA8E341-F235-4046-A06D-F656587BE17F}" dt="2019-11-08T03:48:32.231" v="440" actId="478"/>
          <ac:spMkLst>
            <pc:docMk/>
            <pc:sldMk cId="1671377025" sldId="331"/>
            <ac:spMk id="9" creationId="{D39BF3EB-1840-E649-A95D-5B6303716D89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671377025" sldId="331"/>
            <ac:spMk id="7168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45:36.682" v="435" actId="20577"/>
          <ac:spMkLst>
            <pc:docMk/>
            <pc:sldMk cId="1671377025" sldId="331"/>
            <ac:spMk id="71691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48:30.308" v="439" actId="207"/>
          <ac:spMkLst>
            <pc:docMk/>
            <pc:sldMk cId="1671377025" sldId="331"/>
            <ac:spMk id="7169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671377025" sldId="331"/>
            <ac:spMk id="7169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47:57.718" v="438" actId="1076"/>
          <ac:spMkLst>
            <pc:docMk/>
            <pc:sldMk cId="1671377025" sldId="331"/>
            <ac:spMk id="71698" creationId="{00000000-0000-0000-0000-000000000000}"/>
          </ac:spMkLst>
        </pc:spChg>
      </pc:sldChg>
      <pc:sldChg chg="modSp addCm modCm">
        <pc:chgData name="Chuck jee Chau (CSD)" userId="7aa7a09e-983f-4214-9e5a-071cbb678e81" providerId="ADAL" clId="{AFA8E341-F235-4046-A06D-F656587BE17F}" dt="2019-11-08T03:43:01.565" v="310"/>
        <pc:sldMkLst>
          <pc:docMk/>
          <pc:sldMk cId="3905729016" sldId="332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905729016" sldId="332"/>
            <ac:spMk id="6246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905729016" sldId="332"/>
            <ac:spMk id="62467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4:01:43.278" v="565" actId="20577"/>
        <pc:sldMkLst>
          <pc:docMk/>
          <pc:sldMk cId="2326475963" sldId="333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326475963" sldId="333"/>
            <ac:spMk id="6144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4:01:43.278" v="565" actId="20577"/>
          <ac:spMkLst>
            <pc:docMk/>
            <pc:sldMk cId="2326475963" sldId="333"/>
            <ac:spMk id="61443" creationId="{00000000-0000-0000-0000-000000000000}"/>
          </ac:spMkLst>
        </pc:spChg>
      </pc:sldChg>
      <pc:sldChg chg="addSp delSp modSp modAnim addCm delCm modCm">
        <pc:chgData name="Chuck jee Chau (CSD)" userId="7aa7a09e-983f-4214-9e5a-071cbb678e81" providerId="ADAL" clId="{AFA8E341-F235-4046-A06D-F656587BE17F}" dt="2019-11-11T01:06:46.414" v="567" actId="1592"/>
        <pc:sldMkLst>
          <pc:docMk/>
          <pc:sldMk cId="2365092508" sldId="334"/>
        </pc:sldMkLst>
        <pc:spChg chg="add mod">
          <ac:chgData name="Chuck jee Chau (CSD)" userId="7aa7a09e-983f-4214-9e5a-071cbb678e81" providerId="ADAL" clId="{AFA8E341-F235-4046-A06D-F656587BE17F}" dt="2019-11-08T03:29:22.802" v="149" actId="13822"/>
          <ac:spMkLst>
            <pc:docMk/>
            <pc:sldMk cId="2365092508" sldId="334"/>
            <ac:spMk id="2" creationId="{94F27651-13A8-FB4B-98A6-89EE26FE3606}"/>
          </ac:spMkLst>
        </pc:spChg>
        <pc:spChg chg="add mod">
          <ac:chgData name="Chuck jee Chau (CSD)" userId="7aa7a09e-983f-4214-9e5a-071cbb678e81" providerId="ADAL" clId="{AFA8E341-F235-4046-A06D-F656587BE17F}" dt="2019-11-08T03:52:32.111" v="457" actId="207"/>
          <ac:spMkLst>
            <pc:docMk/>
            <pc:sldMk cId="2365092508" sldId="334"/>
            <ac:spMk id="11" creationId="{1A318513-874C-BB42-BC75-327406C496F4}"/>
          </ac:spMkLst>
        </pc:spChg>
        <pc:spChg chg="add del mod">
          <ac:chgData name="Chuck jee Chau (CSD)" userId="7aa7a09e-983f-4214-9e5a-071cbb678e81" providerId="ADAL" clId="{AFA8E341-F235-4046-A06D-F656587BE17F}" dt="2019-11-08T03:52:37.487" v="458" actId="478"/>
          <ac:spMkLst>
            <pc:docMk/>
            <pc:sldMk cId="2365092508" sldId="334"/>
            <ac:spMk id="12" creationId="{719787EF-68E5-8544-980C-DD21E4AEB86A}"/>
          </ac:spMkLst>
        </pc:spChg>
        <pc:spChg chg="mod">
          <ac:chgData name="Chuck jee Chau (CSD)" userId="7aa7a09e-983f-4214-9e5a-071cbb678e81" providerId="ADAL" clId="{AFA8E341-F235-4046-A06D-F656587BE17F}" dt="2019-11-08T03:28:15.623" v="142"/>
          <ac:spMkLst>
            <pc:docMk/>
            <pc:sldMk cId="2365092508" sldId="334"/>
            <ac:spMk id="6553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32:12.316" v="214" actId="20577"/>
          <ac:spMkLst>
            <pc:docMk/>
            <pc:sldMk cId="2365092508" sldId="334"/>
            <ac:spMk id="6553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365092508" sldId="334"/>
            <ac:spMk id="6554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51:39.602" v="453" actId="207"/>
          <ac:spMkLst>
            <pc:docMk/>
            <pc:sldMk cId="2365092508" sldId="334"/>
            <ac:spMk id="65545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28:12.279" v="141"/>
        <pc:sldMkLst>
          <pc:docMk/>
          <pc:sldMk cId="1653413357" sldId="335"/>
        </pc:sldMkLst>
        <pc:spChg chg="mod">
          <ac:chgData name="Chuck jee Chau (CSD)" userId="7aa7a09e-983f-4214-9e5a-071cbb678e81" providerId="ADAL" clId="{AFA8E341-F235-4046-A06D-F656587BE17F}" dt="2019-11-08T03:28:12.279" v="141"/>
          <ac:spMkLst>
            <pc:docMk/>
            <pc:sldMk cId="1653413357" sldId="335"/>
            <ac:spMk id="5427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27:27.454" v="116" actId="20577"/>
          <ac:spMkLst>
            <pc:docMk/>
            <pc:sldMk cId="1653413357" sldId="335"/>
            <ac:spMk id="5427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653413357" sldId="335"/>
            <ac:spMk id="54276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2250709809" sldId="338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250709809" sldId="338"/>
            <ac:spMk id="10240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250709809" sldId="338"/>
            <ac:spMk id="102403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53:25.434" v="464" actId="113"/>
        <pc:sldMkLst>
          <pc:docMk/>
          <pc:sldMk cId="140298571" sldId="339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40298571" sldId="339"/>
            <ac:spMk id="5632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40298571" sldId="339"/>
            <ac:spMk id="56392" creationId="{00000000-0000-0000-0000-000000000000}"/>
          </ac:spMkLst>
        </pc:spChg>
        <pc:graphicFrameChg chg="mod modGraphic">
          <ac:chgData name="Chuck jee Chau (CSD)" userId="7aa7a09e-983f-4214-9e5a-071cbb678e81" providerId="ADAL" clId="{AFA8E341-F235-4046-A06D-F656587BE17F}" dt="2019-11-08T03:53:25.434" v="464" actId="113"/>
          <ac:graphicFrameMkLst>
            <pc:docMk/>
            <pc:sldMk cId="140298571" sldId="339"/>
            <ac:graphicFrameMk id="56391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AFA8E341-F235-4046-A06D-F656587BE17F}" dt="2019-11-08T03:51:29.073" v="452" actId="207"/>
        <pc:sldMkLst>
          <pc:docMk/>
          <pc:sldMk cId="4108073970" sldId="340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108073970" sldId="340"/>
            <ac:spMk id="5734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108073970" sldId="340"/>
            <ac:spMk id="5734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108073970" sldId="340"/>
            <ac:spMk id="5734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51:29.073" v="452" actId="207"/>
          <ac:spMkLst>
            <pc:docMk/>
            <pc:sldMk cId="4108073970" sldId="340"/>
            <ac:spMk id="5734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108073970" sldId="340"/>
            <ac:spMk id="57351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716802550" sldId="341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716802550" sldId="341"/>
            <ac:spMk id="5017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716802550" sldId="341"/>
            <ac:spMk id="50179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3528891678" sldId="342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528891678" sldId="342"/>
            <ac:spMk id="11571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528891678" sldId="342"/>
            <ac:spMk id="11571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528891678" sldId="342"/>
            <ac:spMk id="115716" creationId="{00000000-0000-0000-0000-000000000000}"/>
          </ac:spMkLst>
        </pc:spChg>
      </pc:sldChg>
      <pc:sldChg chg="modSp modAnim">
        <pc:chgData name="Chuck jee Chau (CSD)" userId="7aa7a09e-983f-4214-9e5a-071cbb678e81" providerId="ADAL" clId="{AFA8E341-F235-4046-A06D-F656587BE17F}" dt="2019-11-08T03:25:07.975" v="68" actId="113"/>
        <pc:sldMkLst>
          <pc:docMk/>
          <pc:sldMk cId="2386641853" sldId="343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386641853" sldId="343"/>
            <ac:spMk id="4915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25:07.975" v="68" actId="113"/>
          <ac:spMkLst>
            <pc:docMk/>
            <pc:sldMk cId="2386641853" sldId="343"/>
            <ac:spMk id="4915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2386641853" sldId="343"/>
            <ac:spMk id="49158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811715113" sldId="346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811715113" sldId="346"/>
            <ac:spMk id="4" creationId="{3CD650E7-D00D-DF42-ADCB-E066A45C402D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811715113" sldId="346"/>
            <ac:spMk id="5120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811715113" sldId="346"/>
            <ac:spMk id="51234" creationId="{00000000-0000-0000-0000-000000000000}"/>
          </ac:spMkLst>
        </pc:spChg>
        <pc:graphicFrameChg chg="mod">
          <ac:chgData name="Chuck jee Chau (CSD)" userId="7aa7a09e-983f-4214-9e5a-071cbb678e81" providerId="ADAL" clId="{AFA8E341-F235-4046-A06D-F656587BE17F}" dt="2019-11-08T03:12:46.337" v="2"/>
          <ac:graphicFrameMkLst>
            <pc:docMk/>
            <pc:sldMk cId="811715113" sldId="346"/>
            <ac:graphicFrameMk id="51292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AFA8E341-F235-4046-A06D-F656587BE17F}" dt="2019-11-08T03:22:08.087" v="23" actId="2711"/>
        <pc:sldMkLst>
          <pc:docMk/>
          <pc:sldMk cId="3114397456" sldId="347"/>
        </pc:sldMkLst>
        <pc:spChg chg="mod">
          <ac:chgData name="Chuck jee Chau (CSD)" userId="7aa7a09e-983f-4214-9e5a-071cbb678e81" providerId="ADAL" clId="{AFA8E341-F235-4046-A06D-F656587BE17F}" dt="2019-11-08T03:22:08.087" v="23" actId="2711"/>
          <ac:spMkLst>
            <pc:docMk/>
            <pc:sldMk cId="3114397456" sldId="347"/>
            <ac:spMk id="4" creationId="{0F90D5D4-571E-CF4B-A5C6-77485D9E890E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114397456" sldId="347"/>
            <ac:spMk id="48130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20:21.216" v="17" actId="57"/>
        <pc:sldMkLst>
          <pc:docMk/>
          <pc:sldMk cId="3934880084" sldId="348"/>
        </pc:sldMkLst>
        <pc:spChg chg="mod">
          <ac:chgData name="Chuck jee Chau (CSD)" userId="7aa7a09e-983f-4214-9e5a-071cbb678e81" providerId="ADAL" clId="{AFA8E341-F235-4046-A06D-F656587BE17F}" dt="2019-11-08T03:20:21.216" v="17" actId="57"/>
          <ac:spMkLst>
            <pc:docMk/>
            <pc:sldMk cId="3934880084" sldId="348"/>
            <ac:spMk id="9" creationId="{AD00024F-BA56-F348-8270-79344D0892E1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934880084" sldId="348"/>
            <ac:spMk id="4710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934880084" sldId="348"/>
            <ac:spMk id="47107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7:09.074" v="11" actId="1038"/>
        <pc:sldMkLst>
          <pc:docMk/>
          <pc:sldMk cId="3805787016" sldId="349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805787016" sldId="349"/>
            <ac:spMk id="4608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805787016" sldId="349"/>
            <ac:spMk id="46083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7:09.074" v="11" actId="1038"/>
          <ac:spMkLst>
            <pc:docMk/>
            <pc:sldMk cId="3805787016" sldId="349"/>
            <ac:spMk id="46091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7:09.074" v="11" actId="1038"/>
          <ac:spMkLst>
            <pc:docMk/>
            <pc:sldMk cId="3805787016" sldId="349"/>
            <ac:spMk id="46092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7:09.074" v="11" actId="1038"/>
          <ac:spMkLst>
            <pc:docMk/>
            <pc:sldMk cId="3805787016" sldId="349"/>
            <ac:spMk id="4614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7:09.074" v="11" actId="1038"/>
          <ac:spMkLst>
            <pc:docMk/>
            <pc:sldMk cId="3805787016" sldId="349"/>
            <ac:spMk id="4614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7:09.074" v="11" actId="1038"/>
          <ac:spMkLst>
            <pc:docMk/>
            <pc:sldMk cId="3805787016" sldId="349"/>
            <ac:spMk id="4614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7:09.074" v="11" actId="1038"/>
          <ac:spMkLst>
            <pc:docMk/>
            <pc:sldMk cId="3805787016" sldId="349"/>
            <ac:spMk id="4615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7:09.074" v="11" actId="1038"/>
          <ac:spMkLst>
            <pc:docMk/>
            <pc:sldMk cId="3805787016" sldId="349"/>
            <ac:spMk id="46151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1296859988" sldId="350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296859988" sldId="350"/>
            <ac:spMk id="44034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296859988" sldId="350"/>
            <ac:spMk id="44035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296859988" sldId="350"/>
            <ac:spMk id="4419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1296859988" sldId="350"/>
            <ac:spMk id="44200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2:46.337" v="2"/>
        <pc:sldMkLst>
          <pc:docMk/>
          <pc:sldMk cId="4039276895" sldId="351"/>
        </pc:sldMkLst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039276895" sldId="351"/>
            <ac:spMk id="91138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039276895" sldId="351"/>
            <ac:spMk id="91139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4039276895" sldId="351"/>
            <ac:spMk id="91140" creationId="{00000000-0000-0000-0000-000000000000}"/>
          </ac:spMkLst>
        </pc:spChg>
      </pc:sldChg>
      <pc:sldChg chg="modSp">
        <pc:chgData name="Chuck jee Chau (CSD)" userId="7aa7a09e-983f-4214-9e5a-071cbb678e81" providerId="ADAL" clId="{AFA8E341-F235-4046-A06D-F656587BE17F}" dt="2019-11-08T03:13:01.678" v="5" actId="20577"/>
        <pc:sldMkLst>
          <pc:docMk/>
          <pc:sldMk cId="3602538144" sldId="352"/>
        </pc:sldMkLst>
        <pc:spChg chg="mod">
          <ac:chgData name="Chuck jee Chau (CSD)" userId="7aa7a09e-983f-4214-9e5a-071cbb678e81" providerId="ADAL" clId="{AFA8E341-F235-4046-A06D-F656587BE17F}" dt="2019-11-08T03:13:01.678" v="5" actId="20577"/>
          <ac:spMkLst>
            <pc:docMk/>
            <pc:sldMk cId="3602538144" sldId="352"/>
            <ac:spMk id="31746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602538144" sldId="352"/>
            <ac:spMk id="31747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602538144" sldId="352"/>
            <ac:spMk id="31750" creationId="{00000000-0000-0000-0000-000000000000}"/>
          </ac:spMkLst>
        </pc:spChg>
        <pc:spChg chg="mod">
          <ac:chgData name="Chuck jee Chau (CSD)" userId="7aa7a09e-983f-4214-9e5a-071cbb678e81" providerId="ADAL" clId="{AFA8E341-F235-4046-A06D-F656587BE17F}" dt="2019-11-08T03:12:46.337" v="2"/>
          <ac:spMkLst>
            <pc:docMk/>
            <pc:sldMk cId="3602538144" sldId="352"/>
            <ac:spMk id="31751" creationId="{00000000-0000-0000-0000-000000000000}"/>
          </ac:spMkLst>
        </pc:spChg>
      </pc:sldChg>
    </pc:docChg>
  </pc:docChgLst>
  <pc:docChgLst>
    <pc:chgData name="Michael PF Fung (CSD)" userId="f1fbcc7d-b65c-4009-a6fb-0bd17f4bf7ea" providerId="ADAL" clId="{5A1E0F48-B125-49AA-AA9B-11A830EDA834}"/>
    <pc:docChg chg="undo custSel modSld">
      <pc:chgData name="Michael PF Fung (CSD)" userId="f1fbcc7d-b65c-4009-a6fb-0bd17f4bf7ea" providerId="ADAL" clId="{5A1E0F48-B125-49AA-AA9B-11A830EDA834}" dt="2023-04-02T05:31:32.094" v="156"/>
      <pc:docMkLst>
        <pc:docMk/>
      </pc:docMkLst>
      <pc:sldChg chg="addSp modSp mod">
        <pc:chgData name="Michael PF Fung (CSD)" userId="f1fbcc7d-b65c-4009-a6fb-0bd17f4bf7ea" providerId="ADAL" clId="{5A1E0F48-B125-49AA-AA9B-11A830EDA834}" dt="2023-04-02T05:31:32.094" v="156"/>
        <pc:sldMkLst>
          <pc:docMk/>
          <pc:sldMk cId="1519028957" sldId="357"/>
        </pc:sldMkLst>
        <pc:spChg chg="mod">
          <ac:chgData name="Michael PF Fung (CSD)" userId="f1fbcc7d-b65c-4009-a6fb-0bd17f4bf7ea" providerId="ADAL" clId="{5A1E0F48-B125-49AA-AA9B-11A830EDA834}" dt="2023-04-02T05:31:32.094" v="156"/>
          <ac:spMkLst>
            <pc:docMk/>
            <pc:sldMk cId="1519028957" sldId="357"/>
            <ac:spMk id="67587" creationId="{00000000-0000-0000-0000-000000000000}"/>
          </ac:spMkLst>
        </pc:spChg>
        <pc:graphicFrameChg chg="add mod modGraphic">
          <ac:chgData name="Michael PF Fung (CSD)" userId="f1fbcc7d-b65c-4009-a6fb-0bd17f4bf7ea" providerId="ADAL" clId="{5A1E0F48-B125-49AA-AA9B-11A830EDA834}" dt="2023-04-02T05:30:29.122" v="153" actId="20577"/>
          <ac:graphicFrameMkLst>
            <pc:docMk/>
            <pc:sldMk cId="1519028957" sldId="357"/>
            <ac:graphicFrameMk id="2" creationId="{A86B22B3-30D2-020D-5148-F346A44E8E7C}"/>
          </ac:graphicFrameMkLst>
        </pc:graphicFrameChg>
      </pc:sldChg>
    </pc:docChg>
  </pc:docChgLst>
  <pc:docChgLst>
    <pc:chgData name="William Hui (IEG)" userId="S::kyhui@cuhk.edu.hk::07728535-8fdc-4325-b24f-20cc4d58a3a3" providerId="AD" clId="Web-{3BEF158E-49BA-A013-E243-ED304786ECB5}"/>
    <pc:docChg chg="">
      <pc:chgData name="William Hui (IEG)" userId="S::kyhui@cuhk.edu.hk::07728535-8fdc-4325-b24f-20cc4d58a3a3" providerId="AD" clId="Web-{3BEF158E-49BA-A013-E243-ED304786ECB5}" dt="2019-11-08T04:30:51.502" v="2"/>
      <pc:docMkLst>
        <pc:docMk/>
      </pc:docMkLst>
      <pc:sldChg chg="addCm">
        <pc:chgData name="William Hui (IEG)" userId="S::kyhui@cuhk.edu.hk::07728535-8fdc-4325-b24f-20cc4d58a3a3" providerId="AD" clId="Web-{3BEF158E-49BA-A013-E243-ED304786ECB5}" dt="2019-11-08T04:30:17.485" v="1"/>
        <pc:sldMkLst>
          <pc:docMk/>
          <pc:sldMk cId="3798170173" sldId="296"/>
        </pc:sldMkLst>
      </pc:sldChg>
      <pc:sldChg chg="addCm">
        <pc:chgData name="William Hui (IEG)" userId="S::kyhui@cuhk.edu.hk::07728535-8fdc-4325-b24f-20cc4d58a3a3" providerId="AD" clId="Web-{3BEF158E-49BA-A013-E243-ED304786ECB5}" dt="2019-11-08T04:30:51.502" v="2"/>
        <pc:sldMkLst>
          <pc:docMk/>
          <pc:sldMk cId="3905729016" sldId="332"/>
        </pc:sldMkLst>
      </pc:sldChg>
      <pc:sldChg chg="addCm">
        <pc:chgData name="William Hui (IEG)" userId="S::kyhui@cuhk.edu.hk::07728535-8fdc-4325-b24f-20cc4d58a3a3" providerId="AD" clId="Web-{3BEF158E-49BA-A013-E243-ED304786ECB5}" dt="2019-11-08T04:28:48.342" v="0"/>
        <pc:sldMkLst>
          <pc:docMk/>
          <pc:sldMk cId="2365092508" sldId="334"/>
        </pc:sldMkLst>
      </pc:sldChg>
    </pc:docChg>
  </pc:docChgLst>
  <pc:docChgLst>
    <pc:chgData name="William Hui (IEG)" userId="S::kyhui@cuhk.edu.hk::07728535-8fdc-4325-b24f-20cc4d58a3a3" providerId="AD" clId="Web-{9A1224DD-2D58-6C96-A834-391D613193B3}"/>
    <pc:docChg chg="addSld delSld modSld sldOrd">
      <pc:chgData name="William Hui (IEG)" userId="S::kyhui@cuhk.edu.hk::07728535-8fdc-4325-b24f-20cc4d58a3a3" providerId="AD" clId="Web-{9A1224DD-2D58-6C96-A834-391D613193B3}" dt="2019-09-22T15:10:28.455" v="647" actId="20577"/>
      <pc:docMkLst>
        <pc:docMk/>
      </pc:docMkLst>
      <pc:sldChg chg="modSp">
        <pc:chgData name="William Hui (IEG)" userId="S::kyhui@cuhk.edu.hk::07728535-8fdc-4325-b24f-20cc4d58a3a3" providerId="AD" clId="Web-{9A1224DD-2D58-6C96-A834-391D613193B3}" dt="2019-09-22T12:33:57.289" v="58" actId="20577"/>
        <pc:sldMkLst>
          <pc:docMk/>
          <pc:sldMk cId="452717289" sldId="257"/>
        </pc:sldMkLst>
        <pc:spChg chg="mod">
          <ac:chgData name="William Hui (IEG)" userId="S::kyhui@cuhk.edu.hk::07728535-8fdc-4325-b24f-20cc4d58a3a3" providerId="AD" clId="Web-{9A1224DD-2D58-6C96-A834-391D613193B3}" dt="2019-09-22T12:33:57.289" v="58" actId="20577"/>
          <ac:spMkLst>
            <pc:docMk/>
            <pc:sldMk cId="452717289" sldId="257"/>
            <ac:spMk id="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34:00.039" v="60" actId="20577"/>
        <pc:sldMkLst>
          <pc:docMk/>
          <pc:sldMk cId="3798170173" sldId="296"/>
        </pc:sldMkLst>
        <pc:spChg chg="mod">
          <ac:chgData name="William Hui (IEG)" userId="S::kyhui@cuhk.edu.hk::07728535-8fdc-4325-b24f-20cc4d58a3a3" providerId="AD" clId="Web-{9A1224DD-2D58-6C96-A834-391D613193B3}" dt="2019-09-22T12:34:00.039" v="60" actId="20577"/>
          <ac:spMkLst>
            <pc:docMk/>
            <pc:sldMk cId="3798170173" sldId="296"/>
            <ac:spMk id="2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44:07.987" v="243" actId="20577"/>
        <pc:sldMkLst>
          <pc:docMk/>
          <pc:sldMk cId="2701277880" sldId="298"/>
        </pc:sldMkLst>
        <pc:spChg chg="mod">
          <ac:chgData name="William Hui (IEG)" userId="S::kyhui@cuhk.edu.hk::07728535-8fdc-4325-b24f-20cc4d58a3a3" providerId="AD" clId="Web-{9A1224DD-2D58-6C96-A834-391D613193B3}" dt="2019-09-22T12:44:07.987" v="243" actId="20577"/>
          <ac:spMkLst>
            <pc:docMk/>
            <pc:sldMk cId="2701277880" sldId="298"/>
            <ac:spMk id="1126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34:19.054" v="71" actId="20577"/>
        <pc:sldMkLst>
          <pc:docMk/>
          <pc:sldMk cId="500774111" sldId="299"/>
        </pc:sldMkLst>
        <pc:spChg chg="mod">
          <ac:chgData name="William Hui (IEG)" userId="S::kyhui@cuhk.edu.hk::07728535-8fdc-4325-b24f-20cc4d58a3a3" providerId="AD" clId="Web-{9A1224DD-2D58-6C96-A834-391D613193B3}" dt="2019-09-22T12:34:19.054" v="71" actId="20577"/>
          <ac:spMkLst>
            <pc:docMk/>
            <pc:sldMk cId="500774111" sldId="299"/>
            <ac:spMk id="614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44:07.924" v="242" actId="20577"/>
        <pc:sldMkLst>
          <pc:docMk/>
          <pc:sldMk cId="947076074" sldId="300"/>
        </pc:sldMkLst>
        <pc:spChg chg="mod">
          <ac:chgData name="William Hui (IEG)" userId="S::kyhui@cuhk.edu.hk::07728535-8fdc-4325-b24f-20cc4d58a3a3" providerId="AD" clId="Web-{9A1224DD-2D58-6C96-A834-391D613193B3}" dt="2019-09-22T12:44:07.924" v="242" actId="20577"/>
          <ac:spMkLst>
            <pc:docMk/>
            <pc:sldMk cId="947076074" sldId="300"/>
            <ac:spMk id="1126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44:15.315" v="245" actId="20577"/>
        <pc:sldMkLst>
          <pc:docMk/>
          <pc:sldMk cId="993566219" sldId="301"/>
        </pc:sldMkLst>
        <pc:spChg chg="mod">
          <ac:chgData name="William Hui (IEG)" userId="S::kyhui@cuhk.edu.hk::07728535-8fdc-4325-b24f-20cc4d58a3a3" providerId="AD" clId="Web-{9A1224DD-2D58-6C96-A834-391D613193B3}" dt="2019-09-22T12:44:15.315" v="245" actId="20577"/>
          <ac:spMkLst>
            <pc:docMk/>
            <pc:sldMk cId="993566219" sldId="301"/>
            <ac:spMk id="1126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44:22.565" v="247" actId="20577"/>
        <pc:sldMkLst>
          <pc:docMk/>
          <pc:sldMk cId="2131925444" sldId="302"/>
        </pc:sldMkLst>
        <pc:spChg chg="mod">
          <ac:chgData name="William Hui (IEG)" userId="S::kyhui@cuhk.edu.hk::07728535-8fdc-4325-b24f-20cc4d58a3a3" providerId="AD" clId="Web-{9A1224DD-2D58-6C96-A834-391D613193B3}" dt="2019-09-22T12:44:22.565" v="247" actId="20577"/>
          <ac:spMkLst>
            <pc:docMk/>
            <pc:sldMk cId="2131925444" sldId="302"/>
            <ac:spMk id="1126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44:27.252" v="249" actId="20577"/>
        <pc:sldMkLst>
          <pc:docMk/>
          <pc:sldMk cId="4020483830" sldId="303"/>
        </pc:sldMkLst>
        <pc:spChg chg="mod">
          <ac:chgData name="William Hui (IEG)" userId="S::kyhui@cuhk.edu.hk::07728535-8fdc-4325-b24f-20cc4d58a3a3" providerId="AD" clId="Web-{9A1224DD-2D58-6C96-A834-391D613193B3}" dt="2019-09-22T12:44:27.252" v="249" actId="20577"/>
          <ac:spMkLst>
            <pc:docMk/>
            <pc:sldMk cId="4020483830" sldId="303"/>
            <ac:spMk id="1126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47:43.676" v="327" actId="20577"/>
        <pc:sldMkLst>
          <pc:docMk/>
          <pc:sldMk cId="1508375161" sldId="304"/>
        </pc:sldMkLst>
        <pc:spChg chg="mod">
          <ac:chgData name="William Hui (IEG)" userId="S::kyhui@cuhk.edu.hk::07728535-8fdc-4325-b24f-20cc4d58a3a3" providerId="AD" clId="Web-{9A1224DD-2D58-6C96-A834-391D613193B3}" dt="2019-09-22T12:47:43.676" v="327" actId="20577"/>
          <ac:spMkLst>
            <pc:docMk/>
            <pc:sldMk cId="1508375161" sldId="304"/>
            <ac:spMk id="11267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9A1224DD-2D58-6C96-A834-391D613193B3}" dt="2019-09-22T12:48:24.457" v="337" actId="20577"/>
        <pc:sldMkLst>
          <pc:docMk/>
          <pc:sldMk cId="704003454" sldId="305"/>
        </pc:sldMkLst>
        <pc:spChg chg="mod">
          <ac:chgData name="William Hui (IEG)" userId="S::kyhui@cuhk.edu.hk::07728535-8fdc-4325-b24f-20cc4d58a3a3" providerId="AD" clId="Web-{9A1224DD-2D58-6C96-A834-391D613193B3}" dt="2019-09-22T12:48:24.457" v="337" actId="20577"/>
          <ac:spMkLst>
            <pc:docMk/>
            <pc:sldMk cId="704003454" sldId="305"/>
            <ac:spMk id="2" creationId="{00000000-0000-0000-0000-000000000000}"/>
          </ac:spMkLst>
        </pc:spChg>
      </pc:sldChg>
      <pc:sldChg chg="modSp ord">
        <pc:chgData name="William Hui (IEG)" userId="S::kyhui@cuhk.edu.hk::07728535-8fdc-4325-b24f-20cc4d58a3a3" providerId="AD" clId="Web-{9A1224DD-2D58-6C96-A834-391D613193B3}" dt="2019-09-22T12:55:11.630" v="413" actId="20577"/>
        <pc:sldMkLst>
          <pc:docMk/>
          <pc:sldMk cId="869776638" sldId="306"/>
        </pc:sldMkLst>
        <pc:spChg chg="mod">
          <ac:chgData name="William Hui (IEG)" userId="S::kyhui@cuhk.edu.hk::07728535-8fdc-4325-b24f-20cc4d58a3a3" providerId="AD" clId="Web-{9A1224DD-2D58-6C96-A834-391D613193B3}" dt="2019-09-22T12:55:11.630" v="413" actId="20577"/>
          <ac:spMkLst>
            <pc:docMk/>
            <pc:sldMk cId="869776638" sldId="306"/>
            <ac:spMk id="2" creationId="{00000000-0000-0000-0000-000000000000}"/>
          </ac:spMkLst>
        </pc:spChg>
      </pc:sldChg>
      <pc:sldChg chg="addSp delSp modSp addAnim delAnim">
        <pc:chgData name="William Hui (IEG)" userId="S::kyhui@cuhk.edu.hk::07728535-8fdc-4325-b24f-20cc4d58a3a3" providerId="AD" clId="Web-{9A1224DD-2D58-6C96-A834-391D613193B3}" dt="2019-09-22T12:53:36.958" v="380" actId="14100"/>
        <pc:sldMkLst>
          <pc:docMk/>
          <pc:sldMk cId="1027083157" sldId="311"/>
        </pc:sldMkLst>
        <pc:spChg chg="mod">
          <ac:chgData name="William Hui (IEG)" userId="S::kyhui@cuhk.edu.hk::07728535-8fdc-4325-b24f-20cc4d58a3a3" providerId="AD" clId="Web-{9A1224DD-2D58-6C96-A834-391D613193B3}" dt="2019-09-22T12:48:27.176" v="340" actId="20577"/>
          <ac:spMkLst>
            <pc:docMk/>
            <pc:sldMk cId="1027083157" sldId="311"/>
            <ac:spMk id="2" creationId="{00000000-0000-0000-0000-000000000000}"/>
          </ac:spMkLst>
        </pc:spChg>
        <pc:spChg chg="add mod">
          <ac:chgData name="William Hui (IEG)" userId="S::kyhui@cuhk.edu.hk::07728535-8fdc-4325-b24f-20cc4d58a3a3" providerId="AD" clId="Web-{9A1224DD-2D58-6C96-A834-391D613193B3}" dt="2019-09-22T12:51:46.304" v="363" actId="20577"/>
          <ac:spMkLst>
            <pc:docMk/>
            <pc:sldMk cId="1027083157" sldId="311"/>
            <ac:spMk id="3" creationId="{87D0C367-8C04-498F-AF3C-A2DD89EC428C}"/>
          </ac:spMkLst>
        </pc:spChg>
        <pc:spChg chg="add del mod">
          <ac:chgData name="William Hui (IEG)" userId="S::kyhui@cuhk.edu.hk::07728535-8fdc-4325-b24f-20cc4d58a3a3" providerId="AD" clId="Web-{9A1224DD-2D58-6C96-A834-391D613193B3}" dt="2019-09-22T12:52:27.098" v="375"/>
          <ac:spMkLst>
            <pc:docMk/>
            <pc:sldMk cId="1027083157" sldId="311"/>
            <ac:spMk id="5" creationId="{86F450F7-6BFD-49BA-9E33-845CF5906234}"/>
          </ac:spMkLst>
        </pc:spChg>
        <pc:cxnChg chg="add mod">
          <ac:chgData name="William Hui (IEG)" userId="S::kyhui@cuhk.edu.hk::07728535-8fdc-4325-b24f-20cc4d58a3a3" providerId="AD" clId="Web-{9A1224DD-2D58-6C96-A834-391D613193B3}" dt="2019-09-22T12:53:36.958" v="380" actId="14100"/>
          <ac:cxnSpMkLst>
            <pc:docMk/>
            <pc:sldMk cId="1027083157" sldId="311"/>
            <ac:cxnSpMk id="11" creationId="{75C1EF8F-F8FD-4119-8BD9-6A1E2FB9F1ED}"/>
          </ac:cxnSpMkLst>
        </pc:cxnChg>
      </pc:sldChg>
      <pc:sldChg chg="modSp">
        <pc:chgData name="William Hui (IEG)" userId="S::kyhui@cuhk.edu.hk::07728535-8fdc-4325-b24f-20cc4d58a3a3" providerId="AD" clId="Web-{9A1224DD-2D58-6C96-A834-391D613193B3}" dt="2019-09-22T12:48:41.488" v="349" actId="20577"/>
        <pc:sldMkLst>
          <pc:docMk/>
          <pc:sldMk cId="3787621372" sldId="313"/>
        </pc:sldMkLst>
        <pc:spChg chg="mod">
          <ac:chgData name="William Hui (IEG)" userId="S::kyhui@cuhk.edu.hk::07728535-8fdc-4325-b24f-20cc4d58a3a3" providerId="AD" clId="Web-{9A1224DD-2D58-6C96-A834-391D613193B3}" dt="2019-09-22T12:48:41.488" v="349" actId="20577"/>
          <ac:spMkLst>
            <pc:docMk/>
            <pc:sldMk cId="3787621372" sldId="313"/>
            <ac:spMk id="2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9A1224DD-2D58-6C96-A834-391D613193B3}" dt="2019-09-22T13:01:52.115" v="630" actId="20577"/>
        <pc:sldMkLst>
          <pc:docMk/>
          <pc:sldMk cId="1505603680" sldId="318"/>
        </pc:sldMkLst>
        <pc:spChg chg="mod">
          <ac:chgData name="William Hui (IEG)" userId="S::kyhui@cuhk.edu.hk::07728535-8fdc-4325-b24f-20cc4d58a3a3" providerId="AD" clId="Web-{9A1224DD-2D58-6C96-A834-391D613193B3}" dt="2019-09-22T13:01:52.115" v="630" actId="20577"/>
          <ac:spMkLst>
            <pc:docMk/>
            <pc:sldMk cId="1505603680" sldId="318"/>
            <ac:spMk id="107523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9A1224DD-2D58-6C96-A834-391D613193B3}" dt="2019-09-22T13:01:16.787" v="621"/>
        <pc:sldMkLst>
          <pc:docMk/>
          <pc:sldMk cId="4148725737" sldId="325"/>
        </pc:sldMkLst>
        <pc:spChg chg="mod">
          <ac:chgData name="William Hui (IEG)" userId="S::kyhui@cuhk.edu.hk::07728535-8fdc-4325-b24f-20cc4d58a3a3" providerId="AD" clId="Web-{9A1224DD-2D58-6C96-A834-391D613193B3}" dt="2019-09-22T13:01:06.302" v="618" actId="1076"/>
          <ac:spMkLst>
            <pc:docMk/>
            <pc:sldMk cId="4148725737" sldId="325"/>
            <ac:spMk id="76802" creationId="{00000000-0000-0000-0000-000000000000}"/>
          </ac:spMkLst>
        </pc:spChg>
        <pc:spChg chg="mod ord">
          <ac:chgData name="William Hui (IEG)" userId="S::kyhui@cuhk.edu.hk::07728535-8fdc-4325-b24f-20cc4d58a3a3" providerId="AD" clId="Web-{9A1224DD-2D58-6C96-A834-391D613193B3}" dt="2019-09-22T13:01:16.787" v="621"/>
          <ac:spMkLst>
            <pc:docMk/>
            <pc:sldMk cId="4148725737" sldId="325"/>
            <ac:spMk id="76803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9A1224DD-2D58-6C96-A834-391D613193B3}" dt="2019-09-22T13:04:58.193" v="642"/>
        <pc:sldMkLst>
          <pc:docMk/>
          <pc:sldMk cId="1633793744" sldId="326"/>
        </pc:sldMkLst>
        <pc:spChg chg="mod">
          <ac:chgData name="William Hui (IEG)" userId="S::kyhui@cuhk.edu.hk::07728535-8fdc-4325-b24f-20cc4d58a3a3" providerId="AD" clId="Web-{9A1224DD-2D58-6C96-A834-391D613193B3}" dt="2019-09-22T11:32:58.156" v="46" actId="1076"/>
          <ac:spMkLst>
            <pc:docMk/>
            <pc:sldMk cId="1633793744" sldId="326"/>
            <ac:spMk id="68610" creationId="{00000000-0000-0000-0000-000000000000}"/>
          </ac:spMkLst>
        </pc:spChg>
        <pc:graphicFrameChg chg="modGraphic">
          <ac:chgData name="William Hui (IEG)" userId="S::kyhui@cuhk.edu.hk::07728535-8fdc-4325-b24f-20cc4d58a3a3" providerId="AD" clId="Web-{9A1224DD-2D58-6C96-A834-391D613193B3}" dt="2019-09-22T13:04:58.193" v="642"/>
          <ac:graphicFrameMkLst>
            <pc:docMk/>
            <pc:sldMk cId="1633793744" sldId="326"/>
            <ac:graphicFrameMk id="68689" creationId="{00000000-0000-0000-0000-000000000000}"/>
          </ac:graphicFrameMkLst>
        </pc:graphicFrameChg>
      </pc:sldChg>
      <pc:sldChg chg="modSp add">
        <pc:chgData name="William Hui (IEG)" userId="S::kyhui@cuhk.edu.hk::07728535-8fdc-4325-b24f-20cc4d58a3a3" providerId="AD" clId="Web-{9A1224DD-2D58-6C96-A834-391D613193B3}" dt="2019-09-22T13:00:51.802" v="615" actId="20577"/>
        <pc:sldMkLst>
          <pc:docMk/>
          <pc:sldMk cId="1496043410" sldId="327"/>
        </pc:sldMkLst>
        <pc:spChg chg="mod">
          <ac:chgData name="William Hui (IEG)" userId="S::kyhui@cuhk.edu.hk::07728535-8fdc-4325-b24f-20cc4d58a3a3" providerId="AD" clId="Web-{9A1224DD-2D58-6C96-A834-391D613193B3}" dt="2019-09-22T13:00:51.802" v="615" actId="20577"/>
          <ac:spMkLst>
            <pc:docMk/>
            <pc:sldMk cId="1496043410" sldId="327"/>
            <ac:spMk id="67586" creationId="{00000000-0000-0000-0000-000000000000}"/>
          </ac:spMkLst>
        </pc:spChg>
      </pc:sldChg>
      <pc:sldChg chg="modSp add">
        <pc:chgData name="William Hui (IEG)" userId="S::kyhui@cuhk.edu.hk::07728535-8fdc-4325-b24f-20cc4d58a3a3" providerId="AD" clId="Web-{9A1224DD-2D58-6C96-A834-391D613193B3}" dt="2019-09-22T12:59:35.115" v="593" actId="20577"/>
        <pc:sldMkLst>
          <pc:docMk/>
          <pc:sldMk cId="2273422015" sldId="328"/>
        </pc:sldMkLst>
        <pc:spChg chg="mod">
          <ac:chgData name="William Hui (IEG)" userId="S::kyhui@cuhk.edu.hk::07728535-8fdc-4325-b24f-20cc4d58a3a3" providerId="AD" clId="Web-{9A1224DD-2D58-6C96-A834-391D613193B3}" dt="2019-09-22T12:59:35.115" v="593" actId="20577"/>
          <ac:spMkLst>
            <pc:docMk/>
            <pc:sldMk cId="2273422015" sldId="328"/>
            <ac:spMk id="63491" creationId="{00000000-0000-0000-0000-000000000000}"/>
          </ac:spMkLst>
        </pc:spChg>
      </pc:sldChg>
      <pc:sldChg chg="add">
        <pc:chgData name="William Hui (IEG)" userId="S::kyhui@cuhk.edu.hk::07728535-8fdc-4325-b24f-20cc4d58a3a3" providerId="AD" clId="Web-{9A1224DD-2D58-6C96-A834-391D613193B3}" dt="2019-09-22T11:31:34.417" v="12"/>
        <pc:sldMkLst>
          <pc:docMk/>
          <pc:sldMk cId="4204366257" sldId="329"/>
        </pc:sldMkLst>
      </pc:sldChg>
      <pc:sldChg chg="add">
        <pc:chgData name="William Hui (IEG)" userId="S::kyhui@cuhk.edu.hk::07728535-8fdc-4325-b24f-20cc4d58a3a3" providerId="AD" clId="Web-{9A1224DD-2D58-6C96-A834-391D613193B3}" dt="2019-09-22T11:31:34.777" v="13"/>
        <pc:sldMkLst>
          <pc:docMk/>
          <pc:sldMk cId="4039365292" sldId="330"/>
        </pc:sldMkLst>
      </pc:sldChg>
      <pc:sldChg chg="add">
        <pc:chgData name="William Hui (IEG)" userId="S::kyhui@cuhk.edu.hk::07728535-8fdc-4325-b24f-20cc4d58a3a3" providerId="AD" clId="Web-{9A1224DD-2D58-6C96-A834-391D613193B3}" dt="2019-09-22T11:31:35.120" v="14"/>
        <pc:sldMkLst>
          <pc:docMk/>
          <pc:sldMk cId="1671377025" sldId="331"/>
        </pc:sldMkLst>
      </pc:sldChg>
      <pc:sldChg chg="modSp add">
        <pc:chgData name="William Hui (IEG)" userId="S::kyhui@cuhk.edu.hk::07728535-8fdc-4325-b24f-20cc4d58a3a3" providerId="AD" clId="Web-{9A1224DD-2D58-6C96-A834-391D613193B3}" dt="2019-09-22T12:57:54.677" v="551" actId="1076"/>
        <pc:sldMkLst>
          <pc:docMk/>
          <pc:sldMk cId="3905729016" sldId="332"/>
        </pc:sldMkLst>
        <pc:spChg chg="mod">
          <ac:chgData name="William Hui (IEG)" userId="S::kyhui@cuhk.edu.hk::07728535-8fdc-4325-b24f-20cc4d58a3a3" providerId="AD" clId="Web-{9A1224DD-2D58-6C96-A834-391D613193B3}" dt="2019-09-22T12:57:54.568" v="549" actId="1076"/>
          <ac:spMkLst>
            <pc:docMk/>
            <pc:sldMk cId="3905729016" sldId="332"/>
            <ac:spMk id="6246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57:54.646" v="550" actId="1076"/>
          <ac:spMkLst>
            <pc:docMk/>
            <pc:sldMk cId="3905729016" sldId="332"/>
            <ac:spMk id="62467" creationId="{00000000-0000-0000-0000-000000000000}"/>
          </ac:spMkLst>
        </pc:spChg>
        <pc:graphicFrameChg chg="mod">
          <ac:chgData name="William Hui (IEG)" userId="S::kyhui@cuhk.edu.hk::07728535-8fdc-4325-b24f-20cc4d58a3a3" providerId="AD" clId="Web-{9A1224DD-2D58-6C96-A834-391D613193B3}" dt="2019-09-22T12:57:54.677" v="551" actId="1076"/>
          <ac:graphicFrameMkLst>
            <pc:docMk/>
            <pc:sldMk cId="3905729016" sldId="332"/>
            <ac:graphicFrameMk id="62468" creationId="{00000000-0000-0000-0000-000000000000}"/>
          </ac:graphicFrameMkLst>
        </pc:graphicFrameChg>
      </pc:sldChg>
      <pc:sldChg chg="modSp add">
        <pc:chgData name="William Hui (IEG)" userId="S::kyhui@cuhk.edu.hk::07728535-8fdc-4325-b24f-20cc4d58a3a3" providerId="AD" clId="Web-{9A1224DD-2D58-6C96-A834-391D613193B3}" dt="2019-09-22T12:57:33.989" v="548" actId="20577"/>
        <pc:sldMkLst>
          <pc:docMk/>
          <pc:sldMk cId="2326475963" sldId="333"/>
        </pc:sldMkLst>
        <pc:spChg chg="mod">
          <ac:chgData name="William Hui (IEG)" userId="S::kyhui@cuhk.edu.hk::07728535-8fdc-4325-b24f-20cc4d58a3a3" providerId="AD" clId="Web-{9A1224DD-2D58-6C96-A834-391D613193B3}" dt="2019-09-22T12:57:33.989" v="548" actId="20577"/>
          <ac:spMkLst>
            <pc:docMk/>
            <pc:sldMk cId="2326475963" sldId="333"/>
            <ac:spMk id="61443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55:29.958" v="415" actId="20577"/>
        <pc:sldMkLst>
          <pc:docMk/>
          <pc:sldMk cId="2365092508" sldId="334"/>
        </pc:sldMkLst>
        <pc:spChg chg="mod">
          <ac:chgData name="William Hui (IEG)" userId="S::kyhui@cuhk.edu.hk::07728535-8fdc-4325-b24f-20cc4d58a3a3" providerId="AD" clId="Web-{9A1224DD-2D58-6C96-A834-391D613193B3}" dt="2019-09-22T12:55:29.958" v="415" actId="20577"/>
          <ac:spMkLst>
            <pc:docMk/>
            <pc:sldMk cId="2365092508" sldId="334"/>
            <ac:spMk id="65538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55:22.583" v="414"/>
          <ac:spMkLst>
            <pc:docMk/>
            <pc:sldMk cId="2365092508" sldId="334"/>
            <ac:spMk id="65539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54:59.895" v="398"/>
        <pc:sldMkLst>
          <pc:docMk/>
          <pc:sldMk cId="1653413357" sldId="335"/>
        </pc:sldMkLst>
        <pc:spChg chg="mod">
          <ac:chgData name="William Hui (IEG)" userId="S::kyhui@cuhk.edu.hk::07728535-8fdc-4325-b24f-20cc4d58a3a3" providerId="AD" clId="Web-{9A1224DD-2D58-6C96-A834-391D613193B3}" dt="2019-09-22T12:54:20.926" v="393" actId="1076"/>
          <ac:spMkLst>
            <pc:docMk/>
            <pc:sldMk cId="1653413357" sldId="335"/>
            <ac:spMk id="54275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54:30.786" v="396"/>
          <ac:spMkLst>
            <pc:docMk/>
            <pc:sldMk cId="1653413357" sldId="335"/>
            <ac:spMk id="54276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56:56.333" v="457" actId="20577"/>
        <pc:sldMkLst>
          <pc:docMk/>
          <pc:sldMk cId="2250709809" sldId="338"/>
        </pc:sldMkLst>
        <pc:spChg chg="mod">
          <ac:chgData name="William Hui (IEG)" userId="S::kyhui@cuhk.edu.hk::07728535-8fdc-4325-b24f-20cc4d58a3a3" providerId="AD" clId="Web-{9A1224DD-2D58-6C96-A834-391D613193B3}" dt="2019-09-22T12:56:42.396" v="444" actId="20577"/>
          <ac:spMkLst>
            <pc:docMk/>
            <pc:sldMk cId="2250709809" sldId="338"/>
            <ac:spMk id="102402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56:56.333" v="457" actId="20577"/>
          <ac:spMkLst>
            <pc:docMk/>
            <pc:sldMk cId="2250709809" sldId="338"/>
            <ac:spMk id="102403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3:02:20.834" v="638" actId="1076"/>
        <pc:sldMkLst>
          <pc:docMk/>
          <pc:sldMk cId="140298571" sldId="339"/>
        </pc:sldMkLst>
        <pc:spChg chg="mod">
          <ac:chgData name="William Hui (IEG)" userId="S::kyhui@cuhk.edu.hk::07728535-8fdc-4325-b24f-20cc4d58a3a3" providerId="AD" clId="Web-{9A1224DD-2D58-6C96-A834-391D613193B3}" dt="2019-09-22T13:00:22.974" v="609" actId="1076"/>
          <ac:spMkLst>
            <pc:docMk/>
            <pc:sldMk cId="140298571" sldId="339"/>
            <ac:spMk id="56322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3:02:20.834" v="638" actId="1076"/>
          <ac:spMkLst>
            <pc:docMk/>
            <pc:sldMk cId="140298571" sldId="339"/>
            <ac:spMk id="56392" creationId="{00000000-0000-0000-0000-000000000000}"/>
          </ac:spMkLst>
        </pc:spChg>
        <pc:graphicFrameChg chg="mod">
          <ac:chgData name="William Hui (IEG)" userId="S::kyhui@cuhk.edu.hk::07728535-8fdc-4325-b24f-20cc4d58a3a3" providerId="AD" clId="Web-{9A1224DD-2D58-6C96-A834-391D613193B3}" dt="2019-09-22T13:02:18.412" v="637" actId="1076"/>
          <ac:graphicFrameMkLst>
            <pc:docMk/>
            <pc:sldMk cId="140298571" sldId="339"/>
            <ac:graphicFrameMk id="56391" creationId="{00000000-0000-0000-0000-000000000000}"/>
          </ac:graphicFrameMkLst>
        </pc:graphicFrameChg>
      </pc:sldChg>
      <pc:sldChg chg="modSp add ord">
        <pc:chgData name="William Hui (IEG)" userId="S::kyhui@cuhk.edu.hk::07728535-8fdc-4325-b24f-20cc4d58a3a3" providerId="AD" clId="Web-{9A1224DD-2D58-6C96-A834-391D613193B3}" dt="2019-09-22T13:00:46.599" v="612" actId="20577"/>
        <pc:sldMkLst>
          <pc:docMk/>
          <pc:sldMk cId="4108073970" sldId="340"/>
        </pc:sldMkLst>
        <pc:spChg chg="mod">
          <ac:chgData name="William Hui (IEG)" userId="S::kyhui@cuhk.edu.hk::07728535-8fdc-4325-b24f-20cc4d58a3a3" providerId="AD" clId="Web-{9A1224DD-2D58-6C96-A834-391D613193B3}" dt="2019-09-22T13:00:46.599" v="612" actId="20577"/>
          <ac:spMkLst>
            <pc:docMk/>
            <pc:sldMk cId="4108073970" sldId="340"/>
            <ac:spMk id="5734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59:58.505" v="604"/>
          <ac:spMkLst>
            <pc:docMk/>
            <pc:sldMk cId="4108073970" sldId="340"/>
            <ac:spMk id="57347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53:59.067" v="390" actId="20577"/>
        <pc:sldMkLst>
          <pc:docMk/>
          <pc:sldMk cId="716802550" sldId="341"/>
        </pc:sldMkLst>
        <pc:spChg chg="mod">
          <ac:chgData name="William Hui (IEG)" userId="S::kyhui@cuhk.edu.hk::07728535-8fdc-4325-b24f-20cc4d58a3a3" providerId="AD" clId="Web-{9A1224DD-2D58-6C96-A834-391D613193B3}" dt="2019-09-22T12:53:59.067" v="390" actId="20577"/>
          <ac:spMkLst>
            <pc:docMk/>
            <pc:sldMk cId="716802550" sldId="341"/>
            <ac:spMk id="50178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47:19.240" v="314" actId="20577"/>
        <pc:sldMkLst>
          <pc:docMk/>
          <pc:sldMk cId="3528891678" sldId="342"/>
        </pc:sldMkLst>
        <pc:spChg chg="mod">
          <ac:chgData name="William Hui (IEG)" userId="S::kyhui@cuhk.edu.hk::07728535-8fdc-4325-b24f-20cc4d58a3a3" providerId="AD" clId="Web-{9A1224DD-2D58-6C96-A834-391D613193B3}" dt="2019-09-22T12:47:19.240" v="314" actId="20577"/>
          <ac:spMkLst>
            <pc:docMk/>
            <pc:sldMk cId="3528891678" sldId="342"/>
            <ac:spMk id="115714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6:58.863" v="306" actId="1076"/>
          <ac:spMkLst>
            <pc:docMk/>
            <pc:sldMk cId="3528891678" sldId="342"/>
            <ac:spMk id="115716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47:14.972" v="309" actId="20577"/>
        <pc:sldMkLst>
          <pc:docMk/>
          <pc:sldMk cId="2386641853" sldId="343"/>
        </pc:sldMkLst>
        <pc:spChg chg="mod">
          <ac:chgData name="William Hui (IEG)" userId="S::kyhui@cuhk.edu.hk::07728535-8fdc-4325-b24f-20cc4d58a3a3" providerId="AD" clId="Web-{9A1224DD-2D58-6C96-A834-391D613193B3}" dt="2019-09-22T12:47:14.972" v="309" actId="20577"/>
          <ac:spMkLst>
            <pc:docMk/>
            <pc:sldMk cId="2386641853" sldId="343"/>
            <ac:spMk id="49154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6:49.815" v="304" actId="1076"/>
          <ac:spMkLst>
            <pc:docMk/>
            <pc:sldMk cId="2386641853" sldId="343"/>
            <ac:spMk id="49155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6:49.721" v="303" actId="1076"/>
          <ac:spMkLst>
            <pc:docMk/>
            <pc:sldMk cId="2386641853" sldId="343"/>
            <ac:spMk id="4915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6:49.878" v="305" actId="1076"/>
          <ac:spMkLst>
            <pc:docMk/>
            <pc:sldMk cId="2386641853" sldId="343"/>
            <ac:spMk id="49158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47:34.441" v="325" actId="20577"/>
        <pc:sldMkLst>
          <pc:docMk/>
          <pc:sldMk cId="811715113" sldId="346"/>
        </pc:sldMkLst>
        <pc:spChg chg="mod">
          <ac:chgData name="William Hui (IEG)" userId="S::kyhui@cuhk.edu.hk::07728535-8fdc-4325-b24f-20cc4d58a3a3" providerId="AD" clId="Web-{9A1224DD-2D58-6C96-A834-391D613193B3}" dt="2019-09-22T12:45:03.737" v="265" actId="20577"/>
          <ac:spMkLst>
            <pc:docMk/>
            <pc:sldMk cId="811715113" sldId="346"/>
            <ac:spMk id="51202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5:12.815" v="269" actId="1076"/>
          <ac:spMkLst>
            <pc:docMk/>
            <pc:sldMk cId="811715113" sldId="346"/>
            <ac:spMk id="51203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5:12.862" v="270" actId="1076"/>
          <ac:spMkLst>
            <pc:docMk/>
            <pc:sldMk cId="811715113" sldId="346"/>
            <ac:spMk id="51234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7:25.597" v="319" actId="1076"/>
          <ac:spMkLst>
            <pc:docMk/>
            <pc:sldMk cId="811715113" sldId="346"/>
            <ac:spMk id="51294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7:29.441" v="324" actId="1076"/>
          <ac:spMkLst>
            <pc:docMk/>
            <pc:sldMk cId="811715113" sldId="346"/>
            <ac:spMk id="51295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7:25.660" v="321" actId="1076"/>
          <ac:spMkLst>
            <pc:docMk/>
            <pc:sldMk cId="811715113" sldId="346"/>
            <ac:spMk id="5129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7:25.691" v="322" actId="1076"/>
          <ac:spMkLst>
            <pc:docMk/>
            <pc:sldMk cId="811715113" sldId="346"/>
            <ac:spMk id="51297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7:34.441" v="325" actId="20577"/>
          <ac:spMkLst>
            <pc:docMk/>
            <pc:sldMk cId="811715113" sldId="346"/>
            <ac:spMk id="51298" creationId="{00000000-0000-0000-0000-000000000000}"/>
          </ac:spMkLst>
        </pc:spChg>
        <pc:graphicFrameChg chg="mod">
          <ac:chgData name="William Hui (IEG)" userId="S::kyhui@cuhk.edu.hk::07728535-8fdc-4325-b24f-20cc4d58a3a3" providerId="AD" clId="Web-{9A1224DD-2D58-6C96-A834-391D613193B3}" dt="2019-09-22T12:47:25.566" v="318" actId="1076"/>
          <ac:graphicFrameMkLst>
            <pc:docMk/>
            <pc:sldMk cId="811715113" sldId="346"/>
            <ac:graphicFrameMk id="51292" creationId="{00000000-0000-0000-0000-000000000000}"/>
          </ac:graphicFrameMkLst>
        </pc:graphicFrameChg>
        <pc:graphicFrameChg chg="mod">
          <ac:chgData name="William Hui (IEG)" userId="S::kyhui@cuhk.edu.hk::07728535-8fdc-4325-b24f-20cc4d58a3a3" providerId="AD" clId="Web-{9A1224DD-2D58-6C96-A834-391D613193B3}" dt="2019-09-22T12:47:25.535" v="317" actId="1076"/>
          <ac:graphicFrameMkLst>
            <pc:docMk/>
            <pc:sldMk cId="811715113" sldId="346"/>
            <ac:graphicFrameMk id="51304" creationId="{00000000-0000-0000-0000-000000000000}"/>
          </ac:graphicFrameMkLst>
        </pc:graphicFrameChg>
      </pc:sldChg>
      <pc:sldChg chg="modSp add ord">
        <pc:chgData name="William Hui (IEG)" userId="S::kyhui@cuhk.edu.hk::07728535-8fdc-4325-b24f-20cc4d58a3a3" providerId="AD" clId="Web-{9A1224DD-2D58-6C96-A834-391D613193B3}" dt="2019-09-22T15:09:41.252" v="643" actId="20577"/>
        <pc:sldMkLst>
          <pc:docMk/>
          <pc:sldMk cId="3114397456" sldId="347"/>
        </pc:sldMkLst>
        <pc:spChg chg="mod">
          <ac:chgData name="William Hui (IEG)" userId="S::kyhui@cuhk.edu.hk::07728535-8fdc-4325-b24f-20cc4d58a3a3" providerId="AD" clId="Web-{9A1224DD-2D58-6C96-A834-391D613193B3}" dt="2019-09-22T12:44:45.987" v="256" actId="20577"/>
          <ac:spMkLst>
            <pc:docMk/>
            <pc:sldMk cId="3114397456" sldId="347"/>
            <ac:spMk id="48130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5:09:41.252" v="643" actId="20577"/>
          <ac:spMkLst>
            <pc:docMk/>
            <pc:sldMk cId="3114397456" sldId="347"/>
            <ac:spMk id="48163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44:38.971" v="255" actId="1076"/>
        <pc:sldMkLst>
          <pc:docMk/>
          <pc:sldMk cId="3934880084" sldId="348"/>
        </pc:sldMkLst>
        <pc:spChg chg="mod">
          <ac:chgData name="William Hui (IEG)" userId="S::kyhui@cuhk.edu.hk::07728535-8fdc-4325-b24f-20cc4d58a3a3" providerId="AD" clId="Web-{9A1224DD-2D58-6C96-A834-391D613193B3}" dt="2019-09-22T12:44:30.784" v="252" actId="20577"/>
          <ac:spMkLst>
            <pc:docMk/>
            <pc:sldMk cId="3934880084" sldId="348"/>
            <ac:spMk id="4710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4:38.971" v="255" actId="1076"/>
          <ac:spMkLst>
            <pc:docMk/>
            <pc:sldMk cId="3934880084" sldId="348"/>
            <ac:spMk id="47109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43:42.487" v="231" actId="20577"/>
        <pc:sldMkLst>
          <pc:docMk/>
          <pc:sldMk cId="3805787016" sldId="349"/>
        </pc:sldMkLst>
        <pc:spChg chg="mod">
          <ac:chgData name="William Hui (IEG)" userId="S::kyhui@cuhk.edu.hk::07728535-8fdc-4325-b24f-20cc4d58a3a3" providerId="AD" clId="Web-{9A1224DD-2D58-6C96-A834-391D613193B3}" dt="2019-09-22T12:43:37.018" v="226" actId="1076"/>
          <ac:spMkLst>
            <pc:docMk/>
            <pc:sldMk cId="3805787016" sldId="349"/>
            <ac:spMk id="46091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37.018" v="227" actId="1076"/>
          <ac:spMkLst>
            <pc:docMk/>
            <pc:sldMk cId="3805787016" sldId="349"/>
            <ac:spMk id="46092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42.487" v="231" actId="20577"/>
          <ac:spMkLst>
            <pc:docMk/>
            <pc:sldMk cId="3805787016" sldId="349"/>
            <ac:spMk id="46147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37.127" v="229" actId="1076"/>
          <ac:spMkLst>
            <pc:docMk/>
            <pc:sldMk cId="3805787016" sldId="349"/>
            <ac:spMk id="46148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37.127" v="230" actId="1076"/>
          <ac:spMkLst>
            <pc:docMk/>
            <pc:sldMk cId="3805787016" sldId="349"/>
            <ac:spMk id="46149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36.987" v="224" actId="1076"/>
          <ac:spMkLst>
            <pc:docMk/>
            <pc:sldMk cId="3805787016" sldId="349"/>
            <ac:spMk id="46150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37.002" v="225" actId="1076"/>
          <ac:spMkLst>
            <pc:docMk/>
            <pc:sldMk cId="3805787016" sldId="349"/>
            <ac:spMk id="46151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43:18.690" v="216" actId="20577"/>
        <pc:sldMkLst>
          <pc:docMk/>
          <pc:sldMk cId="1296859988" sldId="350"/>
        </pc:sldMkLst>
        <pc:spChg chg="mod">
          <ac:chgData name="William Hui (IEG)" userId="S::kyhui@cuhk.edu.hk::07728535-8fdc-4325-b24f-20cc4d58a3a3" providerId="AD" clId="Web-{9A1224DD-2D58-6C96-A834-391D613193B3}" dt="2019-09-22T12:37:38.431" v="135" actId="20577"/>
          <ac:spMkLst>
            <pc:docMk/>
            <pc:sldMk cId="1296859988" sldId="350"/>
            <ac:spMk id="44034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12.752" v="214" actId="20577"/>
          <ac:spMkLst>
            <pc:docMk/>
            <pc:sldMk cId="1296859988" sldId="350"/>
            <ac:spMk id="44035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18.690" v="216" actId="20577"/>
          <ac:spMkLst>
            <pc:docMk/>
            <pc:sldMk cId="1296859988" sldId="350"/>
            <ac:spMk id="44038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8.830" v="175" actId="1076"/>
          <ac:spMkLst>
            <pc:docMk/>
            <pc:sldMk cId="1296859988" sldId="350"/>
            <ac:spMk id="44167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8.846" v="176" actId="1076"/>
          <ac:spMkLst>
            <pc:docMk/>
            <pc:sldMk cId="1296859988" sldId="350"/>
            <ac:spMk id="44168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8.877" v="177" actId="1076"/>
          <ac:spMkLst>
            <pc:docMk/>
            <pc:sldMk cId="1296859988" sldId="350"/>
            <ac:spMk id="44169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8.908" v="178" actId="1076"/>
          <ac:spMkLst>
            <pc:docMk/>
            <pc:sldMk cId="1296859988" sldId="350"/>
            <ac:spMk id="44170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8.940" v="179" actId="1076"/>
          <ac:spMkLst>
            <pc:docMk/>
            <pc:sldMk cId="1296859988" sldId="350"/>
            <ac:spMk id="44172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8.955" v="180" actId="1076"/>
          <ac:spMkLst>
            <pc:docMk/>
            <pc:sldMk cId="1296859988" sldId="350"/>
            <ac:spMk id="44173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8.987" v="181" actId="1076"/>
          <ac:spMkLst>
            <pc:docMk/>
            <pc:sldMk cId="1296859988" sldId="350"/>
            <ac:spMk id="44174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018" v="182" actId="1076"/>
          <ac:spMkLst>
            <pc:docMk/>
            <pc:sldMk cId="1296859988" sldId="350"/>
            <ac:spMk id="44175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049" v="183" actId="1076"/>
          <ac:spMkLst>
            <pc:docMk/>
            <pc:sldMk cId="1296859988" sldId="350"/>
            <ac:spMk id="4417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080" v="184" actId="1076"/>
          <ac:spMkLst>
            <pc:docMk/>
            <pc:sldMk cId="1296859988" sldId="350"/>
            <ac:spMk id="44177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111" v="185" actId="1076"/>
          <ac:spMkLst>
            <pc:docMk/>
            <pc:sldMk cId="1296859988" sldId="350"/>
            <ac:spMk id="44178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143" v="186" actId="1076"/>
          <ac:spMkLst>
            <pc:docMk/>
            <pc:sldMk cId="1296859988" sldId="350"/>
            <ac:spMk id="44179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174" v="187" actId="1076"/>
          <ac:spMkLst>
            <pc:docMk/>
            <pc:sldMk cId="1296859988" sldId="350"/>
            <ac:spMk id="44180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205" v="188" actId="1076"/>
          <ac:spMkLst>
            <pc:docMk/>
            <pc:sldMk cId="1296859988" sldId="350"/>
            <ac:spMk id="44181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237" v="189" actId="1076"/>
          <ac:spMkLst>
            <pc:docMk/>
            <pc:sldMk cId="1296859988" sldId="350"/>
            <ac:spMk id="44182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283" v="190" actId="1076"/>
          <ac:spMkLst>
            <pc:docMk/>
            <pc:sldMk cId="1296859988" sldId="350"/>
            <ac:spMk id="44183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315" v="191" actId="1076"/>
          <ac:spMkLst>
            <pc:docMk/>
            <pc:sldMk cId="1296859988" sldId="350"/>
            <ac:spMk id="44184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330" v="192" actId="1076"/>
          <ac:spMkLst>
            <pc:docMk/>
            <pc:sldMk cId="1296859988" sldId="350"/>
            <ac:spMk id="44185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361" v="193" actId="1076"/>
          <ac:spMkLst>
            <pc:docMk/>
            <pc:sldMk cId="1296859988" sldId="350"/>
            <ac:spMk id="4418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393" v="194" actId="1076"/>
          <ac:spMkLst>
            <pc:docMk/>
            <pc:sldMk cId="1296859988" sldId="350"/>
            <ac:spMk id="44187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408" v="195" actId="1076"/>
          <ac:spMkLst>
            <pc:docMk/>
            <pc:sldMk cId="1296859988" sldId="350"/>
            <ac:spMk id="44188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440" v="196" actId="1076"/>
          <ac:spMkLst>
            <pc:docMk/>
            <pc:sldMk cId="1296859988" sldId="350"/>
            <ac:spMk id="44189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471" v="197" actId="1076"/>
          <ac:spMkLst>
            <pc:docMk/>
            <pc:sldMk cId="1296859988" sldId="350"/>
            <ac:spMk id="44190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487" v="198" actId="1076"/>
          <ac:spMkLst>
            <pc:docMk/>
            <pc:sldMk cId="1296859988" sldId="350"/>
            <ac:spMk id="44191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533" v="199" actId="1076"/>
          <ac:spMkLst>
            <pc:docMk/>
            <pc:sldMk cId="1296859988" sldId="350"/>
            <ac:spMk id="44192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565" v="200" actId="1076"/>
          <ac:spMkLst>
            <pc:docMk/>
            <pc:sldMk cId="1296859988" sldId="350"/>
            <ac:spMk id="44193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596" v="201" actId="1076"/>
          <ac:spMkLst>
            <pc:docMk/>
            <pc:sldMk cId="1296859988" sldId="350"/>
            <ac:spMk id="44194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627" v="202" actId="1076"/>
          <ac:spMkLst>
            <pc:docMk/>
            <pc:sldMk cId="1296859988" sldId="350"/>
            <ac:spMk id="44195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674" v="204" actId="1076"/>
          <ac:spMkLst>
            <pc:docMk/>
            <pc:sldMk cId="1296859988" sldId="350"/>
            <ac:spMk id="4419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737" v="206" actId="1076"/>
          <ac:spMkLst>
            <pc:docMk/>
            <pc:sldMk cId="1296859988" sldId="350"/>
            <ac:spMk id="44199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768" v="207" actId="1076"/>
          <ac:spMkLst>
            <pc:docMk/>
            <pc:sldMk cId="1296859988" sldId="350"/>
            <ac:spMk id="44200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783" v="208" actId="1076"/>
          <ac:spMkLst>
            <pc:docMk/>
            <pc:sldMk cId="1296859988" sldId="350"/>
            <ac:spMk id="44203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43:09.815" v="209" actId="1076"/>
          <ac:spMkLst>
            <pc:docMk/>
            <pc:sldMk cId="1296859988" sldId="350"/>
            <ac:spMk id="44204" creationId="{00000000-0000-0000-0000-000000000000}"/>
          </ac:spMkLst>
        </pc:spChg>
        <pc:cxnChg chg="mod">
          <ac:chgData name="William Hui (IEG)" userId="S::kyhui@cuhk.edu.hk::07728535-8fdc-4325-b24f-20cc4d58a3a3" providerId="AD" clId="Web-{9A1224DD-2D58-6C96-A834-391D613193B3}" dt="2019-09-22T12:43:09.705" v="205" actId="1076"/>
          <ac:cxnSpMkLst>
            <pc:docMk/>
            <pc:sldMk cId="1296859988" sldId="350"/>
            <ac:cxnSpMk id="44201" creationId="{00000000-0000-0000-0000-000000000000}"/>
          </ac:cxnSpMkLst>
        </pc:cxnChg>
        <pc:cxnChg chg="mod">
          <ac:chgData name="William Hui (IEG)" userId="S::kyhui@cuhk.edu.hk::07728535-8fdc-4325-b24f-20cc4d58a3a3" providerId="AD" clId="Web-{9A1224DD-2D58-6C96-A834-391D613193B3}" dt="2019-09-22T12:43:09.643" v="203" actId="1076"/>
          <ac:cxnSpMkLst>
            <pc:docMk/>
            <pc:sldMk cId="1296859988" sldId="350"/>
            <ac:cxnSpMk id="44202" creationId="{00000000-0000-0000-0000-000000000000}"/>
          </ac:cxnSpMkLst>
        </pc:cxnChg>
      </pc:sldChg>
      <pc:sldChg chg="modSp add ord">
        <pc:chgData name="William Hui (IEG)" userId="S::kyhui@cuhk.edu.hk::07728535-8fdc-4325-b24f-20cc4d58a3a3" providerId="AD" clId="Web-{9A1224DD-2D58-6C96-A834-391D613193B3}" dt="2019-09-22T12:37:33.525" v="132" actId="20577"/>
        <pc:sldMkLst>
          <pc:docMk/>
          <pc:sldMk cId="4039276895" sldId="351"/>
        </pc:sldMkLst>
        <pc:spChg chg="mod">
          <ac:chgData name="William Hui (IEG)" userId="S::kyhui@cuhk.edu.hk::07728535-8fdc-4325-b24f-20cc4d58a3a3" providerId="AD" clId="Web-{9A1224DD-2D58-6C96-A834-391D613193B3}" dt="2019-09-22T12:37:33.525" v="132" actId="20577"/>
          <ac:spMkLst>
            <pc:docMk/>
            <pc:sldMk cId="4039276895" sldId="351"/>
            <ac:spMk id="91138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37:27.384" v="131" actId="1076"/>
          <ac:spMkLst>
            <pc:docMk/>
            <pc:sldMk cId="4039276895" sldId="351"/>
            <ac:spMk id="91139" creationId="{00000000-0000-0000-0000-000000000000}"/>
          </ac:spMkLst>
        </pc:spChg>
      </pc:sldChg>
      <pc:sldChg chg="modSp add ord">
        <pc:chgData name="William Hui (IEG)" userId="S::kyhui@cuhk.edu.hk::07728535-8fdc-4325-b24f-20cc4d58a3a3" providerId="AD" clId="Web-{9A1224DD-2D58-6C96-A834-391D613193B3}" dt="2019-09-22T12:36:44.946" v="97" actId="1076"/>
        <pc:sldMkLst>
          <pc:docMk/>
          <pc:sldMk cId="3602538144" sldId="352"/>
        </pc:sldMkLst>
        <pc:spChg chg="mod">
          <ac:chgData name="William Hui (IEG)" userId="S::kyhui@cuhk.edu.hk::07728535-8fdc-4325-b24f-20cc4d58a3a3" providerId="AD" clId="Web-{9A1224DD-2D58-6C96-A834-391D613193B3}" dt="2019-09-22T12:36:33.946" v="85" actId="20577"/>
          <ac:spMkLst>
            <pc:docMk/>
            <pc:sldMk cId="3602538144" sldId="352"/>
            <ac:spMk id="31746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36:39.212" v="94" actId="20577"/>
          <ac:spMkLst>
            <pc:docMk/>
            <pc:sldMk cId="3602538144" sldId="352"/>
            <ac:spMk id="31747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36:44.931" v="96" actId="1076"/>
          <ac:spMkLst>
            <pc:docMk/>
            <pc:sldMk cId="3602538144" sldId="352"/>
            <ac:spMk id="31750" creationId="{00000000-0000-0000-0000-000000000000}"/>
          </ac:spMkLst>
        </pc:spChg>
        <pc:spChg chg="mod">
          <ac:chgData name="William Hui (IEG)" userId="S::kyhui@cuhk.edu.hk::07728535-8fdc-4325-b24f-20cc4d58a3a3" providerId="AD" clId="Web-{9A1224DD-2D58-6C96-A834-391D613193B3}" dt="2019-09-22T12:36:44.946" v="97" actId="1076"/>
          <ac:spMkLst>
            <pc:docMk/>
            <pc:sldMk cId="3602538144" sldId="352"/>
            <ac:spMk id="31751" creationId="{00000000-0000-0000-0000-000000000000}"/>
          </ac:spMkLst>
        </pc:spChg>
      </pc:sldChg>
      <pc:sldMasterChg chg="addSldLayout">
        <pc:chgData name="William Hui (IEG)" userId="S::kyhui@cuhk.edu.hk::07728535-8fdc-4325-b24f-20cc4d58a3a3" providerId="AD" clId="Web-{9A1224DD-2D58-6C96-A834-391D613193B3}" dt="2019-09-22T11:31:35.433" v="15"/>
        <pc:sldMasterMkLst>
          <pc:docMk/>
          <pc:sldMasterMk cId="0" sldId="2147483648"/>
        </pc:sldMasterMkLst>
        <pc:sldLayoutChg chg="add">
          <pc:chgData name="William Hui (IEG)" userId="S::kyhui@cuhk.edu.hk::07728535-8fdc-4325-b24f-20cc4d58a3a3" providerId="AD" clId="Web-{9A1224DD-2D58-6C96-A834-391D613193B3}" dt="2019-09-22T11:31:33.511" v="9"/>
          <pc:sldLayoutMkLst>
            <pc:docMk/>
            <pc:sldMasterMk cId="0" sldId="2147483648"/>
            <pc:sldLayoutMk cId="212503492" sldId="2147483652"/>
          </pc:sldLayoutMkLst>
        </pc:sldLayoutChg>
        <pc:sldLayoutChg chg="add">
          <pc:chgData name="William Hui (IEG)" userId="S::kyhui@cuhk.edu.hk::07728535-8fdc-4325-b24f-20cc4d58a3a3" providerId="AD" clId="Web-{9A1224DD-2D58-6C96-A834-391D613193B3}" dt="2019-09-22T11:31:35.433" v="15"/>
          <pc:sldLayoutMkLst>
            <pc:docMk/>
            <pc:sldMasterMk cId="0" sldId="2147483648"/>
            <pc:sldLayoutMk cId="1639586698" sldId="2147483653"/>
          </pc:sldLayoutMkLst>
        </pc:sldLayoutChg>
      </pc:sldMasterChg>
    </pc:docChg>
  </pc:docChgLst>
  <pc:docChgLst>
    <pc:chgData name="Yim Pan Chui, Dr. (CSD)" userId="06f431c5-cc1a-4439-a61b-5f3af947c103" providerId="ADAL" clId="{81773A1A-B57F-4643-B734-3060F75B8A57}"/>
    <pc:docChg chg="modSld">
      <pc:chgData name="Yim Pan Chui, Dr. (CSD)" userId="06f431c5-cc1a-4439-a61b-5f3af947c103" providerId="ADAL" clId="{81773A1A-B57F-4643-B734-3060F75B8A57}" dt="2024-07-04T08:09:32.322" v="50"/>
      <pc:docMkLst>
        <pc:docMk/>
      </pc:docMkLst>
      <pc:sldChg chg="modAnim">
        <pc:chgData name="Yim Pan Chui, Dr. (CSD)" userId="06f431c5-cc1a-4439-a61b-5f3af947c103" providerId="ADAL" clId="{81773A1A-B57F-4643-B734-3060F75B8A57}" dt="2024-07-04T07:54:12.474" v="1"/>
        <pc:sldMkLst>
          <pc:docMk/>
          <pc:sldMk cId="1027083157" sldId="311"/>
        </pc:sldMkLst>
      </pc:sldChg>
      <pc:sldChg chg="addSp modSp modAnim">
        <pc:chgData name="Yim Pan Chui, Dr. (CSD)" userId="06f431c5-cc1a-4439-a61b-5f3af947c103" providerId="ADAL" clId="{81773A1A-B57F-4643-B734-3060F75B8A57}" dt="2024-07-04T08:09:32.322" v="50"/>
        <pc:sldMkLst>
          <pc:docMk/>
          <pc:sldMk cId="4204366257" sldId="329"/>
        </pc:sldMkLst>
        <pc:spChg chg="mod">
          <ac:chgData name="Yim Pan Chui, Dr. (CSD)" userId="06f431c5-cc1a-4439-a61b-5f3af947c103" providerId="ADAL" clId="{81773A1A-B57F-4643-B734-3060F75B8A57}" dt="2024-07-04T08:08:24.898" v="40" actId="164"/>
          <ac:spMkLst>
            <pc:docMk/>
            <pc:sldMk cId="4204366257" sldId="329"/>
            <ac:spMk id="2" creationId="{6F392FA7-7ACD-B95E-8835-A88CC88BAFEA}"/>
          </ac:spMkLst>
        </pc:spChg>
        <pc:spChg chg="mod">
          <ac:chgData name="Yim Pan Chui, Dr. (CSD)" userId="06f431c5-cc1a-4439-a61b-5f3af947c103" providerId="ADAL" clId="{81773A1A-B57F-4643-B734-3060F75B8A57}" dt="2024-07-04T08:08:24.898" v="40" actId="164"/>
          <ac:spMkLst>
            <pc:docMk/>
            <pc:sldMk cId="4204366257" sldId="329"/>
            <ac:spMk id="3" creationId="{AC52E0AA-8FBA-2E30-7761-C04DB7EBB367}"/>
          </ac:spMkLst>
        </pc:spChg>
        <pc:spChg chg="mod">
          <ac:chgData name="Yim Pan Chui, Dr. (CSD)" userId="06f431c5-cc1a-4439-a61b-5f3af947c103" providerId="ADAL" clId="{81773A1A-B57F-4643-B734-3060F75B8A57}" dt="2024-07-04T08:08:24.898" v="40" actId="164"/>
          <ac:spMkLst>
            <pc:docMk/>
            <pc:sldMk cId="4204366257" sldId="329"/>
            <ac:spMk id="4" creationId="{0A031803-1D7B-700E-AC6F-248958A2F48B}"/>
          </ac:spMkLst>
        </pc:spChg>
        <pc:spChg chg="mod">
          <ac:chgData name="Yim Pan Chui, Dr. (CSD)" userId="06f431c5-cc1a-4439-a61b-5f3af947c103" providerId="ADAL" clId="{81773A1A-B57F-4643-B734-3060F75B8A57}" dt="2024-07-04T08:08:24.898" v="40" actId="164"/>
          <ac:spMkLst>
            <pc:docMk/>
            <pc:sldMk cId="4204366257" sldId="329"/>
            <ac:spMk id="5" creationId="{1F5243C8-A017-F4E0-2CA5-F3AFE83FAFCA}"/>
          </ac:spMkLst>
        </pc:spChg>
        <pc:spChg chg="mod">
          <ac:chgData name="Yim Pan Chui, Dr. (CSD)" userId="06f431c5-cc1a-4439-a61b-5f3af947c103" providerId="ADAL" clId="{81773A1A-B57F-4643-B734-3060F75B8A57}" dt="2024-07-04T08:08:24.898" v="40" actId="164"/>
          <ac:spMkLst>
            <pc:docMk/>
            <pc:sldMk cId="4204366257" sldId="329"/>
            <ac:spMk id="6" creationId="{1324B4AB-2203-D070-5D72-6E7223C9F3F0}"/>
          </ac:spMkLst>
        </pc:spChg>
        <pc:spChg chg="mod">
          <ac:chgData name="Yim Pan Chui, Dr. (CSD)" userId="06f431c5-cc1a-4439-a61b-5f3af947c103" providerId="ADAL" clId="{81773A1A-B57F-4643-B734-3060F75B8A57}" dt="2024-07-04T08:09:04.630" v="44" actId="164"/>
          <ac:spMkLst>
            <pc:docMk/>
            <pc:sldMk cId="4204366257" sldId="329"/>
            <ac:spMk id="7" creationId="{272BBE93-EB88-A454-FA79-59FEEFF10593}"/>
          </ac:spMkLst>
        </pc:spChg>
        <pc:spChg chg="mod">
          <ac:chgData name="Yim Pan Chui, Dr. (CSD)" userId="06f431c5-cc1a-4439-a61b-5f3af947c103" providerId="ADAL" clId="{81773A1A-B57F-4643-B734-3060F75B8A57}" dt="2024-07-04T08:09:04.630" v="44" actId="164"/>
          <ac:spMkLst>
            <pc:docMk/>
            <pc:sldMk cId="4204366257" sldId="329"/>
            <ac:spMk id="8" creationId="{09380CA1-C4F5-21C2-AA6A-2AC249122325}"/>
          </ac:spMkLst>
        </pc:spChg>
        <pc:spChg chg="mod">
          <ac:chgData name="Yim Pan Chui, Dr. (CSD)" userId="06f431c5-cc1a-4439-a61b-5f3af947c103" providerId="ADAL" clId="{81773A1A-B57F-4643-B734-3060F75B8A57}" dt="2024-07-04T08:09:04.630" v="44" actId="164"/>
          <ac:spMkLst>
            <pc:docMk/>
            <pc:sldMk cId="4204366257" sldId="329"/>
            <ac:spMk id="9" creationId="{E6161631-53CA-D76D-48EF-7EFE6F55C868}"/>
          </ac:spMkLst>
        </pc:spChg>
        <pc:spChg chg="mod">
          <ac:chgData name="Yim Pan Chui, Dr. (CSD)" userId="06f431c5-cc1a-4439-a61b-5f3af947c103" providerId="ADAL" clId="{81773A1A-B57F-4643-B734-3060F75B8A57}" dt="2024-07-04T08:09:04.630" v="44" actId="164"/>
          <ac:spMkLst>
            <pc:docMk/>
            <pc:sldMk cId="4204366257" sldId="329"/>
            <ac:spMk id="10" creationId="{29A5FC6C-2F26-5FF2-3982-6C33171A9E44}"/>
          </ac:spMkLst>
        </pc:spChg>
        <pc:spChg chg="mod">
          <ac:chgData name="Yim Pan Chui, Dr. (CSD)" userId="06f431c5-cc1a-4439-a61b-5f3af947c103" providerId="ADAL" clId="{81773A1A-B57F-4643-B734-3060F75B8A57}" dt="2024-07-04T08:09:04.630" v="44" actId="164"/>
          <ac:spMkLst>
            <pc:docMk/>
            <pc:sldMk cId="4204366257" sldId="329"/>
            <ac:spMk id="11" creationId="{0DD713DC-282A-F0C8-085A-9FE54B1C2728}"/>
          </ac:spMkLst>
        </pc:spChg>
        <pc:grpChg chg="add mod">
          <ac:chgData name="Yim Pan Chui, Dr. (CSD)" userId="06f431c5-cc1a-4439-a61b-5f3af947c103" providerId="ADAL" clId="{81773A1A-B57F-4643-B734-3060F75B8A57}" dt="2024-07-04T08:08:24.898" v="40" actId="164"/>
          <ac:grpSpMkLst>
            <pc:docMk/>
            <pc:sldMk cId="4204366257" sldId="329"/>
            <ac:grpSpMk id="12" creationId="{5681FD8B-0AC5-24F0-D07A-5E2DCE4BCD30}"/>
          </ac:grpSpMkLst>
        </pc:grpChg>
        <pc:grpChg chg="add mod">
          <ac:chgData name="Yim Pan Chui, Dr. (CSD)" userId="06f431c5-cc1a-4439-a61b-5f3af947c103" providerId="ADAL" clId="{81773A1A-B57F-4643-B734-3060F75B8A57}" dt="2024-07-04T08:09:04.630" v="44" actId="164"/>
          <ac:grpSpMkLst>
            <pc:docMk/>
            <pc:sldMk cId="4204366257" sldId="329"/>
            <ac:grpSpMk id="14" creationId="{BD98FD09-47A2-9554-33EA-1F21DFF5B57C}"/>
          </ac:grpSpMkLst>
        </pc:grpChg>
      </pc:sldChg>
      <pc:sldChg chg="addSp modSp modAnim">
        <pc:chgData name="Yim Pan Chui, Dr. (CSD)" userId="06f431c5-cc1a-4439-a61b-5f3af947c103" providerId="ADAL" clId="{81773A1A-B57F-4643-B734-3060F75B8A57}" dt="2024-07-04T08:06:34.834" v="39"/>
        <pc:sldMkLst>
          <pc:docMk/>
          <pc:sldMk cId="4039365292" sldId="330"/>
        </pc:sldMkLst>
        <pc:spChg chg="mod">
          <ac:chgData name="Yim Pan Chui, Dr. (CSD)" userId="06f431c5-cc1a-4439-a61b-5f3af947c103" providerId="ADAL" clId="{81773A1A-B57F-4643-B734-3060F75B8A57}" dt="2024-07-04T07:58:11.257" v="6" actId="164"/>
          <ac:spMkLst>
            <pc:docMk/>
            <pc:sldMk cId="4039365292" sldId="330"/>
            <ac:spMk id="2" creationId="{699EF113-7C83-BDEC-2270-2584DF5C30DC}"/>
          </ac:spMkLst>
        </pc:spChg>
        <pc:spChg chg="mod">
          <ac:chgData name="Yim Pan Chui, Dr. (CSD)" userId="06f431c5-cc1a-4439-a61b-5f3af947c103" providerId="ADAL" clId="{81773A1A-B57F-4643-B734-3060F75B8A57}" dt="2024-07-04T07:58:11.257" v="6" actId="164"/>
          <ac:spMkLst>
            <pc:docMk/>
            <pc:sldMk cId="4039365292" sldId="330"/>
            <ac:spMk id="3" creationId="{76066BCA-1E16-9333-E01E-7E3F285BD58A}"/>
          </ac:spMkLst>
        </pc:spChg>
        <pc:spChg chg="mod">
          <ac:chgData name="Yim Pan Chui, Dr. (CSD)" userId="06f431c5-cc1a-4439-a61b-5f3af947c103" providerId="ADAL" clId="{81773A1A-B57F-4643-B734-3060F75B8A57}" dt="2024-07-04T07:58:11.257" v="6" actId="164"/>
          <ac:spMkLst>
            <pc:docMk/>
            <pc:sldMk cId="4039365292" sldId="330"/>
            <ac:spMk id="4" creationId="{A025697D-9C94-2206-DFA7-405007B1DDD9}"/>
          </ac:spMkLst>
        </pc:spChg>
        <pc:spChg chg="mod">
          <ac:chgData name="Yim Pan Chui, Dr. (CSD)" userId="06f431c5-cc1a-4439-a61b-5f3af947c103" providerId="ADAL" clId="{81773A1A-B57F-4643-B734-3060F75B8A57}" dt="2024-07-04T07:58:11.257" v="6" actId="164"/>
          <ac:spMkLst>
            <pc:docMk/>
            <pc:sldMk cId="4039365292" sldId="330"/>
            <ac:spMk id="5" creationId="{D0B23740-D1BF-32BF-5E43-3204F699337E}"/>
          </ac:spMkLst>
        </pc:spChg>
        <pc:spChg chg="mod">
          <ac:chgData name="Yim Pan Chui, Dr. (CSD)" userId="06f431c5-cc1a-4439-a61b-5f3af947c103" providerId="ADAL" clId="{81773A1A-B57F-4643-B734-3060F75B8A57}" dt="2024-07-04T07:58:11.257" v="6" actId="164"/>
          <ac:spMkLst>
            <pc:docMk/>
            <pc:sldMk cId="4039365292" sldId="330"/>
            <ac:spMk id="6" creationId="{1B1FC2ED-1CCA-74A9-88E2-DF16911D2751}"/>
          </ac:spMkLst>
        </pc:spChg>
        <pc:spChg chg="mod">
          <ac:chgData name="Yim Pan Chui, Dr. (CSD)" userId="06f431c5-cc1a-4439-a61b-5f3af947c103" providerId="ADAL" clId="{81773A1A-B57F-4643-B734-3060F75B8A57}" dt="2024-07-04T08:01:12.977" v="15" actId="1076"/>
          <ac:spMkLst>
            <pc:docMk/>
            <pc:sldMk cId="4039365292" sldId="330"/>
            <ac:spMk id="7" creationId="{2B46B751-9FD0-EB9B-3E4F-CAD8E9D10E80}"/>
          </ac:spMkLst>
        </pc:spChg>
        <pc:spChg chg="mod">
          <ac:chgData name="Yim Pan Chui, Dr. (CSD)" userId="06f431c5-cc1a-4439-a61b-5f3af947c103" providerId="ADAL" clId="{81773A1A-B57F-4643-B734-3060F75B8A57}" dt="2024-07-04T08:01:12.977" v="15" actId="1076"/>
          <ac:spMkLst>
            <pc:docMk/>
            <pc:sldMk cId="4039365292" sldId="330"/>
            <ac:spMk id="8" creationId="{B78D8283-129C-3421-0BA0-1D644E3B0A24}"/>
          </ac:spMkLst>
        </pc:spChg>
        <pc:spChg chg="mod">
          <ac:chgData name="Yim Pan Chui, Dr. (CSD)" userId="06f431c5-cc1a-4439-a61b-5f3af947c103" providerId="ADAL" clId="{81773A1A-B57F-4643-B734-3060F75B8A57}" dt="2024-07-04T08:01:12.977" v="15" actId="1076"/>
          <ac:spMkLst>
            <pc:docMk/>
            <pc:sldMk cId="4039365292" sldId="330"/>
            <ac:spMk id="9" creationId="{CC9E830A-8B22-56A4-7B6A-3C79B6C67E63}"/>
          </ac:spMkLst>
        </pc:spChg>
        <pc:spChg chg="mod">
          <ac:chgData name="Yim Pan Chui, Dr. (CSD)" userId="06f431c5-cc1a-4439-a61b-5f3af947c103" providerId="ADAL" clId="{81773A1A-B57F-4643-B734-3060F75B8A57}" dt="2024-07-04T08:01:12.977" v="15" actId="1076"/>
          <ac:spMkLst>
            <pc:docMk/>
            <pc:sldMk cId="4039365292" sldId="330"/>
            <ac:spMk id="10" creationId="{4AA856D9-24A4-9B26-3298-7E6CC8AAACB9}"/>
          </ac:spMkLst>
        </pc:spChg>
        <pc:spChg chg="mod">
          <ac:chgData name="Yim Pan Chui, Dr. (CSD)" userId="06f431c5-cc1a-4439-a61b-5f3af947c103" providerId="ADAL" clId="{81773A1A-B57F-4643-B734-3060F75B8A57}" dt="2024-07-04T08:01:12.977" v="15" actId="1076"/>
          <ac:spMkLst>
            <pc:docMk/>
            <pc:sldMk cId="4039365292" sldId="330"/>
            <ac:spMk id="12" creationId="{C6CA0305-2DFD-E4B7-03EA-72CF8EFE130E}"/>
          </ac:spMkLst>
        </pc:spChg>
        <pc:spChg chg="mod">
          <ac:chgData name="Yim Pan Chui, Dr. (CSD)" userId="06f431c5-cc1a-4439-a61b-5f3af947c103" providerId="ADAL" clId="{81773A1A-B57F-4643-B734-3060F75B8A57}" dt="2024-07-04T08:02:44.915" v="20" actId="164"/>
          <ac:spMkLst>
            <pc:docMk/>
            <pc:sldMk cId="4039365292" sldId="330"/>
            <ac:spMk id="15" creationId="{DBCC6146-0538-5989-A272-EFDBBF4ADA7A}"/>
          </ac:spMkLst>
        </pc:spChg>
        <pc:spChg chg="mod">
          <ac:chgData name="Yim Pan Chui, Dr. (CSD)" userId="06f431c5-cc1a-4439-a61b-5f3af947c103" providerId="ADAL" clId="{81773A1A-B57F-4643-B734-3060F75B8A57}" dt="2024-07-04T08:02:44.915" v="20" actId="164"/>
          <ac:spMkLst>
            <pc:docMk/>
            <pc:sldMk cId="4039365292" sldId="330"/>
            <ac:spMk id="16" creationId="{345770A2-8D90-0F3F-8168-541434C0B13E}"/>
          </ac:spMkLst>
        </pc:spChg>
        <pc:spChg chg="mod">
          <ac:chgData name="Yim Pan Chui, Dr. (CSD)" userId="06f431c5-cc1a-4439-a61b-5f3af947c103" providerId="ADAL" clId="{81773A1A-B57F-4643-B734-3060F75B8A57}" dt="2024-07-04T07:58:18.866" v="7" actId="164"/>
          <ac:spMkLst>
            <pc:docMk/>
            <pc:sldMk cId="4039365292" sldId="330"/>
            <ac:spMk id="21" creationId="{64A3B83F-93B0-DC4A-C975-5F61B632502E}"/>
          </ac:spMkLst>
        </pc:spChg>
        <pc:spChg chg="mod">
          <ac:chgData name="Yim Pan Chui, Dr. (CSD)" userId="06f431c5-cc1a-4439-a61b-5f3af947c103" providerId="ADAL" clId="{81773A1A-B57F-4643-B734-3060F75B8A57}" dt="2024-07-04T07:58:18.866" v="7" actId="164"/>
          <ac:spMkLst>
            <pc:docMk/>
            <pc:sldMk cId="4039365292" sldId="330"/>
            <ac:spMk id="22" creationId="{94A384DB-E911-FEBE-832A-B58BB3F50227}"/>
          </ac:spMkLst>
        </pc:spChg>
        <pc:grpChg chg="add mod">
          <ac:chgData name="Yim Pan Chui, Dr. (CSD)" userId="06f431c5-cc1a-4439-a61b-5f3af947c103" providerId="ADAL" clId="{81773A1A-B57F-4643-B734-3060F75B8A57}" dt="2024-07-04T07:58:11.257" v="6" actId="164"/>
          <ac:grpSpMkLst>
            <pc:docMk/>
            <pc:sldMk cId="4039365292" sldId="330"/>
            <ac:grpSpMk id="13" creationId="{499BDD8B-5745-A103-AB2C-B6476922C18F}"/>
          </ac:grpSpMkLst>
        </pc:grpChg>
        <pc:grpChg chg="add mod">
          <ac:chgData name="Yim Pan Chui, Dr. (CSD)" userId="06f431c5-cc1a-4439-a61b-5f3af947c103" providerId="ADAL" clId="{81773A1A-B57F-4643-B734-3060F75B8A57}" dt="2024-07-04T07:58:18.866" v="7" actId="164"/>
          <ac:grpSpMkLst>
            <pc:docMk/>
            <pc:sldMk cId="4039365292" sldId="330"/>
            <ac:grpSpMk id="14" creationId="{DA603BF2-1C95-1238-CB5E-872DF90021D2}"/>
          </ac:grpSpMkLst>
        </pc:grpChg>
        <pc:grpChg chg="add mod">
          <ac:chgData name="Yim Pan Chui, Dr. (CSD)" userId="06f431c5-cc1a-4439-a61b-5f3af947c103" providerId="ADAL" clId="{81773A1A-B57F-4643-B734-3060F75B8A57}" dt="2024-07-04T08:01:12.977" v="15" actId="1076"/>
          <ac:grpSpMkLst>
            <pc:docMk/>
            <pc:sldMk cId="4039365292" sldId="330"/>
            <ac:grpSpMk id="17" creationId="{871E98DF-9536-FCEC-4FB3-3D1E4C69EC86}"/>
          </ac:grpSpMkLst>
        </pc:grpChg>
        <pc:grpChg chg="add mod">
          <ac:chgData name="Yim Pan Chui, Dr. (CSD)" userId="06f431c5-cc1a-4439-a61b-5f3af947c103" providerId="ADAL" clId="{81773A1A-B57F-4643-B734-3060F75B8A57}" dt="2024-07-04T08:02:44.915" v="20" actId="164"/>
          <ac:grpSpMkLst>
            <pc:docMk/>
            <pc:sldMk cId="4039365292" sldId="330"/>
            <ac:grpSpMk id="19" creationId="{38B9AFD8-A20F-9ED6-E59F-4AF13D8B7BD3}"/>
          </ac:grpSpMkLst>
        </pc:grpChg>
      </pc:sldChg>
      <pc:sldChg chg="addSp modSp modAnim">
        <pc:chgData name="Yim Pan Chui, Dr. (CSD)" userId="06f431c5-cc1a-4439-a61b-5f3af947c103" providerId="ADAL" clId="{81773A1A-B57F-4643-B734-3060F75B8A57}" dt="2024-07-04T07:57:05.684" v="5"/>
        <pc:sldMkLst>
          <pc:docMk/>
          <pc:sldMk cId="1671377025" sldId="331"/>
        </pc:sldMkLst>
        <pc:spChg chg="mod">
          <ac:chgData name="Yim Pan Chui, Dr. (CSD)" userId="06f431c5-cc1a-4439-a61b-5f3af947c103" providerId="ADAL" clId="{81773A1A-B57F-4643-B734-3060F75B8A57}" dt="2024-07-04T07:56:02.294" v="2" actId="164"/>
          <ac:spMkLst>
            <pc:docMk/>
            <pc:sldMk cId="1671377025" sldId="331"/>
            <ac:spMk id="8" creationId="{11D9C660-8333-2036-E651-91437D822423}"/>
          </ac:spMkLst>
        </pc:spChg>
        <pc:spChg chg="mod">
          <ac:chgData name="Yim Pan Chui, Dr. (CSD)" userId="06f431c5-cc1a-4439-a61b-5f3af947c103" providerId="ADAL" clId="{81773A1A-B57F-4643-B734-3060F75B8A57}" dt="2024-07-04T07:56:02.294" v="2" actId="164"/>
          <ac:spMkLst>
            <pc:docMk/>
            <pc:sldMk cId="1671377025" sldId="331"/>
            <ac:spMk id="9" creationId="{8A1B81DA-0DD1-F91C-4844-B48B568DB0D1}"/>
          </ac:spMkLst>
        </pc:spChg>
        <pc:spChg chg="mod">
          <ac:chgData name="Yim Pan Chui, Dr. (CSD)" userId="06f431c5-cc1a-4439-a61b-5f3af947c103" providerId="ADAL" clId="{81773A1A-B57F-4643-B734-3060F75B8A57}" dt="2024-07-04T07:56:02.294" v="2" actId="164"/>
          <ac:spMkLst>
            <pc:docMk/>
            <pc:sldMk cId="1671377025" sldId="331"/>
            <ac:spMk id="11" creationId="{3DE3528A-8105-DF11-5233-3574BC7907BC}"/>
          </ac:spMkLst>
        </pc:spChg>
        <pc:spChg chg="mod">
          <ac:chgData name="Yim Pan Chui, Dr. (CSD)" userId="06f431c5-cc1a-4439-a61b-5f3af947c103" providerId="ADAL" clId="{81773A1A-B57F-4643-B734-3060F75B8A57}" dt="2024-07-04T07:56:02.294" v="2" actId="164"/>
          <ac:spMkLst>
            <pc:docMk/>
            <pc:sldMk cId="1671377025" sldId="331"/>
            <ac:spMk id="12" creationId="{CF41E7AC-9D0B-1A56-07F8-4BB2AAED917D}"/>
          </ac:spMkLst>
        </pc:spChg>
        <pc:spChg chg="mod">
          <ac:chgData name="Yim Pan Chui, Dr. (CSD)" userId="06f431c5-cc1a-4439-a61b-5f3af947c103" providerId="ADAL" clId="{81773A1A-B57F-4643-B734-3060F75B8A57}" dt="2024-07-04T07:56:02.294" v="2" actId="164"/>
          <ac:spMkLst>
            <pc:docMk/>
            <pc:sldMk cId="1671377025" sldId="331"/>
            <ac:spMk id="13" creationId="{7333E136-F8F0-AEDF-373D-F429110A47B3}"/>
          </ac:spMkLst>
        </pc:spChg>
        <pc:grpChg chg="add mod">
          <ac:chgData name="Yim Pan Chui, Dr. (CSD)" userId="06f431c5-cc1a-4439-a61b-5f3af947c103" providerId="ADAL" clId="{81773A1A-B57F-4643-B734-3060F75B8A57}" dt="2024-07-04T07:56:02.294" v="2" actId="164"/>
          <ac:grpSpMkLst>
            <pc:docMk/>
            <pc:sldMk cId="1671377025" sldId="331"/>
            <ac:grpSpMk id="14" creationId="{1BFD8012-4608-7ECB-86B9-6E43D177CE1A}"/>
          </ac:grpSpMkLst>
        </pc:grpChg>
      </pc:sldChg>
    </pc:docChg>
  </pc:docChgLst>
  <pc:docChgLst>
    <pc:chgData name="Yim Pan Chui, Dr. (CSD)" userId="06f431c5-cc1a-4439-a61b-5f3af947c103" providerId="ADAL" clId="{E68241FB-093A-4AA2-B23B-62871F10BAA0}"/>
    <pc:docChg chg="undo custSel modSld">
      <pc:chgData name="Yim Pan Chui, Dr. (CSD)" userId="06f431c5-cc1a-4439-a61b-5f3af947c103" providerId="ADAL" clId="{E68241FB-093A-4AA2-B23B-62871F10BAA0}" dt="2024-03-22T08:14:13.630" v="1217" actId="14100"/>
      <pc:docMkLst>
        <pc:docMk/>
      </pc:docMkLst>
      <pc:sldChg chg="modSp mod">
        <pc:chgData name="Yim Pan Chui, Dr. (CSD)" userId="06f431c5-cc1a-4439-a61b-5f3af947c103" providerId="ADAL" clId="{E68241FB-093A-4AA2-B23B-62871F10BAA0}" dt="2024-03-22T05:17:39.160" v="38" actId="13926"/>
        <pc:sldMkLst>
          <pc:docMk/>
          <pc:sldMk cId="2701277880" sldId="298"/>
        </pc:sldMkLst>
        <pc:spChg chg="mod">
          <ac:chgData name="Yim Pan Chui, Dr. (CSD)" userId="06f431c5-cc1a-4439-a61b-5f3af947c103" providerId="ADAL" clId="{E68241FB-093A-4AA2-B23B-62871F10BAA0}" dt="2024-03-22T05:17:39.160" v="38" actId="13926"/>
          <ac:spMkLst>
            <pc:docMk/>
            <pc:sldMk cId="2701277880" sldId="298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18:32.510" v="39" actId="207"/>
        <pc:sldMkLst>
          <pc:docMk/>
          <pc:sldMk cId="2131925444" sldId="302"/>
        </pc:sldMkLst>
        <pc:spChg chg="mod">
          <ac:chgData name="Yim Pan Chui, Dr. (CSD)" userId="06f431c5-cc1a-4439-a61b-5f3af947c103" providerId="ADAL" clId="{E68241FB-093A-4AA2-B23B-62871F10BAA0}" dt="2024-03-22T05:18:32.510" v="39" actId="207"/>
          <ac:spMkLst>
            <pc:docMk/>
            <pc:sldMk cId="2131925444" sldId="302"/>
            <ac:spMk id="10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18:44.938" v="41" actId="207"/>
        <pc:sldMkLst>
          <pc:docMk/>
          <pc:sldMk cId="4020483830" sldId="303"/>
        </pc:sldMkLst>
        <pc:spChg chg="mod">
          <ac:chgData name="Yim Pan Chui, Dr. (CSD)" userId="06f431c5-cc1a-4439-a61b-5f3af947c103" providerId="ADAL" clId="{E68241FB-093A-4AA2-B23B-62871F10BAA0}" dt="2024-03-22T05:18:40.307" v="40" actId="207"/>
          <ac:spMkLst>
            <pc:docMk/>
            <pc:sldMk cId="4020483830" sldId="303"/>
            <ac:spMk id="10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8:44.938" v="41" actId="207"/>
          <ac:spMkLst>
            <pc:docMk/>
            <pc:sldMk cId="4020483830" sldId="303"/>
            <ac:spMk id="23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E68241FB-093A-4AA2-B23B-62871F10BAA0}" dt="2024-03-22T08:14:13.630" v="1217" actId="14100"/>
        <pc:sldMkLst>
          <pc:docMk/>
          <pc:sldMk cId="1508375161" sldId="304"/>
        </pc:sldMkLst>
        <pc:spChg chg="add mod">
          <ac:chgData name="Yim Pan Chui, Dr. (CSD)" userId="06f431c5-cc1a-4439-a61b-5f3af947c103" providerId="ADAL" clId="{E68241FB-093A-4AA2-B23B-62871F10BAA0}" dt="2024-03-22T05:23:02.543" v="59" actId="1076"/>
          <ac:spMkLst>
            <pc:docMk/>
            <pc:sldMk cId="1508375161" sldId="304"/>
            <ac:spMk id="2" creationId="{E974E2C6-F691-7771-F370-DF9CA877CA91}"/>
          </ac:spMkLst>
        </pc:spChg>
        <pc:spChg chg="add mod">
          <ac:chgData name="Yim Pan Chui, Dr. (CSD)" userId="06f431c5-cc1a-4439-a61b-5f3af947c103" providerId="ADAL" clId="{E68241FB-093A-4AA2-B23B-62871F10BAA0}" dt="2024-03-22T05:23:02.543" v="59" actId="1076"/>
          <ac:spMkLst>
            <pc:docMk/>
            <pc:sldMk cId="1508375161" sldId="304"/>
            <ac:spMk id="3" creationId="{207894F5-F32B-6A53-2632-5EEFF9269AD6}"/>
          </ac:spMkLst>
        </pc:spChg>
        <pc:spChg chg="add del mod">
          <ac:chgData name="Yim Pan Chui, Dr. (CSD)" userId="06f431c5-cc1a-4439-a61b-5f3af947c103" providerId="ADAL" clId="{E68241FB-093A-4AA2-B23B-62871F10BAA0}" dt="2024-03-22T05:24:55.653" v="86" actId="478"/>
          <ac:spMkLst>
            <pc:docMk/>
            <pc:sldMk cId="1508375161" sldId="304"/>
            <ac:spMk id="4" creationId="{B8D813D9-8280-012C-F90F-49A3B989A8E4}"/>
          </ac:spMkLst>
        </pc:spChg>
        <pc:spChg chg="add mod">
          <ac:chgData name="Yim Pan Chui, Dr. (CSD)" userId="06f431c5-cc1a-4439-a61b-5f3af947c103" providerId="ADAL" clId="{E68241FB-093A-4AA2-B23B-62871F10BAA0}" dt="2024-03-22T08:13:18.448" v="1202" actId="1035"/>
          <ac:spMkLst>
            <pc:docMk/>
            <pc:sldMk cId="1508375161" sldId="304"/>
            <ac:spMk id="5" creationId="{B5FA346B-855B-9159-5E19-DCB64192617B}"/>
          </ac:spMkLst>
        </pc:spChg>
        <pc:spChg chg="add mod">
          <ac:chgData name="Yim Pan Chui, Dr. (CSD)" userId="06f431c5-cc1a-4439-a61b-5f3af947c103" providerId="ADAL" clId="{E68241FB-093A-4AA2-B23B-62871F10BAA0}" dt="2024-03-22T05:23:02.543" v="59" actId="1076"/>
          <ac:spMkLst>
            <pc:docMk/>
            <pc:sldMk cId="1508375161" sldId="304"/>
            <ac:spMk id="7" creationId="{41BA223E-D1AD-C1E2-94E2-5E39F88D5F52}"/>
          </ac:spMkLst>
        </pc:spChg>
        <pc:spChg chg="add mod">
          <ac:chgData name="Yim Pan Chui, Dr. (CSD)" userId="06f431c5-cc1a-4439-a61b-5f3af947c103" providerId="ADAL" clId="{E68241FB-093A-4AA2-B23B-62871F10BAA0}" dt="2024-03-22T05:23:02.543" v="59" actId="1076"/>
          <ac:spMkLst>
            <pc:docMk/>
            <pc:sldMk cId="1508375161" sldId="304"/>
            <ac:spMk id="8" creationId="{239801DC-EF07-8254-F575-2C0FCEDE76A4}"/>
          </ac:spMkLst>
        </pc:spChg>
        <pc:spChg chg="add mod">
          <ac:chgData name="Yim Pan Chui, Dr. (CSD)" userId="06f431c5-cc1a-4439-a61b-5f3af947c103" providerId="ADAL" clId="{E68241FB-093A-4AA2-B23B-62871F10BAA0}" dt="2024-03-22T05:23:02.543" v="59" actId="1076"/>
          <ac:spMkLst>
            <pc:docMk/>
            <pc:sldMk cId="1508375161" sldId="304"/>
            <ac:spMk id="9" creationId="{91A6374B-53C7-6C66-33E9-A0A2A958F1CC}"/>
          </ac:spMkLst>
        </pc:spChg>
        <pc:spChg chg="add mod">
          <ac:chgData name="Yim Pan Chui, Dr. (CSD)" userId="06f431c5-cc1a-4439-a61b-5f3af947c103" providerId="ADAL" clId="{E68241FB-093A-4AA2-B23B-62871F10BAA0}" dt="2024-03-22T05:23:39.830" v="70" actId="1076"/>
          <ac:spMkLst>
            <pc:docMk/>
            <pc:sldMk cId="1508375161" sldId="304"/>
            <ac:spMk id="10" creationId="{AE73E247-7BDB-BE32-2465-1D1228B55F36}"/>
          </ac:spMkLst>
        </pc:spChg>
        <pc:spChg chg="add mod">
          <ac:chgData name="Yim Pan Chui, Dr. (CSD)" userId="06f431c5-cc1a-4439-a61b-5f3af947c103" providerId="ADAL" clId="{E68241FB-093A-4AA2-B23B-62871F10BAA0}" dt="2024-03-22T08:13:18.448" v="1202" actId="1035"/>
          <ac:spMkLst>
            <pc:docMk/>
            <pc:sldMk cId="1508375161" sldId="304"/>
            <ac:spMk id="11" creationId="{20248D51-ED28-B182-B5BE-30B0F79BBBE2}"/>
          </ac:spMkLst>
        </pc:spChg>
        <pc:spChg chg="add mod">
          <ac:chgData name="Yim Pan Chui, Dr. (CSD)" userId="06f431c5-cc1a-4439-a61b-5f3af947c103" providerId="ADAL" clId="{E68241FB-093A-4AA2-B23B-62871F10BAA0}" dt="2024-03-22T08:13:18.448" v="1202" actId="1035"/>
          <ac:spMkLst>
            <pc:docMk/>
            <pc:sldMk cId="1508375161" sldId="304"/>
            <ac:spMk id="12" creationId="{D8062A19-2E40-4548-8AFC-D976B9C4A808}"/>
          </ac:spMkLst>
        </pc:spChg>
        <pc:spChg chg="add mod">
          <ac:chgData name="Yim Pan Chui, Dr. (CSD)" userId="06f431c5-cc1a-4439-a61b-5f3af947c103" providerId="ADAL" clId="{E68241FB-093A-4AA2-B23B-62871F10BAA0}" dt="2024-03-22T08:13:18.448" v="1202" actId="1035"/>
          <ac:spMkLst>
            <pc:docMk/>
            <pc:sldMk cId="1508375161" sldId="304"/>
            <ac:spMk id="13" creationId="{BB3BFAE8-6DF1-41D5-045A-6BF83530C150}"/>
          </ac:spMkLst>
        </pc:spChg>
        <pc:spChg chg="add mod">
          <ac:chgData name="Yim Pan Chui, Dr. (CSD)" userId="06f431c5-cc1a-4439-a61b-5f3af947c103" providerId="ADAL" clId="{E68241FB-093A-4AA2-B23B-62871F10BAA0}" dt="2024-03-22T05:24:23.734" v="80" actId="1076"/>
          <ac:spMkLst>
            <pc:docMk/>
            <pc:sldMk cId="1508375161" sldId="304"/>
            <ac:spMk id="14" creationId="{256C4D41-3154-F6FE-C923-B1819E44A69A}"/>
          </ac:spMkLst>
        </pc:spChg>
        <pc:spChg chg="add mod">
          <ac:chgData name="Yim Pan Chui, Dr. (CSD)" userId="06f431c5-cc1a-4439-a61b-5f3af947c103" providerId="ADAL" clId="{E68241FB-093A-4AA2-B23B-62871F10BAA0}" dt="2024-03-22T08:13:18.448" v="1202" actId="1035"/>
          <ac:spMkLst>
            <pc:docMk/>
            <pc:sldMk cId="1508375161" sldId="304"/>
            <ac:spMk id="15" creationId="{E6232DA8-E1E8-CD87-8610-1C4C6FE478FC}"/>
          </ac:spMkLst>
        </pc:spChg>
        <pc:spChg chg="add mod">
          <ac:chgData name="Yim Pan Chui, Dr. (CSD)" userId="06f431c5-cc1a-4439-a61b-5f3af947c103" providerId="ADAL" clId="{E68241FB-093A-4AA2-B23B-62871F10BAA0}" dt="2024-03-22T08:13:18.448" v="1202" actId="1035"/>
          <ac:spMkLst>
            <pc:docMk/>
            <pc:sldMk cId="1508375161" sldId="304"/>
            <ac:spMk id="16" creationId="{0F9DB439-0CB3-F7D5-0F5E-E7F93A40C7E1}"/>
          </ac:spMkLst>
        </pc:spChg>
        <pc:spChg chg="add mod">
          <ac:chgData name="Yim Pan Chui, Dr. (CSD)" userId="06f431c5-cc1a-4439-a61b-5f3af947c103" providerId="ADAL" clId="{E68241FB-093A-4AA2-B23B-62871F10BAA0}" dt="2024-03-22T08:13:18.448" v="1202" actId="1035"/>
          <ac:spMkLst>
            <pc:docMk/>
            <pc:sldMk cId="1508375161" sldId="304"/>
            <ac:spMk id="17" creationId="{BB823E68-CA52-4409-D99D-AF4A46A97655}"/>
          </ac:spMkLst>
        </pc:spChg>
        <pc:spChg chg="add mod">
          <ac:chgData name="Yim Pan Chui, Dr. (CSD)" userId="06f431c5-cc1a-4439-a61b-5f3af947c103" providerId="ADAL" clId="{E68241FB-093A-4AA2-B23B-62871F10BAA0}" dt="2024-03-22T08:13:18.448" v="1202" actId="1035"/>
          <ac:spMkLst>
            <pc:docMk/>
            <pc:sldMk cId="1508375161" sldId="304"/>
            <ac:spMk id="18" creationId="{B7CF8A3C-B9D8-0710-B36E-2085FEF93FDD}"/>
          </ac:spMkLst>
        </pc:spChg>
        <pc:spChg chg="add mod">
          <ac:chgData name="Yim Pan Chui, Dr. (CSD)" userId="06f431c5-cc1a-4439-a61b-5f3af947c103" providerId="ADAL" clId="{E68241FB-093A-4AA2-B23B-62871F10BAA0}" dt="2024-03-22T05:24:52.215" v="85" actId="20577"/>
          <ac:spMkLst>
            <pc:docMk/>
            <pc:sldMk cId="1508375161" sldId="304"/>
            <ac:spMk id="19" creationId="{14FFF94A-C7A7-E5AE-E34A-96AC87728BD1}"/>
          </ac:spMkLst>
        </pc:spChg>
        <pc:spChg chg="add mod">
          <ac:chgData name="Yim Pan Chui, Dr. (CSD)" userId="06f431c5-cc1a-4439-a61b-5f3af947c103" providerId="ADAL" clId="{E68241FB-093A-4AA2-B23B-62871F10BAA0}" dt="2024-03-22T08:14:13.630" v="1217" actId="14100"/>
          <ac:spMkLst>
            <pc:docMk/>
            <pc:sldMk cId="1508375161" sldId="304"/>
            <ac:spMk id="20" creationId="{A3EFB5CB-5DBE-3902-69D6-AFFFA2A0C979}"/>
          </ac:spMkLst>
        </pc:spChg>
        <pc:spChg chg="mod">
          <ac:chgData name="Yim Pan Chui, Dr. (CSD)" userId="06f431c5-cc1a-4439-a61b-5f3af947c103" providerId="ADAL" clId="{E68241FB-093A-4AA2-B23B-62871F10BAA0}" dt="2024-03-22T05:25:31.522" v="90" actId="13926"/>
          <ac:spMkLst>
            <pc:docMk/>
            <pc:sldMk cId="1508375161" sldId="304"/>
            <ac:spMk id="11268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34:22.170" v="171" actId="13926"/>
        <pc:sldMkLst>
          <pc:docMk/>
          <pc:sldMk cId="704003454" sldId="305"/>
        </pc:sldMkLst>
        <pc:spChg chg="mod">
          <ac:chgData name="Yim Pan Chui, Dr. (CSD)" userId="06f431c5-cc1a-4439-a61b-5f3af947c103" providerId="ADAL" clId="{E68241FB-093A-4AA2-B23B-62871F10BAA0}" dt="2024-03-22T05:34:22.170" v="171" actId="13926"/>
          <ac:spMkLst>
            <pc:docMk/>
            <pc:sldMk cId="704003454" sldId="305"/>
            <ac:spMk id="3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8:12:47.528" v="1191" actId="13926"/>
        <pc:sldMkLst>
          <pc:docMk/>
          <pc:sldMk cId="869776638" sldId="306"/>
        </pc:sldMkLst>
        <pc:spChg chg="mod">
          <ac:chgData name="Yim Pan Chui, Dr. (CSD)" userId="06f431c5-cc1a-4439-a61b-5f3af947c103" providerId="ADAL" clId="{E68241FB-093A-4AA2-B23B-62871F10BAA0}" dt="2024-03-22T05:28:12.417" v="91" actId="13926"/>
          <ac:spMkLst>
            <pc:docMk/>
            <pc:sldMk cId="869776638" sldId="306"/>
            <ac:spMk id="3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8:12:47.528" v="1191" actId="13926"/>
          <ac:spMkLst>
            <pc:docMk/>
            <pc:sldMk cId="869776638" sldId="306"/>
            <ac:spMk id="5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36:02.942" v="183" actId="113"/>
        <pc:sldMkLst>
          <pc:docMk/>
          <pc:sldMk cId="1027083157" sldId="311"/>
        </pc:sldMkLst>
        <pc:spChg chg="mod">
          <ac:chgData name="Yim Pan Chui, Dr. (CSD)" userId="06f431c5-cc1a-4439-a61b-5f3af947c103" providerId="ADAL" clId="{E68241FB-093A-4AA2-B23B-62871F10BAA0}" dt="2024-03-22T05:35:57.052" v="181" actId="113"/>
          <ac:spMkLst>
            <pc:docMk/>
            <pc:sldMk cId="1027083157" sldId="311"/>
            <ac:spMk id="6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36:02.942" v="183" actId="113"/>
          <ac:spMkLst>
            <pc:docMk/>
            <pc:sldMk cId="1027083157" sldId="311"/>
            <ac:spMk id="7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37:53.984" v="201" actId="113"/>
        <pc:sldMkLst>
          <pc:docMk/>
          <pc:sldMk cId="3787621372" sldId="313"/>
        </pc:sldMkLst>
        <pc:spChg chg="mod">
          <ac:chgData name="Yim Pan Chui, Dr. (CSD)" userId="06f431c5-cc1a-4439-a61b-5f3af947c103" providerId="ADAL" clId="{E68241FB-093A-4AA2-B23B-62871F10BAA0}" dt="2024-03-22T05:36:50.484" v="191" actId="13926"/>
          <ac:spMkLst>
            <pc:docMk/>
            <pc:sldMk cId="3787621372" sldId="313"/>
            <ac:spMk id="7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36:52.335" v="192" actId="13926"/>
          <ac:spMkLst>
            <pc:docMk/>
            <pc:sldMk cId="3787621372" sldId="313"/>
            <ac:spMk id="8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36:54.254" v="193" actId="13926"/>
          <ac:spMkLst>
            <pc:docMk/>
            <pc:sldMk cId="3787621372" sldId="313"/>
            <ac:spMk id="12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37:36.959" v="195" actId="113"/>
          <ac:spMkLst>
            <pc:docMk/>
            <pc:sldMk cId="3787621372" sldId="313"/>
            <ac:spMk id="14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37:40.306" v="197" actId="113"/>
          <ac:spMkLst>
            <pc:docMk/>
            <pc:sldMk cId="3787621372" sldId="313"/>
            <ac:spMk id="15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37:53.984" v="201" actId="113"/>
          <ac:spMkLst>
            <pc:docMk/>
            <pc:sldMk cId="3787621372" sldId="313"/>
            <ac:spMk id="16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E68241FB-093A-4AA2-B23B-62871F10BAA0}" dt="2024-03-22T07:04:40.831" v="653" actId="1035"/>
        <pc:sldMkLst>
          <pc:docMk/>
          <pc:sldMk cId="4204366257" sldId="329"/>
        </pc:sldMkLst>
        <pc:spChg chg="add mod">
          <ac:chgData name="Yim Pan Chui, Dr. (CSD)" userId="06f431c5-cc1a-4439-a61b-5f3af947c103" providerId="ADAL" clId="{E68241FB-093A-4AA2-B23B-62871F10BAA0}" dt="2024-03-22T06:58:46.854" v="632" actId="1076"/>
          <ac:spMkLst>
            <pc:docMk/>
            <pc:sldMk cId="4204366257" sldId="329"/>
            <ac:spMk id="2" creationId="{6F392FA7-7ACD-B95E-8835-A88CC88BAFEA}"/>
          </ac:spMkLst>
        </pc:spChg>
        <pc:spChg chg="add mod">
          <ac:chgData name="Yim Pan Chui, Dr. (CSD)" userId="06f431c5-cc1a-4439-a61b-5f3af947c103" providerId="ADAL" clId="{E68241FB-093A-4AA2-B23B-62871F10BAA0}" dt="2024-03-22T06:58:52.049" v="633" actId="1035"/>
          <ac:spMkLst>
            <pc:docMk/>
            <pc:sldMk cId="4204366257" sldId="329"/>
            <ac:spMk id="3" creationId="{AC52E0AA-8FBA-2E30-7761-C04DB7EBB367}"/>
          </ac:spMkLst>
        </pc:spChg>
        <pc:spChg chg="add mod">
          <ac:chgData name="Yim Pan Chui, Dr. (CSD)" userId="06f431c5-cc1a-4439-a61b-5f3af947c103" providerId="ADAL" clId="{E68241FB-093A-4AA2-B23B-62871F10BAA0}" dt="2024-03-22T06:59:20.773" v="646" actId="1037"/>
          <ac:spMkLst>
            <pc:docMk/>
            <pc:sldMk cId="4204366257" sldId="329"/>
            <ac:spMk id="4" creationId="{0A031803-1D7B-700E-AC6F-248958A2F48B}"/>
          </ac:spMkLst>
        </pc:spChg>
        <pc:spChg chg="add mod">
          <ac:chgData name="Yim Pan Chui, Dr. (CSD)" userId="06f431c5-cc1a-4439-a61b-5f3af947c103" providerId="ADAL" clId="{E68241FB-093A-4AA2-B23B-62871F10BAA0}" dt="2024-03-22T06:59:20.773" v="646" actId="1037"/>
          <ac:spMkLst>
            <pc:docMk/>
            <pc:sldMk cId="4204366257" sldId="329"/>
            <ac:spMk id="5" creationId="{1F5243C8-A017-F4E0-2CA5-F3AFE83FAFCA}"/>
          </ac:spMkLst>
        </pc:spChg>
        <pc:spChg chg="add mod">
          <ac:chgData name="Yim Pan Chui, Dr. (CSD)" userId="06f431c5-cc1a-4439-a61b-5f3af947c103" providerId="ADAL" clId="{E68241FB-093A-4AA2-B23B-62871F10BAA0}" dt="2024-03-22T06:59:16.063" v="643" actId="1076"/>
          <ac:spMkLst>
            <pc:docMk/>
            <pc:sldMk cId="4204366257" sldId="329"/>
            <ac:spMk id="6" creationId="{1324B4AB-2203-D070-5D72-6E7223C9F3F0}"/>
          </ac:spMkLst>
        </pc:spChg>
        <pc:spChg chg="add mod">
          <ac:chgData name="Yim Pan Chui, Dr. (CSD)" userId="06f431c5-cc1a-4439-a61b-5f3af947c103" providerId="ADAL" clId="{E68241FB-093A-4AA2-B23B-62871F10BAA0}" dt="2024-03-22T07:04:40.831" v="653" actId="1035"/>
          <ac:spMkLst>
            <pc:docMk/>
            <pc:sldMk cId="4204366257" sldId="329"/>
            <ac:spMk id="7" creationId="{272BBE93-EB88-A454-FA79-59FEEFF10593}"/>
          </ac:spMkLst>
        </pc:spChg>
        <pc:spChg chg="add del mod">
          <ac:chgData name="Yim Pan Chui, Dr. (CSD)" userId="06f431c5-cc1a-4439-a61b-5f3af947c103" providerId="ADAL" clId="{E68241FB-093A-4AA2-B23B-62871F10BAA0}" dt="2024-03-22T07:04:40.831" v="653" actId="1035"/>
          <ac:spMkLst>
            <pc:docMk/>
            <pc:sldMk cId="4204366257" sldId="329"/>
            <ac:spMk id="8" creationId="{09380CA1-C4F5-21C2-AA6A-2AC249122325}"/>
          </ac:spMkLst>
        </pc:spChg>
        <pc:spChg chg="add mod">
          <ac:chgData name="Yim Pan Chui, Dr. (CSD)" userId="06f431c5-cc1a-4439-a61b-5f3af947c103" providerId="ADAL" clId="{E68241FB-093A-4AA2-B23B-62871F10BAA0}" dt="2024-03-22T07:04:40.831" v="653" actId="1035"/>
          <ac:spMkLst>
            <pc:docMk/>
            <pc:sldMk cId="4204366257" sldId="329"/>
            <ac:spMk id="9" creationId="{E6161631-53CA-D76D-48EF-7EFE6F55C868}"/>
          </ac:spMkLst>
        </pc:spChg>
        <pc:spChg chg="add mod">
          <ac:chgData name="Yim Pan Chui, Dr. (CSD)" userId="06f431c5-cc1a-4439-a61b-5f3af947c103" providerId="ADAL" clId="{E68241FB-093A-4AA2-B23B-62871F10BAA0}" dt="2024-03-22T07:04:40.831" v="653" actId="1035"/>
          <ac:spMkLst>
            <pc:docMk/>
            <pc:sldMk cId="4204366257" sldId="329"/>
            <ac:spMk id="10" creationId="{29A5FC6C-2F26-5FF2-3982-6C33171A9E44}"/>
          </ac:spMkLst>
        </pc:spChg>
        <pc:spChg chg="add mod">
          <ac:chgData name="Yim Pan Chui, Dr. (CSD)" userId="06f431c5-cc1a-4439-a61b-5f3af947c103" providerId="ADAL" clId="{E68241FB-093A-4AA2-B23B-62871F10BAA0}" dt="2024-03-22T07:04:40.831" v="653" actId="1035"/>
          <ac:spMkLst>
            <pc:docMk/>
            <pc:sldMk cId="4204366257" sldId="329"/>
            <ac:spMk id="11" creationId="{0DD713DC-282A-F0C8-085A-9FE54B1C2728}"/>
          </ac:spMkLst>
        </pc:spChg>
        <pc:spChg chg="add mod">
          <ac:chgData name="Yim Pan Chui, Dr. (CSD)" userId="06f431c5-cc1a-4439-a61b-5f3af947c103" providerId="ADAL" clId="{E68241FB-093A-4AA2-B23B-62871F10BAA0}" dt="2024-03-22T06:59:43.106" v="652" actId="1076"/>
          <ac:spMkLst>
            <pc:docMk/>
            <pc:sldMk cId="4204366257" sldId="329"/>
            <ac:spMk id="13" creationId="{67E6953F-2D20-C4ED-281C-33656D0B67D1}"/>
          </ac:spMkLst>
        </pc:spChg>
      </pc:sldChg>
      <pc:sldChg chg="addSp delSp modSp mod">
        <pc:chgData name="Yim Pan Chui, Dr. (CSD)" userId="06f431c5-cc1a-4439-a61b-5f3af947c103" providerId="ADAL" clId="{E68241FB-093A-4AA2-B23B-62871F10BAA0}" dt="2024-03-22T08:08:08.950" v="1150" actId="207"/>
        <pc:sldMkLst>
          <pc:docMk/>
          <pc:sldMk cId="4039365292" sldId="330"/>
        </pc:sldMkLst>
        <pc:spChg chg="add mod">
          <ac:chgData name="Yim Pan Chui, Dr. (CSD)" userId="06f431c5-cc1a-4439-a61b-5f3af947c103" providerId="ADAL" clId="{E68241FB-093A-4AA2-B23B-62871F10BAA0}" dt="2024-03-22T08:07:11.401" v="1140" actId="207"/>
          <ac:spMkLst>
            <pc:docMk/>
            <pc:sldMk cId="4039365292" sldId="330"/>
            <ac:spMk id="2" creationId="{699EF113-7C83-BDEC-2270-2584DF5C30DC}"/>
          </ac:spMkLst>
        </pc:spChg>
        <pc:spChg chg="add mod">
          <ac:chgData name="Yim Pan Chui, Dr. (CSD)" userId="06f431c5-cc1a-4439-a61b-5f3af947c103" providerId="ADAL" clId="{E68241FB-093A-4AA2-B23B-62871F10BAA0}" dt="2024-03-22T08:07:11.401" v="1140" actId="207"/>
          <ac:spMkLst>
            <pc:docMk/>
            <pc:sldMk cId="4039365292" sldId="330"/>
            <ac:spMk id="3" creationId="{76066BCA-1E16-9333-E01E-7E3F285BD58A}"/>
          </ac:spMkLst>
        </pc:spChg>
        <pc:spChg chg="add mod">
          <ac:chgData name="Yim Pan Chui, Dr. (CSD)" userId="06f431c5-cc1a-4439-a61b-5f3af947c103" providerId="ADAL" clId="{E68241FB-093A-4AA2-B23B-62871F10BAA0}" dt="2024-03-22T08:05:52.747" v="1113" actId="1036"/>
          <ac:spMkLst>
            <pc:docMk/>
            <pc:sldMk cId="4039365292" sldId="330"/>
            <ac:spMk id="4" creationId="{A025697D-9C94-2206-DFA7-405007B1DDD9}"/>
          </ac:spMkLst>
        </pc:spChg>
        <pc:spChg chg="add mod">
          <ac:chgData name="Yim Pan Chui, Dr. (CSD)" userId="06f431c5-cc1a-4439-a61b-5f3af947c103" providerId="ADAL" clId="{E68241FB-093A-4AA2-B23B-62871F10BAA0}" dt="2024-03-22T08:05:52.747" v="1113" actId="1036"/>
          <ac:spMkLst>
            <pc:docMk/>
            <pc:sldMk cId="4039365292" sldId="330"/>
            <ac:spMk id="5" creationId="{D0B23740-D1BF-32BF-5E43-3204F699337E}"/>
          </ac:spMkLst>
        </pc:spChg>
        <pc:spChg chg="add mod">
          <ac:chgData name="Yim Pan Chui, Dr. (CSD)" userId="06f431c5-cc1a-4439-a61b-5f3af947c103" providerId="ADAL" clId="{E68241FB-093A-4AA2-B23B-62871F10BAA0}" dt="2024-03-22T08:05:52.747" v="1113" actId="1036"/>
          <ac:spMkLst>
            <pc:docMk/>
            <pc:sldMk cId="4039365292" sldId="330"/>
            <ac:spMk id="6" creationId="{1B1FC2ED-1CCA-74A9-88E2-DF16911D2751}"/>
          </ac:spMkLst>
        </pc:spChg>
        <pc:spChg chg="add mod">
          <ac:chgData name="Yim Pan Chui, Dr. (CSD)" userId="06f431c5-cc1a-4439-a61b-5f3af947c103" providerId="ADAL" clId="{E68241FB-093A-4AA2-B23B-62871F10BAA0}" dt="2024-03-22T06:40:58.599" v="552" actId="166"/>
          <ac:spMkLst>
            <pc:docMk/>
            <pc:sldMk cId="4039365292" sldId="330"/>
            <ac:spMk id="7" creationId="{2B46B751-9FD0-EB9B-3E4F-CAD8E9D10E80}"/>
          </ac:spMkLst>
        </pc:spChg>
        <pc:spChg chg="add mod">
          <ac:chgData name="Yim Pan Chui, Dr. (CSD)" userId="06f431c5-cc1a-4439-a61b-5f3af947c103" providerId="ADAL" clId="{E68241FB-093A-4AA2-B23B-62871F10BAA0}" dt="2024-03-22T06:40:58.599" v="552" actId="166"/>
          <ac:spMkLst>
            <pc:docMk/>
            <pc:sldMk cId="4039365292" sldId="330"/>
            <ac:spMk id="8" creationId="{B78D8283-129C-3421-0BA0-1D644E3B0A24}"/>
          </ac:spMkLst>
        </pc:spChg>
        <pc:spChg chg="add mod">
          <ac:chgData name="Yim Pan Chui, Dr. (CSD)" userId="06f431c5-cc1a-4439-a61b-5f3af947c103" providerId="ADAL" clId="{E68241FB-093A-4AA2-B23B-62871F10BAA0}" dt="2024-03-22T06:41:08.921" v="553" actId="166"/>
          <ac:spMkLst>
            <pc:docMk/>
            <pc:sldMk cId="4039365292" sldId="330"/>
            <ac:spMk id="9" creationId="{CC9E830A-8B22-56A4-7B6A-3C79B6C67E63}"/>
          </ac:spMkLst>
        </pc:spChg>
        <pc:spChg chg="add mod">
          <ac:chgData name="Yim Pan Chui, Dr. (CSD)" userId="06f431c5-cc1a-4439-a61b-5f3af947c103" providerId="ADAL" clId="{E68241FB-093A-4AA2-B23B-62871F10BAA0}" dt="2024-03-22T06:41:08.921" v="553" actId="166"/>
          <ac:spMkLst>
            <pc:docMk/>
            <pc:sldMk cId="4039365292" sldId="330"/>
            <ac:spMk id="10" creationId="{4AA856D9-24A4-9B26-3298-7E6CC8AAACB9}"/>
          </ac:spMkLst>
        </pc:spChg>
        <pc:spChg chg="add mod">
          <ac:chgData name="Yim Pan Chui, Dr. (CSD)" userId="06f431c5-cc1a-4439-a61b-5f3af947c103" providerId="ADAL" clId="{E68241FB-093A-4AA2-B23B-62871F10BAA0}" dt="2024-03-22T06:40:58.599" v="552" actId="166"/>
          <ac:spMkLst>
            <pc:docMk/>
            <pc:sldMk cId="4039365292" sldId="330"/>
            <ac:spMk id="12" creationId="{C6CA0305-2DFD-E4B7-03EA-72CF8EFE130E}"/>
          </ac:spMkLst>
        </pc:spChg>
        <pc:spChg chg="add del mod ord">
          <ac:chgData name="Yim Pan Chui, Dr. (CSD)" userId="06f431c5-cc1a-4439-a61b-5f3af947c103" providerId="ADAL" clId="{E68241FB-093A-4AA2-B23B-62871F10BAA0}" dt="2024-03-22T06:34:52.993" v="514" actId="478"/>
          <ac:spMkLst>
            <pc:docMk/>
            <pc:sldMk cId="4039365292" sldId="330"/>
            <ac:spMk id="13" creationId="{F2D02B18-6414-2867-D867-917673A361F8}"/>
          </ac:spMkLst>
        </pc:spChg>
        <pc:spChg chg="add del mod">
          <ac:chgData name="Yim Pan Chui, Dr. (CSD)" userId="06f431c5-cc1a-4439-a61b-5f3af947c103" providerId="ADAL" clId="{E68241FB-093A-4AA2-B23B-62871F10BAA0}" dt="2024-03-22T06:35:46.505" v="527" actId="478"/>
          <ac:spMkLst>
            <pc:docMk/>
            <pc:sldMk cId="4039365292" sldId="330"/>
            <ac:spMk id="14" creationId="{3BEDC2E9-4E9B-A8C4-8D4D-B6D9307C0123}"/>
          </ac:spMkLst>
        </pc:spChg>
        <pc:spChg chg="add mod">
          <ac:chgData name="Yim Pan Chui, Dr. (CSD)" userId="06f431c5-cc1a-4439-a61b-5f3af947c103" providerId="ADAL" clId="{E68241FB-093A-4AA2-B23B-62871F10BAA0}" dt="2024-03-22T08:08:08.950" v="1150" actId="207"/>
          <ac:spMkLst>
            <pc:docMk/>
            <pc:sldMk cId="4039365292" sldId="330"/>
            <ac:spMk id="15" creationId="{DBCC6146-0538-5989-A272-EFDBBF4ADA7A}"/>
          </ac:spMkLst>
        </pc:spChg>
        <pc:spChg chg="add mod">
          <ac:chgData name="Yim Pan Chui, Dr. (CSD)" userId="06f431c5-cc1a-4439-a61b-5f3af947c103" providerId="ADAL" clId="{E68241FB-093A-4AA2-B23B-62871F10BAA0}" dt="2024-03-22T08:08:08.950" v="1150" actId="207"/>
          <ac:spMkLst>
            <pc:docMk/>
            <pc:sldMk cId="4039365292" sldId="330"/>
            <ac:spMk id="16" creationId="{345770A2-8D90-0F3F-8168-541434C0B13E}"/>
          </ac:spMkLst>
        </pc:spChg>
        <pc:spChg chg="add mod">
          <ac:chgData name="Yim Pan Chui, Dr. (CSD)" userId="06f431c5-cc1a-4439-a61b-5f3af947c103" providerId="ADAL" clId="{E68241FB-093A-4AA2-B23B-62871F10BAA0}" dt="2024-03-22T06:40:24.738" v="549"/>
          <ac:spMkLst>
            <pc:docMk/>
            <pc:sldMk cId="4039365292" sldId="330"/>
            <ac:spMk id="17" creationId="{2802C3D2-C3CF-59C1-2F3B-FFDC781B1E8C}"/>
          </ac:spMkLst>
        </pc:spChg>
        <pc:spChg chg="add mod">
          <ac:chgData name="Yim Pan Chui, Dr. (CSD)" userId="06f431c5-cc1a-4439-a61b-5f3af947c103" providerId="ADAL" clId="{E68241FB-093A-4AA2-B23B-62871F10BAA0}" dt="2024-03-22T06:41:15.178" v="554" actId="14100"/>
          <ac:spMkLst>
            <pc:docMk/>
            <pc:sldMk cId="4039365292" sldId="330"/>
            <ac:spMk id="18" creationId="{E67AA10E-FB4E-521B-D461-3CB4FA2965CA}"/>
          </ac:spMkLst>
        </pc:spChg>
        <pc:spChg chg="add del mod">
          <ac:chgData name="Yim Pan Chui, Dr. (CSD)" userId="06f431c5-cc1a-4439-a61b-5f3af947c103" providerId="ADAL" clId="{E68241FB-093A-4AA2-B23B-62871F10BAA0}" dt="2024-03-22T06:48:05.753" v="572" actId="478"/>
          <ac:spMkLst>
            <pc:docMk/>
            <pc:sldMk cId="4039365292" sldId="330"/>
            <ac:spMk id="19" creationId="{92548CFD-365F-269B-0010-2493B258932B}"/>
          </ac:spMkLst>
        </pc:spChg>
        <pc:spChg chg="add del mod">
          <ac:chgData name="Yim Pan Chui, Dr. (CSD)" userId="06f431c5-cc1a-4439-a61b-5f3af947c103" providerId="ADAL" clId="{E68241FB-093A-4AA2-B23B-62871F10BAA0}" dt="2024-03-22T06:48:05.753" v="572" actId="478"/>
          <ac:spMkLst>
            <pc:docMk/>
            <pc:sldMk cId="4039365292" sldId="330"/>
            <ac:spMk id="20" creationId="{7CA1C951-1D4A-0D98-5828-4BBEF6750F90}"/>
          </ac:spMkLst>
        </pc:spChg>
        <pc:spChg chg="add mod">
          <ac:chgData name="Yim Pan Chui, Dr. (CSD)" userId="06f431c5-cc1a-4439-a61b-5f3af947c103" providerId="ADAL" clId="{E68241FB-093A-4AA2-B23B-62871F10BAA0}" dt="2024-03-22T08:07:54.634" v="1149" actId="1035"/>
          <ac:spMkLst>
            <pc:docMk/>
            <pc:sldMk cId="4039365292" sldId="330"/>
            <ac:spMk id="21" creationId="{64A3B83F-93B0-DC4A-C975-5F61B632502E}"/>
          </ac:spMkLst>
        </pc:spChg>
        <pc:spChg chg="add mod">
          <ac:chgData name="Yim Pan Chui, Dr. (CSD)" userId="06f431c5-cc1a-4439-a61b-5f3af947c103" providerId="ADAL" clId="{E68241FB-093A-4AA2-B23B-62871F10BAA0}" dt="2024-03-22T08:07:54.634" v="1149" actId="1035"/>
          <ac:spMkLst>
            <pc:docMk/>
            <pc:sldMk cId="4039365292" sldId="330"/>
            <ac:spMk id="22" creationId="{94A384DB-E911-FEBE-832A-B58BB3F50227}"/>
          </ac:spMkLst>
        </pc:spChg>
        <pc:spChg chg="add mod">
          <ac:chgData name="Yim Pan Chui, Dr. (CSD)" userId="06f431c5-cc1a-4439-a61b-5f3af947c103" providerId="ADAL" clId="{E68241FB-093A-4AA2-B23B-62871F10BAA0}" dt="2024-03-22T08:07:51.331" v="1147" actId="1076"/>
          <ac:spMkLst>
            <pc:docMk/>
            <pc:sldMk cId="4039365292" sldId="330"/>
            <ac:spMk id="23" creationId="{A4273D92-40E5-C6B4-5D29-DAEEE5DEF359}"/>
          </ac:spMkLst>
        </pc:spChg>
        <pc:spChg chg="mod">
          <ac:chgData name="Yim Pan Chui, Dr. (CSD)" userId="06f431c5-cc1a-4439-a61b-5f3af947c103" providerId="ADAL" clId="{E68241FB-093A-4AA2-B23B-62871F10BAA0}" dt="2024-03-22T06:40:58.599" v="552" actId="166"/>
          <ac:spMkLst>
            <pc:docMk/>
            <pc:sldMk cId="4039365292" sldId="330"/>
            <ac:spMk id="72719" creationId="{00000000-0000-0000-0000-000000000000}"/>
          </ac:spMkLst>
        </pc:spChg>
      </pc:sldChg>
      <pc:sldChg chg="addSp modSp mod modAnim">
        <pc:chgData name="Yim Pan Chui, Dr. (CSD)" userId="06f431c5-cc1a-4439-a61b-5f3af947c103" providerId="ADAL" clId="{E68241FB-093A-4AA2-B23B-62871F10BAA0}" dt="2024-03-22T08:08:50.542" v="1151" actId="1076"/>
        <pc:sldMkLst>
          <pc:docMk/>
          <pc:sldMk cId="1671377025" sldId="331"/>
        </pc:sldMkLst>
        <pc:spChg chg="add mod">
          <ac:chgData name="Yim Pan Chui, Dr. (CSD)" userId="06f431c5-cc1a-4439-a61b-5f3af947c103" providerId="ADAL" clId="{E68241FB-093A-4AA2-B23B-62871F10BAA0}" dt="2024-03-22T06:23:04.275" v="395" actId="1035"/>
          <ac:spMkLst>
            <pc:docMk/>
            <pc:sldMk cId="1671377025" sldId="331"/>
            <ac:spMk id="2" creationId="{F2DE6362-3EA2-5C13-80E9-0E23430ED9F9}"/>
          </ac:spMkLst>
        </pc:spChg>
        <pc:spChg chg="add mod">
          <ac:chgData name="Yim Pan Chui, Dr. (CSD)" userId="06f431c5-cc1a-4439-a61b-5f3af947c103" providerId="ADAL" clId="{E68241FB-093A-4AA2-B23B-62871F10BAA0}" dt="2024-03-22T06:23:04.275" v="395" actId="1035"/>
          <ac:spMkLst>
            <pc:docMk/>
            <pc:sldMk cId="1671377025" sldId="331"/>
            <ac:spMk id="3" creationId="{0288B8DE-3BFB-50D7-ACEF-40E987E7C3B6}"/>
          </ac:spMkLst>
        </pc:spChg>
        <pc:spChg chg="add mod">
          <ac:chgData name="Yim Pan Chui, Dr. (CSD)" userId="06f431c5-cc1a-4439-a61b-5f3af947c103" providerId="ADAL" clId="{E68241FB-093A-4AA2-B23B-62871F10BAA0}" dt="2024-03-22T06:23:04.275" v="395" actId="1035"/>
          <ac:spMkLst>
            <pc:docMk/>
            <pc:sldMk cId="1671377025" sldId="331"/>
            <ac:spMk id="4" creationId="{44D153FA-0C7D-F1F4-CF38-A0DDBDC46698}"/>
          </ac:spMkLst>
        </pc:spChg>
        <pc:spChg chg="add mod">
          <ac:chgData name="Yim Pan Chui, Dr. (CSD)" userId="06f431c5-cc1a-4439-a61b-5f3af947c103" providerId="ADAL" clId="{E68241FB-093A-4AA2-B23B-62871F10BAA0}" dt="2024-03-22T06:23:04.275" v="395" actId="1035"/>
          <ac:spMkLst>
            <pc:docMk/>
            <pc:sldMk cId="1671377025" sldId="331"/>
            <ac:spMk id="5" creationId="{F553CEE3-8755-E573-FE57-1E01B967B806}"/>
          </ac:spMkLst>
        </pc:spChg>
        <pc:spChg chg="add mod">
          <ac:chgData name="Yim Pan Chui, Dr. (CSD)" userId="06f431c5-cc1a-4439-a61b-5f3af947c103" providerId="ADAL" clId="{E68241FB-093A-4AA2-B23B-62871F10BAA0}" dt="2024-03-22T06:23:10.451" v="396" actId="14100"/>
          <ac:spMkLst>
            <pc:docMk/>
            <pc:sldMk cId="1671377025" sldId="331"/>
            <ac:spMk id="6" creationId="{0A006BC1-FC57-AF33-6FF2-171E9CC9849D}"/>
          </ac:spMkLst>
        </pc:spChg>
        <pc:spChg chg="add mod">
          <ac:chgData name="Yim Pan Chui, Dr. (CSD)" userId="06f431c5-cc1a-4439-a61b-5f3af947c103" providerId="ADAL" clId="{E68241FB-093A-4AA2-B23B-62871F10BAA0}" dt="2024-03-22T06:22:57.128" v="393" actId="207"/>
          <ac:spMkLst>
            <pc:docMk/>
            <pc:sldMk cId="1671377025" sldId="331"/>
            <ac:spMk id="7" creationId="{EA8B0DFF-FAAD-2C1C-B96F-31A6368347F8}"/>
          </ac:spMkLst>
        </pc:spChg>
        <pc:spChg chg="add mod">
          <ac:chgData name="Yim Pan Chui, Dr. (CSD)" userId="06f431c5-cc1a-4439-a61b-5f3af947c103" providerId="ADAL" clId="{E68241FB-093A-4AA2-B23B-62871F10BAA0}" dt="2024-03-22T08:08:50.542" v="1151" actId="1076"/>
          <ac:spMkLst>
            <pc:docMk/>
            <pc:sldMk cId="1671377025" sldId="331"/>
            <ac:spMk id="8" creationId="{11D9C660-8333-2036-E651-91437D822423}"/>
          </ac:spMkLst>
        </pc:spChg>
        <pc:spChg chg="add mod">
          <ac:chgData name="Yim Pan Chui, Dr. (CSD)" userId="06f431c5-cc1a-4439-a61b-5f3af947c103" providerId="ADAL" clId="{E68241FB-093A-4AA2-B23B-62871F10BAA0}" dt="2024-03-22T08:08:50.542" v="1151" actId="1076"/>
          <ac:spMkLst>
            <pc:docMk/>
            <pc:sldMk cId="1671377025" sldId="331"/>
            <ac:spMk id="9" creationId="{8A1B81DA-0DD1-F91C-4844-B48B568DB0D1}"/>
          </ac:spMkLst>
        </pc:spChg>
        <pc:spChg chg="add mod">
          <ac:chgData name="Yim Pan Chui, Dr. (CSD)" userId="06f431c5-cc1a-4439-a61b-5f3af947c103" providerId="ADAL" clId="{E68241FB-093A-4AA2-B23B-62871F10BAA0}" dt="2024-03-22T08:08:50.542" v="1151" actId="1076"/>
          <ac:spMkLst>
            <pc:docMk/>
            <pc:sldMk cId="1671377025" sldId="331"/>
            <ac:spMk id="11" creationId="{3DE3528A-8105-DF11-5233-3574BC7907BC}"/>
          </ac:spMkLst>
        </pc:spChg>
        <pc:spChg chg="add mod">
          <ac:chgData name="Yim Pan Chui, Dr. (CSD)" userId="06f431c5-cc1a-4439-a61b-5f3af947c103" providerId="ADAL" clId="{E68241FB-093A-4AA2-B23B-62871F10BAA0}" dt="2024-03-22T08:08:50.542" v="1151" actId="1076"/>
          <ac:spMkLst>
            <pc:docMk/>
            <pc:sldMk cId="1671377025" sldId="331"/>
            <ac:spMk id="12" creationId="{CF41E7AC-9D0B-1A56-07F8-4BB2AAED917D}"/>
          </ac:spMkLst>
        </pc:spChg>
        <pc:spChg chg="add mod">
          <ac:chgData name="Yim Pan Chui, Dr. (CSD)" userId="06f431c5-cc1a-4439-a61b-5f3af947c103" providerId="ADAL" clId="{E68241FB-093A-4AA2-B23B-62871F10BAA0}" dt="2024-03-22T08:08:50.542" v="1151" actId="1076"/>
          <ac:spMkLst>
            <pc:docMk/>
            <pc:sldMk cId="1671377025" sldId="331"/>
            <ac:spMk id="13" creationId="{7333E136-F8F0-AEDF-373D-F429110A47B3}"/>
          </ac:spMkLst>
        </pc:spChg>
        <pc:spChg chg="mod">
          <ac:chgData name="Yim Pan Chui, Dr. (CSD)" userId="06f431c5-cc1a-4439-a61b-5f3af947c103" providerId="ADAL" clId="{E68241FB-093A-4AA2-B23B-62871F10BAA0}" dt="2024-03-22T05:45:34.646" v="214" actId="20577"/>
          <ac:spMkLst>
            <pc:docMk/>
            <pc:sldMk cId="1671377025" sldId="331"/>
            <ac:spMk id="71691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E68241FB-093A-4AA2-B23B-62871F10BAA0}" dt="2024-03-22T08:11:02.152" v="1174" actId="1038"/>
        <pc:sldMkLst>
          <pc:docMk/>
          <pc:sldMk cId="3905729016" sldId="332"/>
        </pc:sldMkLst>
        <pc:spChg chg="add mod">
          <ac:chgData name="Yim Pan Chui, Dr. (CSD)" userId="06f431c5-cc1a-4439-a61b-5f3af947c103" providerId="ADAL" clId="{E68241FB-093A-4AA2-B23B-62871F10BAA0}" dt="2024-03-22T08:11:02.152" v="1174" actId="1038"/>
          <ac:spMkLst>
            <pc:docMk/>
            <pc:sldMk cId="3905729016" sldId="332"/>
            <ac:spMk id="2" creationId="{4A44F6B6-F7A7-11FB-65BD-A304FF66517F}"/>
          </ac:spMkLst>
        </pc:spChg>
        <pc:spChg chg="add mod">
          <ac:chgData name="Yim Pan Chui, Dr. (CSD)" userId="06f431c5-cc1a-4439-a61b-5f3af947c103" providerId="ADAL" clId="{E68241FB-093A-4AA2-B23B-62871F10BAA0}" dt="2024-03-22T08:11:02.152" v="1174" actId="1038"/>
          <ac:spMkLst>
            <pc:docMk/>
            <pc:sldMk cId="3905729016" sldId="332"/>
            <ac:spMk id="3" creationId="{253A3E05-ECFF-6F66-D5C7-CFEF602F722D}"/>
          </ac:spMkLst>
        </pc:spChg>
        <pc:spChg chg="add mod">
          <ac:chgData name="Yim Pan Chui, Dr. (CSD)" userId="06f431c5-cc1a-4439-a61b-5f3af947c103" providerId="ADAL" clId="{E68241FB-093A-4AA2-B23B-62871F10BAA0}" dt="2024-03-22T08:11:02.152" v="1174" actId="1038"/>
          <ac:spMkLst>
            <pc:docMk/>
            <pc:sldMk cId="3905729016" sldId="332"/>
            <ac:spMk id="4" creationId="{0F329874-AF72-1F65-FCC3-469EF850B167}"/>
          </ac:spMkLst>
        </pc:spChg>
        <pc:spChg chg="add mod">
          <ac:chgData name="Yim Pan Chui, Dr. (CSD)" userId="06f431c5-cc1a-4439-a61b-5f3af947c103" providerId="ADAL" clId="{E68241FB-093A-4AA2-B23B-62871F10BAA0}" dt="2024-03-22T08:11:02.152" v="1174" actId="1038"/>
          <ac:spMkLst>
            <pc:docMk/>
            <pc:sldMk cId="3905729016" sldId="332"/>
            <ac:spMk id="7" creationId="{EA5F6F32-AC18-69A1-3339-C46CDC2BB83F}"/>
          </ac:spMkLst>
        </pc:spChg>
        <pc:spChg chg="add mod">
          <ac:chgData name="Yim Pan Chui, Dr. (CSD)" userId="06f431c5-cc1a-4439-a61b-5f3af947c103" providerId="ADAL" clId="{E68241FB-093A-4AA2-B23B-62871F10BAA0}" dt="2024-03-22T08:11:02.152" v="1174" actId="1038"/>
          <ac:spMkLst>
            <pc:docMk/>
            <pc:sldMk cId="3905729016" sldId="332"/>
            <ac:spMk id="8" creationId="{F27BC851-9196-284D-8491-DEC1B18E358B}"/>
          </ac:spMkLst>
        </pc:spChg>
        <pc:spChg chg="add mod">
          <ac:chgData name="Yim Pan Chui, Dr. (CSD)" userId="06f431c5-cc1a-4439-a61b-5f3af947c103" providerId="ADAL" clId="{E68241FB-093A-4AA2-B23B-62871F10BAA0}" dt="2024-03-22T08:11:02.152" v="1174" actId="1038"/>
          <ac:spMkLst>
            <pc:docMk/>
            <pc:sldMk cId="3905729016" sldId="332"/>
            <ac:spMk id="9" creationId="{657F2218-DAA5-2408-E3DA-23BBA98FDF82}"/>
          </ac:spMkLst>
        </pc:spChg>
        <pc:spChg chg="add del mod">
          <ac:chgData name="Yim Pan Chui, Dr. (CSD)" userId="06f431c5-cc1a-4439-a61b-5f3af947c103" providerId="ADAL" clId="{E68241FB-093A-4AA2-B23B-62871F10BAA0}" dt="2024-03-22T06:16:02.314" v="374" actId="478"/>
          <ac:spMkLst>
            <pc:docMk/>
            <pc:sldMk cId="3905729016" sldId="332"/>
            <ac:spMk id="10" creationId="{F746E2CA-625F-AC9C-7D1A-1BF7719608A4}"/>
          </ac:spMkLst>
        </pc:spChg>
        <pc:spChg chg="mod">
          <ac:chgData name="Yim Pan Chui, Dr. (CSD)" userId="06f431c5-cc1a-4439-a61b-5f3af947c103" providerId="ADAL" clId="{E68241FB-093A-4AA2-B23B-62871F10BAA0}" dt="2024-03-22T06:14:56.749" v="362" actId="27636"/>
          <ac:spMkLst>
            <pc:docMk/>
            <pc:sldMk cId="3905729016" sldId="332"/>
            <ac:spMk id="62467" creationId="{00000000-0000-0000-0000-000000000000}"/>
          </ac:spMkLst>
        </pc:spChg>
      </pc:sldChg>
      <pc:sldChg chg="addSp delSp modSp mod">
        <pc:chgData name="Yim Pan Chui, Dr. (CSD)" userId="06f431c5-cc1a-4439-a61b-5f3af947c103" providerId="ADAL" clId="{E68241FB-093A-4AA2-B23B-62871F10BAA0}" dt="2024-03-22T08:12:02.673" v="1190" actId="478"/>
        <pc:sldMkLst>
          <pc:docMk/>
          <pc:sldMk cId="2326475963" sldId="333"/>
        </pc:sldMkLst>
        <pc:spChg chg="add del mod">
          <ac:chgData name="Yim Pan Chui, Dr. (CSD)" userId="06f431c5-cc1a-4439-a61b-5f3af947c103" providerId="ADAL" clId="{E68241FB-093A-4AA2-B23B-62871F10BAA0}" dt="2024-03-22T05:50:16.971" v="331" actId="478"/>
          <ac:spMkLst>
            <pc:docMk/>
            <pc:sldMk cId="2326475963" sldId="333"/>
            <ac:spMk id="2" creationId="{507E4995-C1DC-4154-1182-BFA590B3ACA3}"/>
          </ac:spMkLst>
        </pc:spChg>
        <pc:spChg chg="add del mod">
          <ac:chgData name="Yim Pan Chui, Dr. (CSD)" userId="06f431c5-cc1a-4439-a61b-5f3af947c103" providerId="ADAL" clId="{E68241FB-093A-4AA2-B23B-62871F10BAA0}" dt="2024-03-22T05:50:25.896" v="333" actId="478"/>
          <ac:spMkLst>
            <pc:docMk/>
            <pc:sldMk cId="2326475963" sldId="333"/>
            <ac:spMk id="3" creationId="{7B37702C-E977-92A1-F01E-053F8442DD3E}"/>
          </ac:spMkLst>
        </pc:spChg>
        <pc:spChg chg="add del mod">
          <ac:chgData name="Yim Pan Chui, Dr. (CSD)" userId="06f431c5-cc1a-4439-a61b-5f3af947c103" providerId="ADAL" clId="{E68241FB-093A-4AA2-B23B-62871F10BAA0}" dt="2024-03-22T06:15:02.884" v="363" actId="21"/>
          <ac:spMkLst>
            <pc:docMk/>
            <pc:sldMk cId="2326475963" sldId="333"/>
            <ac:spMk id="4" creationId="{0F329874-AF72-1F65-FCC3-469EF850B167}"/>
          </ac:spMkLst>
        </pc:spChg>
        <pc:spChg chg="add del mod">
          <ac:chgData name="Yim Pan Chui, Dr. (CSD)" userId="06f431c5-cc1a-4439-a61b-5f3af947c103" providerId="ADAL" clId="{E68241FB-093A-4AA2-B23B-62871F10BAA0}" dt="2024-03-22T06:15:02.884" v="363" actId="21"/>
          <ac:spMkLst>
            <pc:docMk/>
            <pc:sldMk cId="2326475963" sldId="333"/>
            <ac:spMk id="6" creationId="{4A44F6B6-F7A7-11FB-65BD-A304FF66517F}"/>
          </ac:spMkLst>
        </pc:spChg>
        <pc:spChg chg="add del mod">
          <ac:chgData name="Yim Pan Chui, Dr. (CSD)" userId="06f431c5-cc1a-4439-a61b-5f3af947c103" providerId="ADAL" clId="{E68241FB-093A-4AA2-B23B-62871F10BAA0}" dt="2024-03-22T06:15:02.884" v="363" actId="21"/>
          <ac:spMkLst>
            <pc:docMk/>
            <pc:sldMk cId="2326475963" sldId="333"/>
            <ac:spMk id="7" creationId="{EA5F6F32-AC18-69A1-3339-C46CDC2BB83F}"/>
          </ac:spMkLst>
        </pc:spChg>
        <pc:spChg chg="add del mod">
          <ac:chgData name="Yim Pan Chui, Dr. (CSD)" userId="06f431c5-cc1a-4439-a61b-5f3af947c103" providerId="ADAL" clId="{E68241FB-093A-4AA2-B23B-62871F10BAA0}" dt="2024-03-22T05:50:24.146" v="332" actId="478"/>
          <ac:spMkLst>
            <pc:docMk/>
            <pc:sldMk cId="2326475963" sldId="333"/>
            <ac:spMk id="8" creationId="{0F3B1BC4-42B2-4487-8639-8ADF80EC8F72}"/>
          </ac:spMkLst>
        </pc:spChg>
        <pc:spChg chg="add del mod">
          <ac:chgData name="Yim Pan Chui, Dr. (CSD)" userId="06f431c5-cc1a-4439-a61b-5f3af947c103" providerId="ADAL" clId="{E68241FB-093A-4AA2-B23B-62871F10BAA0}" dt="2024-03-22T06:15:02.884" v="363" actId="21"/>
          <ac:spMkLst>
            <pc:docMk/>
            <pc:sldMk cId="2326475963" sldId="333"/>
            <ac:spMk id="9" creationId="{657F2218-DAA5-2408-E3DA-23BBA98FDF82}"/>
          </ac:spMkLst>
        </pc:spChg>
        <pc:spChg chg="add del mod">
          <ac:chgData name="Yim Pan Chui, Dr. (CSD)" userId="06f431c5-cc1a-4439-a61b-5f3af947c103" providerId="ADAL" clId="{E68241FB-093A-4AA2-B23B-62871F10BAA0}" dt="2024-03-22T06:15:02.884" v="363" actId="21"/>
          <ac:spMkLst>
            <pc:docMk/>
            <pc:sldMk cId="2326475963" sldId="333"/>
            <ac:spMk id="10" creationId="{F746E2CA-625F-AC9C-7D1A-1BF7719608A4}"/>
          </ac:spMkLst>
        </pc:spChg>
        <pc:spChg chg="add mod">
          <ac:chgData name="Yim Pan Chui, Dr. (CSD)" userId="06f431c5-cc1a-4439-a61b-5f3af947c103" providerId="ADAL" clId="{E68241FB-093A-4AA2-B23B-62871F10BAA0}" dt="2024-03-22T05:52:42.278" v="355" actId="20577"/>
          <ac:spMkLst>
            <pc:docMk/>
            <pc:sldMk cId="2326475963" sldId="333"/>
            <ac:spMk id="11" creationId="{DBE797E4-070E-E4E0-5538-40AC5BE970A2}"/>
          </ac:spMkLst>
        </pc:spChg>
        <pc:spChg chg="add del mod">
          <ac:chgData name="Yim Pan Chui, Dr. (CSD)" userId="06f431c5-cc1a-4439-a61b-5f3af947c103" providerId="ADAL" clId="{E68241FB-093A-4AA2-B23B-62871F10BAA0}" dt="2024-03-22T08:12:02.673" v="1190" actId="478"/>
          <ac:spMkLst>
            <pc:docMk/>
            <pc:sldMk cId="2326475963" sldId="333"/>
            <ac:spMk id="12" creationId="{EDB85D99-744A-A93E-4C2D-94B3E4B1FE9C}"/>
          </ac:spMkLst>
        </pc:spChg>
        <pc:spChg chg="add del mod">
          <ac:chgData name="Yim Pan Chui, Dr. (CSD)" userId="06f431c5-cc1a-4439-a61b-5f3af947c103" providerId="ADAL" clId="{E68241FB-093A-4AA2-B23B-62871F10BAA0}" dt="2024-03-22T08:12:02.673" v="1190" actId="478"/>
          <ac:spMkLst>
            <pc:docMk/>
            <pc:sldMk cId="2326475963" sldId="333"/>
            <ac:spMk id="13" creationId="{9EDC22E7-9E5F-AC45-C00C-76B1A3F02060}"/>
          </ac:spMkLst>
        </pc:spChg>
        <pc:spChg chg="add del mod">
          <ac:chgData name="Yim Pan Chui, Dr. (CSD)" userId="06f431c5-cc1a-4439-a61b-5f3af947c103" providerId="ADAL" clId="{E68241FB-093A-4AA2-B23B-62871F10BAA0}" dt="2024-03-22T08:12:02.673" v="1190" actId="478"/>
          <ac:spMkLst>
            <pc:docMk/>
            <pc:sldMk cId="2326475963" sldId="333"/>
            <ac:spMk id="14" creationId="{9D4D23F5-0B6A-F1EC-6509-4791482B4102}"/>
          </ac:spMkLst>
        </pc:spChg>
        <pc:spChg chg="add del mod">
          <ac:chgData name="Yim Pan Chui, Dr. (CSD)" userId="06f431c5-cc1a-4439-a61b-5f3af947c103" providerId="ADAL" clId="{E68241FB-093A-4AA2-B23B-62871F10BAA0}" dt="2024-03-22T08:12:02.673" v="1190" actId="478"/>
          <ac:spMkLst>
            <pc:docMk/>
            <pc:sldMk cId="2326475963" sldId="333"/>
            <ac:spMk id="15" creationId="{68E790A6-E01C-1DA7-1202-AF0EC30ADF99}"/>
          </ac:spMkLst>
        </pc:spChg>
        <pc:spChg chg="add del mod">
          <ac:chgData name="Yim Pan Chui, Dr. (CSD)" userId="06f431c5-cc1a-4439-a61b-5f3af947c103" providerId="ADAL" clId="{E68241FB-093A-4AA2-B23B-62871F10BAA0}" dt="2024-03-22T08:12:02.673" v="1190" actId="478"/>
          <ac:spMkLst>
            <pc:docMk/>
            <pc:sldMk cId="2326475963" sldId="333"/>
            <ac:spMk id="16" creationId="{349CCBB3-6006-2E4B-4260-84A191879B52}"/>
          </ac:spMkLst>
        </pc:spChg>
        <pc:spChg chg="add mod">
          <ac:chgData name="Yim Pan Chui, Dr. (CSD)" userId="06f431c5-cc1a-4439-a61b-5f3af947c103" providerId="ADAL" clId="{E68241FB-093A-4AA2-B23B-62871F10BAA0}" dt="2024-03-22T08:10:42.364" v="1167"/>
          <ac:spMkLst>
            <pc:docMk/>
            <pc:sldMk cId="2326475963" sldId="333"/>
            <ac:spMk id="17" creationId="{7FE2D57C-9662-17AC-6F3C-8832669F3EB0}"/>
          </ac:spMkLst>
        </pc:spChg>
        <pc:spChg chg="add mod">
          <ac:chgData name="Yim Pan Chui, Dr. (CSD)" userId="06f431c5-cc1a-4439-a61b-5f3af947c103" providerId="ADAL" clId="{E68241FB-093A-4AA2-B23B-62871F10BAA0}" dt="2024-03-22T08:10:42.364" v="1167"/>
          <ac:spMkLst>
            <pc:docMk/>
            <pc:sldMk cId="2326475963" sldId="333"/>
            <ac:spMk id="18" creationId="{F8BFC2FD-ACA0-D6B3-18E0-AF0D6A1DF49B}"/>
          </ac:spMkLst>
        </pc:spChg>
        <pc:spChg chg="add mod">
          <ac:chgData name="Yim Pan Chui, Dr. (CSD)" userId="06f431c5-cc1a-4439-a61b-5f3af947c103" providerId="ADAL" clId="{E68241FB-093A-4AA2-B23B-62871F10BAA0}" dt="2024-03-22T08:10:42.364" v="1167"/>
          <ac:spMkLst>
            <pc:docMk/>
            <pc:sldMk cId="2326475963" sldId="333"/>
            <ac:spMk id="19" creationId="{03A0B43F-3E56-28F5-7B6A-6824526F0BA1}"/>
          </ac:spMkLst>
        </pc:spChg>
        <pc:spChg chg="add mod">
          <ac:chgData name="Yim Pan Chui, Dr. (CSD)" userId="06f431c5-cc1a-4439-a61b-5f3af947c103" providerId="ADAL" clId="{E68241FB-093A-4AA2-B23B-62871F10BAA0}" dt="2024-03-22T08:10:42.364" v="1167"/>
          <ac:spMkLst>
            <pc:docMk/>
            <pc:sldMk cId="2326475963" sldId="333"/>
            <ac:spMk id="20" creationId="{ED249820-461A-7F36-7D10-FD6147E80680}"/>
          </ac:spMkLst>
        </pc:spChg>
        <pc:spChg chg="add mod">
          <ac:chgData name="Yim Pan Chui, Dr. (CSD)" userId="06f431c5-cc1a-4439-a61b-5f3af947c103" providerId="ADAL" clId="{E68241FB-093A-4AA2-B23B-62871F10BAA0}" dt="2024-03-22T08:10:42.364" v="1167"/>
          <ac:spMkLst>
            <pc:docMk/>
            <pc:sldMk cId="2326475963" sldId="333"/>
            <ac:spMk id="21" creationId="{5C9AF895-3741-0D7E-13A7-BD3D6817D71D}"/>
          </ac:spMkLst>
        </pc:spChg>
        <pc:spChg chg="add mod">
          <ac:chgData name="Yim Pan Chui, Dr. (CSD)" userId="06f431c5-cc1a-4439-a61b-5f3af947c103" providerId="ADAL" clId="{E68241FB-093A-4AA2-B23B-62871F10BAA0}" dt="2024-03-22T08:10:42.364" v="1167"/>
          <ac:spMkLst>
            <pc:docMk/>
            <pc:sldMk cId="2326475963" sldId="333"/>
            <ac:spMk id="22" creationId="{F375C5B3-D54D-A7EA-9737-D19F1DD07B12}"/>
          </ac:spMkLst>
        </pc:spChg>
        <pc:spChg chg="add mod">
          <ac:chgData name="Yim Pan Chui, Dr. (CSD)" userId="06f431c5-cc1a-4439-a61b-5f3af947c103" providerId="ADAL" clId="{E68241FB-093A-4AA2-B23B-62871F10BAA0}" dt="2024-03-22T08:11:05.221" v="1175"/>
          <ac:spMkLst>
            <pc:docMk/>
            <pc:sldMk cId="2326475963" sldId="333"/>
            <ac:spMk id="23" creationId="{14B15F3B-A897-815A-0B2C-FC5A15786E31}"/>
          </ac:spMkLst>
        </pc:spChg>
        <pc:spChg chg="add mod">
          <ac:chgData name="Yim Pan Chui, Dr. (CSD)" userId="06f431c5-cc1a-4439-a61b-5f3af947c103" providerId="ADAL" clId="{E68241FB-093A-4AA2-B23B-62871F10BAA0}" dt="2024-03-22T08:11:05.221" v="1175"/>
          <ac:spMkLst>
            <pc:docMk/>
            <pc:sldMk cId="2326475963" sldId="333"/>
            <ac:spMk id="24" creationId="{C5D8FDB8-5010-908F-8BEC-151FD3D0FCE5}"/>
          </ac:spMkLst>
        </pc:spChg>
        <pc:spChg chg="add mod">
          <ac:chgData name="Yim Pan Chui, Dr. (CSD)" userId="06f431c5-cc1a-4439-a61b-5f3af947c103" providerId="ADAL" clId="{E68241FB-093A-4AA2-B23B-62871F10BAA0}" dt="2024-03-22T08:11:05.221" v="1175"/>
          <ac:spMkLst>
            <pc:docMk/>
            <pc:sldMk cId="2326475963" sldId="333"/>
            <ac:spMk id="25" creationId="{EEB51195-EAEC-60BA-E4D8-AD206843E989}"/>
          </ac:spMkLst>
        </pc:spChg>
        <pc:spChg chg="add mod">
          <ac:chgData name="Yim Pan Chui, Dr. (CSD)" userId="06f431c5-cc1a-4439-a61b-5f3af947c103" providerId="ADAL" clId="{E68241FB-093A-4AA2-B23B-62871F10BAA0}" dt="2024-03-22T08:11:05.221" v="1175"/>
          <ac:spMkLst>
            <pc:docMk/>
            <pc:sldMk cId="2326475963" sldId="333"/>
            <ac:spMk id="26" creationId="{AE0DAD4E-D000-D7AB-E26A-019794205D93}"/>
          </ac:spMkLst>
        </pc:spChg>
        <pc:spChg chg="add mod">
          <ac:chgData name="Yim Pan Chui, Dr. (CSD)" userId="06f431c5-cc1a-4439-a61b-5f3af947c103" providerId="ADAL" clId="{E68241FB-093A-4AA2-B23B-62871F10BAA0}" dt="2024-03-22T08:11:05.221" v="1175"/>
          <ac:spMkLst>
            <pc:docMk/>
            <pc:sldMk cId="2326475963" sldId="333"/>
            <ac:spMk id="27" creationId="{63508BC0-DD03-C3A1-A0DC-F0C9C3C86497}"/>
          </ac:spMkLst>
        </pc:spChg>
        <pc:spChg chg="add mod">
          <ac:chgData name="Yim Pan Chui, Dr. (CSD)" userId="06f431c5-cc1a-4439-a61b-5f3af947c103" providerId="ADAL" clId="{E68241FB-093A-4AA2-B23B-62871F10BAA0}" dt="2024-03-22T08:11:05.221" v="1175"/>
          <ac:spMkLst>
            <pc:docMk/>
            <pc:sldMk cId="2326475963" sldId="333"/>
            <ac:spMk id="28" creationId="{40F9C7CD-21C1-F30A-9401-066ED97A75F4}"/>
          </ac:spMkLst>
        </pc:spChg>
        <pc:spChg chg="mod">
          <ac:chgData name="Yim Pan Chui, Dr. (CSD)" userId="06f431c5-cc1a-4439-a61b-5f3af947c103" providerId="ADAL" clId="{E68241FB-093A-4AA2-B23B-62871F10BAA0}" dt="2024-03-22T08:10:00.170" v="1163" actId="113"/>
          <ac:spMkLst>
            <pc:docMk/>
            <pc:sldMk cId="2326475963" sldId="333"/>
            <ac:spMk id="61443" creationId="{00000000-0000-0000-0000-000000000000}"/>
          </ac:spMkLst>
        </pc:spChg>
      </pc:sldChg>
      <pc:sldChg chg="modNotesTx">
        <pc:chgData name="Yim Pan Chui, Dr. (CSD)" userId="06f431c5-cc1a-4439-a61b-5f3af947c103" providerId="ADAL" clId="{E68241FB-093A-4AA2-B23B-62871F10BAA0}" dt="2024-03-22T05:33:31.635" v="166" actId="113"/>
        <pc:sldMkLst>
          <pc:docMk/>
          <pc:sldMk cId="2365092508" sldId="334"/>
        </pc:sldMkLst>
      </pc:sldChg>
      <pc:sldChg chg="addSp delSp modSp modAnim">
        <pc:chgData name="Yim Pan Chui, Dr. (CSD)" userId="06f431c5-cc1a-4439-a61b-5f3af947c103" providerId="ADAL" clId="{E68241FB-093A-4AA2-B23B-62871F10BAA0}" dt="2024-03-22T05:21:10.512" v="52" actId="404"/>
        <pc:sldMkLst>
          <pc:docMk/>
          <pc:sldMk cId="811715113" sldId="346"/>
        </pc:sldMkLst>
        <pc:spChg chg="add mod">
          <ac:chgData name="Yim Pan Chui, Dr. (CSD)" userId="06f431c5-cc1a-4439-a61b-5f3af947c103" providerId="ADAL" clId="{E68241FB-093A-4AA2-B23B-62871F10BAA0}" dt="2024-03-22T05:21:10.512" v="52" actId="404"/>
          <ac:spMkLst>
            <pc:docMk/>
            <pc:sldMk cId="811715113" sldId="346"/>
            <ac:spMk id="2" creationId="{4D8D4D57-88CC-A508-D01F-7F45884E1287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3" creationId="{F6E1A604-0A56-9A67-EB19-2AD42AA108B7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5" creationId="{652D1676-42B5-AF8E-F74B-3C2ADB5785BD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6" creationId="{B57717C2-48AC-9D2B-A4BD-B38FEFAA5CFE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7" creationId="{0A979401-3315-DF1B-72D4-E403C7C99993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8" creationId="{20AE7D9B-3ED6-9A16-00AC-20CC6203E952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9" creationId="{B548ECB3-891D-844E-4652-E9AD5FBEEA7F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10" creationId="{6968EB01-282B-14B9-00B3-CC1D070301F4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11" creationId="{CFA533CB-4E45-252B-CB4F-243E39E31A0C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12" creationId="{7020AC3D-6F61-B9C9-C6CC-EBD5456838FE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14" creationId="{D615D5E9-00F8-902D-515F-D90D3EF6BE85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15" creationId="{50B17A9A-9C29-08E4-FA62-7B5A6B8352C7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16" creationId="{1C0BF7AA-8688-557A-F49D-B621A5A13734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17" creationId="{71FB5F03-6210-ECFF-8ED3-84149D6FBB27}"/>
          </ac:spMkLst>
        </pc:spChg>
        <pc:spChg chg="add mod">
          <ac:chgData name="Yim Pan Chui, Dr. (CSD)" userId="06f431c5-cc1a-4439-a61b-5f3af947c103" providerId="ADAL" clId="{E68241FB-093A-4AA2-B23B-62871F10BAA0}" dt="2024-03-22T05:21:01.133" v="50" actId="207"/>
          <ac:spMkLst>
            <pc:docMk/>
            <pc:sldMk cId="811715113" sldId="346"/>
            <ac:spMk id="18" creationId="{627ADE0C-A81F-BDE1-77FC-08968C3E3194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19" creationId="{781CBDE7-4429-1C6C-9A50-FF8F381D34A0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0" creationId="{3598194B-7556-4049-542D-5524D5022D24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1" creationId="{F9F69FCD-49F6-D5D6-B4D0-0487F824AE8D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2" creationId="{1F079F7B-3B25-0A77-7292-EFBCCA792CA7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3" creationId="{F1EF4297-E69A-1620-7EAB-1ACD75AA0E63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4" creationId="{967CE679-F0C9-BAD4-4182-638C42DF8133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5" creationId="{BA0F89B3-6E81-CD00-FC1B-760136910706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6" creationId="{D7553901-95C5-56AF-A098-11C3B05CE6D6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7" creationId="{D3C54602-5777-7B8D-4166-0FA82077E537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8" creationId="{968AF102-5462-132C-193F-0F641FE7A867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29" creationId="{71287D5B-8918-A807-C71E-F6650747CEA6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30" creationId="{31D45937-66E2-B765-DC33-AC8B3EC67CCB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31" creationId="{15AE7D68-C3A1-E49B-50E8-3D8B50AED4D2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32" creationId="{3A3FBF6D-FF5F-F528-029F-60F12A77FD15}"/>
          </ac:spMkLst>
        </pc:spChg>
        <pc:spChg chg="add mod">
          <ac:chgData name="Yim Pan Chui, Dr. (CSD)" userId="06f431c5-cc1a-4439-a61b-5f3af947c103" providerId="ADAL" clId="{E68241FB-093A-4AA2-B23B-62871F10BAA0}" dt="2024-03-22T05:20:35.571" v="45"/>
          <ac:spMkLst>
            <pc:docMk/>
            <pc:sldMk cId="811715113" sldId="346"/>
            <ac:spMk id="33" creationId="{FEB83546-62AD-5D2D-F7B3-D937B900DB9F}"/>
          </ac:spMkLst>
        </pc:spChg>
        <pc:spChg chg="del mod">
          <ac:chgData name="Yim Pan Chui, Dr. (CSD)" userId="06f431c5-cc1a-4439-a61b-5f3af947c103" providerId="ADAL" clId="{E68241FB-093A-4AA2-B23B-62871F10BAA0}" dt="2024-03-22T05:21:06.435" v="51" actId="478"/>
          <ac:spMkLst>
            <pc:docMk/>
            <pc:sldMk cId="811715113" sldId="346"/>
            <ac:spMk id="51294" creationId="{00000000-0000-0000-0000-000000000000}"/>
          </ac:spMkLst>
        </pc:spChg>
        <pc:spChg chg="del mod">
          <ac:chgData name="Yim Pan Chui, Dr. (CSD)" userId="06f431c5-cc1a-4439-a61b-5f3af947c103" providerId="ADAL" clId="{E68241FB-093A-4AA2-B23B-62871F10BAA0}" dt="2024-03-22T05:21:06.435" v="51" actId="478"/>
          <ac:spMkLst>
            <pc:docMk/>
            <pc:sldMk cId="811715113" sldId="346"/>
            <ac:spMk id="51295" creationId="{00000000-0000-0000-0000-000000000000}"/>
          </ac:spMkLst>
        </pc:spChg>
        <pc:spChg chg="del mod">
          <ac:chgData name="Yim Pan Chui, Dr. (CSD)" userId="06f431c5-cc1a-4439-a61b-5f3af947c103" providerId="ADAL" clId="{E68241FB-093A-4AA2-B23B-62871F10BAA0}" dt="2024-03-22T05:21:06.435" v="51" actId="478"/>
          <ac:spMkLst>
            <pc:docMk/>
            <pc:sldMk cId="811715113" sldId="346"/>
            <ac:spMk id="51296" creationId="{00000000-0000-0000-0000-000000000000}"/>
          </ac:spMkLst>
        </pc:spChg>
        <pc:spChg chg="del mod">
          <ac:chgData name="Yim Pan Chui, Dr. (CSD)" userId="06f431c5-cc1a-4439-a61b-5f3af947c103" providerId="ADAL" clId="{E68241FB-093A-4AA2-B23B-62871F10BAA0}" dt="2024-03-22T05:21:06.435" v="51" actId="478"/>
          <ac:spMkLst>
            <pc:docMk/>
            <pc:sldMk cId="811715113" sldId="346"/>
            <ac:spMk id="51297" creationId="{00000000-0000-0000-0000-000000000000}"/>
          </ac:spMkLst>
        </pc:spChg>
        <pc:spChg chg="del mod">
          <ac:chgData name="Yim Pan Chui, Dr. (CSD)" userId="06f431c5-cc1a-4439-a61b-5f3af947c103" providerId="ADAL" clId="{E68241FB-093A-4AA2-B23B-62871F10BAA0}" dt="2024-03-22T05:21:06.435" v="51" actId="478"/>
          <ac:spMkLst>
            <pc:docMk/>
            <pc:sldMk cId="811715113" sldId="346"/>
            <ac:spMk id="51298" creationId="{00000000-0000-0000-0000-000000000000}"/>
          </ac:spMkLst>
        </pc:spChg>
        <pc:graphicFrameChg chg="del mod">
          <ac:chgData name="Yim Pan Chui, Dr. (CSD)" userId="06f431c5-cc1a-4439-a61b-5f3af947c103" providerId="ADAL" clId="{E68241FB-093A-4AA2-B23B-62871F10BAA0}" dt="2024-03-22T05:21:06.435" v="51" actId="478"/>
          <ac:graphicFrameMkLst>
            <pc:docMk/>
            <pc:sldMk cId="811715113" sldId="346"/>
            <ac:graphicFrameMk id="51292" creationId="{00000000-0000-0000-0000-000000000000}"/>
          </ac:graphicFrameMkLst>
        </pc:graphicFrameChg>
        <pc:graphicFrameChg chg="del mod">
          <ac:chgData name="Yim Pan Chui, Dr. (CSD)" userId="06f431c5-cc1a-4439-a61b-5f3af947c103" providerId="ADAL" clId="{E68241FB-093A-4AA2-B23B-62871F10BAA0}" dt="2024-03-22T05:21:06.435" v="51" actId="478"/>
          <ac:graphicFrameMkLst>
            <pc:docMk/>
            <pc:sldMk cId="811715113" sldId="346"/>
            <ac:graphicFrameMk id="51304" creationId="{00000000-0000-0000-0000-000000000000}"/>
          </ac:graphicFrameMkLst>
        </pc:graphicFrameChg>
      </pc:sldChg>
      <pc:sldChg chg="modSp mod">
        <pc:chgData name="Yim Pan Chui, Dr. (CSD)" userId="06f431c5-cc1a-4439-a61b-5f3af947c103" providerId="ADAL" clId="{E68241FB-093A-4AA2-B23B-62871F10BAA0}" dt="2024-03-22T05:19:56.766" v="43" actId="13926"/>
        <pc:sldMkLst>
          <pc:docMk/>
          <pc:sldMk cId="3114397456" sldId="347"/>
        </pc:sldMkLst>
        <pc:spChg chg="mod">
          <ac:chgData name="Yim Pan Chui, Dr. (CSD)" userId="06f431c5-cc1a-4439-a61b-5f3af947c103" providerId="ADAL" clId="{E68241FB-093A-4AA2-B23B-62871F10BAA0}" dt="2024-03-22T05:19:56.766" v="43" actId="13926"/>
          <ac:spMkLst>
            <pc:docMk/>
            <pc:sldMk cId="3114397456" sldId="347"/>
            <ac:spMk id="4" creationId="{0F90D5D4-571E-CF4B-A5C6-77485D9E890E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16:21.461" v="32" actId="13926"/>
        <pc:sldMkLst>
          <pc:docMk/>
          <pc:sldMk cId="3805787016" sldId="349"/>
        </pc:sldMkLst>
        <pc:spChg chg="mod">
          <ac:chgData name="Yim Pan Chui, Dr. (CSD)" userId="06f431c5-cc1a-4439-a61b-5f3af947c103" providerId="ADAL" clId="{E68241FB-093A-4AA2-B23B-62871F10BAA0}" dt="2024-03-22T05:16:21.461" v="32" actId="13926"/>
          <ac:spMkLst>
            <pc:docMk/>
            <pc:sldMk cId="3805787016" sldId="349"/>
            <ac:spMk id="46147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16:00.744" v="30" actId="13926"/>
        <pc:sldMkLst>
          <pc:docMk/>
          <pc:sldMk cId="1296859988" sldId="350"/>
        </pc:sldMkLst>
        <pc:spChg chg="mod">
          <ac:chgData name="Yim Pan Chui, Dr. (CSD)" userId="06f431c5-cc1a-4439-a61b-5f3af947c103" providerId="ADAL" clId="{E68241FB-093A-4AA2-B23B-62871F10BAA0}" dt="2024-03-22T05:16:00.744" v="30" actId="13926"/>
          <ac:spMkLst>
            <pc:docMk/>
            <pc:sldMk cId="1296859988" sldId="350"/>
            <ac:spMk id="44035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55.776" v="29" actId="1076"/>
          <ac:spMkLst>
            <pc:docMk/>
            <pc:sldMk cId="1296859988" sldId="350"/>
            <ac:spMk id="44038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67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0:06.958" v="16" actId="207"/>
          <ac:spMkLst>
            <pc:docMk/>
            <pc:sldMk cId="1296859988" sldId="350"/>
            <ac:spMk id="44168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0:12.633" v="17" actId="207"/>
          <ac:spMkLst>
            <pc:docMk/>
            <pc:sldMk cId="1296859988" sldId="350"/>
            <ac:spMk id="44169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0:29.376" v="18" actId="207"/>
          <ac:spMkLst>
            <pc:docMk/>
            <pc:sldMk cId="1296859988" sldId="350"/>
            <ac:spMk id="44170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72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73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74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75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76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77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78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79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180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51.714" v="28" actId="207"/>
          <ac:spMkLst>
            <pc:docMk/>
            <pc:sldMk cId="1296859988" sldId="350"/>
            <ac:spMk id="44181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82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83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84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85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86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87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88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89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11.713" v="23" actId="207"/>
          <ac:spMkLst>
            <pc:docMk/>
            <pc:sldMk cId="1296859988" sldId="350"/>
            <ac:spMk id="44190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30.291" v="25" actId="207"/>
          <ac:spMkLst>
            <pc:docMk/>
            <pc:sldMk cId="1296859988" sldId="350"/>
            <ac:spMk id="44191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42.194" v="27" actId="207"/>
          <ac:spMkLst>
            <pc:docMk/>
            <pc:sldMk cId="1296859988" sldId="350"/>
            <ac:spMk id="44192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42.194" v="27" actId="207"/>
          <ac:spMkLst>
            <pc:docMk/>
            <pc:sldMk cId="1296859988" sldId="350"/>
            <ac:spMk id="44193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42.194" v="27" actId="207"/>
          <ac:spMkLst>
            <pc:docMk/>
            <pc:sldMk cId="1296859988" sldId="350"/>
            <ac:spMk id="44194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3:59.248" v="22" actId="207"/>
          <ac:spMkLst>
            <pc:docMk/>
            <pc:sldMk cId="1296859988" sldId="350"/>
            <ac:spMk id="44203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14:35.034" v="26" actId="207"/>
          <ac:spMkLst>
            <pc:docMk/>
            <pc:sldMk cId="1296859988" sldId="350"/>
            <ac:spMk id="44204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09:29.251" v="14" actId="13926"/>
        <pc:sldMkLst>
          <pc:docMk/>
          <pc:sldMk cId="4039276895" sldId="351"/>
        </pc:sldMkLst>
        <pc:spChg chg="mod">
          <ac:chgData name="Yim Pan Chui, Dr. (CSD)" userId="06f431c5-cc1a-4439-a61b-5f3af947c103" providerId="ADAL" clId="{E68241FB-093A-4AA2-B23B-62871F10BAA0}" dt="2024-03-22T05:09:29.251" v="14" actId="13926"/>
          <ac:spMkLst>
            <pc:docMk/>
            <pc:sldMk cId="4039276895" sldId="351"/>
            <ac:spMk id="91139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09:25.143" v="13" actId="13926"/>
          <ac:spMkLst>
            <pc:docMk/>
            <pc:sldMk cId="4039276895" sldId="351"/>
            <ac:spMk id="91140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5:09:10.202" v="12" actId="13926"/>
        <pc:sldMkLst>
          <pc:docMk/>
          <pc:sldMk cId="3602538144" sldId="352"/>
        </pc:sldMkLst>
        <pc:spChg chg="mod">
          <ac:chgData name="Yim Pan Chui, Dr. (CSD)" userId="06f431c5-cc1a-4439-a61b-5f3af947c103" providerId="ADAL" clId="{E68241FB-093A-4AA2-B23B-62871F10BAA0}" dt="2024-03-22T05:09:07.677" v="11" actId="13926"/>
          <ac:spMkLst>
            <pc:docMk/>
            <pc:sldMk cId="3602538144" sldId="352"/>
            <ac:spMk id="31747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09:10.202" v="12" actId="13926"/>
          <ac:spMkLst>
            <pc:docMk/>
            <pc:sldMk cId="3602538144" sldId="352"/>
            <ac:spMk id="31750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5:07:29.983" v="0" actId="207"/>
          <ac:spMkLst>
            <pc:docMk/>
            <pc:sldMk cId="3602538144" sldId="352"/>
            <ac:spMk id="31751" creationId="{00000000-0000-0000-0000-000000000000}"/>
          </ac:spMkLst>
        </pc:spChg>
      </pc:sldChg>
      <pc:sldChg chg="modSp mod">
        <pc:chgData name="Yim Pan Chui, Dr. (CSD)" userId="06f431c5-cc1a-4439-a61b-5f3af947c103" providerId="ADAL" clId="{E68241FB-093A-4AA2-B23B-62871F10BAA0}" dt="2024-03-22T08:05:00.618" v="1108" actId="13926"/>
        <pc:sldMkLst>
          <pc:docMk/>
          <pc:sldMk cId="2845555551" sldId="355"/>
        </pc:sldMkLst>
        <pc:spChg chg="mod">
          <ac:chgData name="Yim Pan Chui, Dr. (CSD)" userId="06f431c5-cc1a-4439-a61b-5f3af947c103" providerId="ADAL" clId="{E68241FB-093A-4AA2-B23B-62871F10BAA0}" dt="2024-03-22T08:04:32.183" v="1105" actId="13926"/>
          <ac:spMkLst>
            <pc:docMk/>
            <pc:sldMk cId="2845555551" sldId="355"/>
            <ac:spMk id="57347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8:05:00.618" v="1108" actId="13926"/>
          <ac:spMkLst>
            <pc:docMk/>
            <pc:sldMk cId="2845555551" sldId="355"/>
            <ac:spMk id="57349" creationId="{00000000-0000-0000-0000-000000000000}"/>
          </ac:spMkLst>
        </pc:spChg>
      </pc:sldChg>
      <pc:sldChg chg="addSp modSp mod">
        <pc:chgData name="Yim Pan Chui, Dr. (CSD)" userId="06f431c5-cc1a-4439-a61b-5f3af947c103" providerId="ADAL" clId="{E68241FB-093A-4AA2-B23B-62871F10BAA0}" dt="2024-03-22T08:01:22.831" v="1093" actId="13926"/>
        <pc:sldMkLst>
          <pc:docMk/>
          <pc:sldMk cId="1169990127" sldId="356"/>
        </pc:sldMkLst>
        <pc:spChg chg="add mod">
          <ac:chgData name="Yim Pan Chui, Dr. (CSD)" userId="06f431c5-cc1a-4439-a61b-5f3af947c103" providerId="ADAL" clId="{E68241FB-093A-4AA2-B23B-62871F10BAA0}" dt="2024-03-22T08:00:07.868" v="1083" actId="13926"/>
          <ac:spMkLst>
            <pc:docMk/>
            <pc:sldMk cId="1169990127" sldId="356"/>
            <ac:spMk id="3" creationId="{4567193F-7C33-05C5-08CD-550398698D88}"/>
          </ac:spMkLst>
        </pc:spChg>
        <pc:spChg chg="mod">
          <ac:chgData name="Yim Pan Chui, Dr. (CSD)" userId="06f431c5-cc1a-4439-a61b-5f3af947c103" providerId="ADAL" clId="{E68241FB-093A-4AA2-B23B-62871F10BAA0}" dt="2024-03-22T08:01:07.190" v="1091" actId="13926"/>
          <ac:spMkLst>
            <pc:docMk/>
            <pc:sldMk cId="1169990127" sldId="356"/>
            <ac:spMk id="56392" creationId="{00000000-0000-0000-0000-000000000000}"/>
          </ac:spMkLst>
        </pc:spChg>
        <pc:graphicFrameChg chg="modGraphic">
          <ac:chgData name="Yim Pan Chui, Dr. (CSD)" userId="06f431c5-cc1a-4439-a61b-5f3af947c103" providerId="ADAL" clId="{E68241FB-093A-4AA2-B23B-62871F10BAA0}" dt="2024-03-22T08:01:22.831" v="1093" actId="13926"/>
          <ac:graphicFrameMkLst>
            <pc:docMk/>
            <pc:sldMk cId="1169990127" sldId="356"/>
            <ac:graphicFrameMk id="56391" creationId="{00000000-0000-0000-0000-000000000000}"/>
          </ac:graphicFrameMkLst>
        </pc:graphicFrameChg>
      </pc:sldChg>
      <pc:sldChg chg="addSp delSp modSp mod">
        <pc:chgData name="Yim Pan Chui, Dr. (CSD)" userId="06f431c5-cc1a-4439-a61b-5f3af947c103" providerId="ADAL" clId="{E68241FB-093A-4AA2-B23B-62871F10BAA0}" dt="2024-03-22T08:02:56.372" v="1100" actId="1036"/>
        <pc:sldMkLst>
          <pc:docMk/>
          <pc:sldMk cId="1519028957" sldId="357"/>
        </pc:sldMkLst>
        <pc:spChg chg="add del mod">
          <ac:chgData name="Yim Pan Chui, Dr. (CSD)" userId="06f431c5-cc1a-4439-a61b-5f3af947c103" providerId="ADAL" clId="{E68241FB-093A-4AA2-B23B-62871F10BAA0}" dt="2024-03-22T07:13:43.338" v="656" actId="478"/>
          <ac:spMkLst>
            <pc:docMk/>
            <pc:sldMk cId="1519028957" sldId="357"/>
            <ac:spMk id="4" creationId="{FCD0D3BF-F851-F7AB-FB43-9B8F774DFDAE}"/>
          </ac:spMkLst>
        </pc:spChg>
        <pc:spChg chg="add mod">
          <ac:chgData name="Yim Pan Chui, Dr. (CSD)" userId="06f431c5-cc1a-4439-a61b-5f3af947c103" providerId="ADAL" clId="{E68241FB-093A-4AA2-B23B-62871F10BAA0}" dt="2024-03-22T08:02:56.372" v="1100" actId="1036"/>
          <ac:spMkLst>
            <pc:docMk/>
            <pc:sldMk cId="1519028957" sldId="357"/>
            <ac:spMk id="7" creationId="{A609D0D0-E84F-5EE8-76AC-47F81FEEB3B3}"/>
          </ac:spMkLst>
        </pc:spChg>
        <pc:spChg chg="add mod">
          <ac:chgData name="Yim Pan Chui, Dr. (CSD)" userId="06f431c5-cc1a-4439-a61b-5f3af947c103" providerId="ADAL" clId="{E68241FB-093A-4AA2-B23B-62871F10BAA0}" dt="2024-03-22T08:02:56.372" v="1100" actId="1036"/>
          <ac:spMkLst>
            <pc:docMk/>
            <pc:sldMk cId="1519028957" sldId="357"/>
            <ac:spMk id="8" creationId="{A443B2FD-C687-1D78-61A1-A154D4D11457}"/>
          </ac:spMkLst>
        </pc:spChg>
        <pc:spChg chg="add del mod">
          <ac:chgData name="Yim Pan Chui, Dr. (CSD)" userId="06f431c5-cc1a-4439-a61b-5f3af947c103" providerId="ADAL" clId="{E68241FB-093A-4AA2-B23B-62871F10BAA0}" dt="2024-03-22T07:56:02.527" v="1053" actId="478"/>
          <ac:spMkLst>
            <pc:docMk/>
            <pc:sldMk cId="1519028957" sldId="357"/>
            <ac:spMk id="9" creationId="{5D58EC17-7783-0AD8-F2E9-FCD498E62A9C}"/>
          </ac:spMkLst>
        </pc:spChg>
        <pc:spChg chg="add mod">
          <ac:chgData name="Yim Pan Chui, Dr. (CSD)" userId="06f431c5-cc1a-4439-a61b-5f3af947c103" providerId="ADAL" clId="{E68241FB-093A-4AA2-B23B-62871F10BAA0}" dt="2024-03-22T08:02:56.372" v="1100" actId="1036"/>
          <ac:spMkLst>
            <pc:docMk/>
            <pc:sldMk cId="1519028957" sldId="357"/>
            <ac:spMk id="10" creationId="{11A90BFA-4EE0-0EE3-13FD-CB2A0DF2E7AD}"/>
          </ac:spMkLst>
        </pc:spChg>
        <pc:spChg chg="add mod ord">
          <ac:chgData name="Yim Pan Chui, Dr. (CSD)" userId="06f431c5-cc1a-4439-a61b-5f3af947c103" providerId="ADAL" clId="{E68241FB-093A-4AA2-B23B-62871F10BAA0}" dt="2024-03-22T08:02:56.372" v="1100" actId="1036"/>
          <ac:spMkLst>
            <pc:docMk/>
            <pc:sldMk cId="1519028957" sldId="357"/>
            <ac:spMk id="11" creationId="{AEC1D4B0-C3F3-4826-3136-8E83ECBE7691}"/>
          </ac:spMkLst>
        </pc:spChg>
        <pc:spChg chg="mod">
          <ac:chgData name="Yim Pan Chui, Dr. (CSD)" userId="06f431c5-cc1a-4439-a61b-5f3af947c103" providerId="ADAL" clId="{E68241FB-093A-4AA2-B23B-62871F10BAA0}" dt="2024-03-22T08:02:56.372" v="1100" actId="1036"/>
          <ac:spMkLst>
            <pc:docMk/>
            <pc:sldMk cId="1519028957" sldId="357"/>
            <ac:spMk id="67587" creationId="{00000000-0000-0000-0000-000000000000}"/>
          </ac:spMkLst>
        </pc:spChg>
        <pc:graphicFrameChg chg="mod modGraphic">
          <ac:chgData name="Yim Pan Chui, Dr. (CSD)" userId="06f431c5-cc1a-4439-a61b-5f3af947c103" providerId="ADAL" clId="{E68241FB-093A-4AA2-B23B-62871F10BAA0}" dt="2024-03-22T08:02:56.372" v="1100" actId="1036"/>
          <ac:graphicFrameMkLst>
            <pc:docMk/>
            <pc:sldMk cId="1519028957" sldId="357"/>
            <ac:graphicFrameMk id="2" creationId="{A86B22B3-30D2-020D-5148-F346A44E8E7C}"/>
          </ac:graphicFrameMkLst>
        </pc:graphicFrameChg>
      </pc:sldChg>
      <pc:sldChg chg="modSp mod">
        <pc:chgData name="Yim Pan Chui, Dr. (CSD)" userId="06f431c5-cc1a-4439-a61b-5f3af947c103" providerId="ADAL" clId="{E68241FB-093A-4AA2-B23B-62871F10BAA0}" dt="2024-03-22T07:50:45.661" v="1010" actId="1035"/>
        <pc:sldMkLst>
          <pc:docMk/>
          <pc:sldMk cId="2914930468" sldId="358"/>
        </pc:sldMkLst>
        <pc:spChg chg="mod">
          <ac:chgData name="Yim Pan Chui, Dr. (CSD)" userId="06f431c5-cc1a-4439-a61b-5f3af947c103" providerId="ADAL" clId="{E68241FB-093A-4AA2-B23B-62871F10BAA0}" dt="2024-03-22T07:50:28.581" v="1006" actId="207"/>
          <ac:spMkLst>
            <pc:docMk/>
            <pc:sldMk cId="2914930468" sldId="358"/>
            <ac:spMk id="68612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7:49:46.571" v="1003" actId="207"/>
          <ac:spMkLst>
            <pc:docMk/>
            <pc:sldMk cId="2914930468" sldId="358"/>
            <ac:spMk id="68614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7:49:52.027" v="1004" actId="207"/>
          <ac:spMkLst>
            <pc:docMk/>
            <pc:sldMk cId="2914930468" sldId="358"/>
            <ac:spMk id="68621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7:49:55.675" v="1005" actId="207"/>
          <ac:spMkLst>
            <pc:docMk/>
            <pc:sldMk cId="2914930468" sldId="358"/>
            <ac:spMk id="68626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7:50:45.661" v="1010" actId="1035"/>
          <ac:spMkLst>
            <pc:docMk/>
            <pc:sldMk cId="2914930468" sldId="358"/>
            <ac:spMk id="68692" creationId="{00000000-0000-0000-0000-000000000000}"/>
          </ac:spMkLst>
        </pc:spChg>
        <pc:graphicFrameChg chg="modGraphic">
          <ac:chgData name="Yim Pan Chui, Dr. (CSD)" userId="06f431c5-cc1a-4439-a61b-5f3af947c103" providerId="ADAL" clId="{E68241FB-093A-4AA2-B23B-62871F10BAA0}" dt="2024-03-22T07:49:34.501" v="1002" actId="13926"/>
          <ac:graphicFrameMkLst>
            <pc:docMk/>
            <pc:sldMk cId="2914930468" sldId="358"/>
            <ac:graphicFrameMk id="68689" creationId="{00000000-0000-0000-0000-000000000000}"/>
          </ac:graphicFrameMkLst>
        </pc:graphicFrameChg>
      </pc:sldChg>
      <pc:sldChg chg="addSp delSp modSp mod">
        <pc:chgData name="Yim Pan Chui, Dr. (CSD)" userId="06f431c5-cc1a-4439-a61b-5f3af947c103" providerId="ADAL" clId="{E68241FB-093A-4AA2-B23B-62871F10BAA0}" dt="2024-03-22T07:44:56.613" v="972" actId="113"/>
        <pc:sldMkLst>
          <pc:docMk/>
          <pc:sldMk cId="3588621455" sldId="359"/>
        </pc:sldMkLst>
        <pc:spChg chg="add mod">
          <ac:chgData name="Yim Pan Chui, Dr. (CSD)" userId="06f431c5-cc1a-4439-a61b-5f3af947c103" providerId="ADAL" clId="{E68241FB-093A-4AA2-B23B-62871F10BAA0}" dt="2024-03-22T07:39:42.463" v="896" actId="1036"/>
          <ac:spMkLst>
            <pc:docMk/>
            <pc:sldMk cId="3588621455" sldId="359"/>
            <ac:spMk id="2" creationId="{79A04542-55E9-1CF0-F9F9-1EDF054D2548}"/>
          </ac:spMkLst>
        </pc:spChg>
        <pc:spChg chg="add mod">
          <ac:chgData name="Yim Pan Chui, Dr. (CSD)" userId="06f431c5-cc1a-4439-a61b-5f3af947c103" providerId="ADAL" clId="{E68241FB-093A-4AA2-B23B-62871F10BAA0}" dt="2024-03-22T07:39:33.174" v="889" actId="1036"/>
          <ac:spMkLst>
            <pc:docMk/>
            <pc:sldMk cId="3588621455" sldId="359"/>
            <ac:spMk id="3" creationId="{9577DB7E-394E-A491-F558-15F367E285C6}"/>
          </ac:spMkLst>
        </pc:spChg>
        <pc:spChg chg="add mod">
          <ac:chgData name="Yim Pan Chui, Dr. (CSD)" userId="06f431c5-cc1a-4439-a61b-5f3af947c103" providerId="ADAL" clId="{E68241FB-093A-4AA2-B23B-62871F10BAA0}" dt="2024-03-22T07:42:56.141" v="956" actId="1036"/>
          <ac:spMkLst>
            <pc:docMk/>
            <pc:sldMk cId="3588621455" sldId="359"/>
            <ac:spMk id="4" creationId="{5E40D695-623B-667A-5B4C-C4696E11A457}"/>
          </ac:spMkLst>
        </pc:spChg>
        <pc:spChg chg="add mod">
          <ac:chgData name="Yim Pan Chui, Dr. (CSD)" userId="06f431c5-cc1a-4439-a61b-5f3af947c103" providerId="ADAL" clId="{E68241FB-093A-4AA2-B23B-62871F10BAA0}" dt="2024-03-22T07:43:04.072" v="958" actId="1036"/>
          <ac:spMkLst>
            <pc:docMk/>
            <pc:sldMk cId="3588621455" sldId="359"/>
            <ac:spMk id="5" creationId="{871A995C-5E8C-CB21-2F1F-A16A266C438A}"/>
          </ac:spMkLst>
        </pc:spChg>
        <pc:spChg chg="add mod">
          <ac:chgData name="Yim Pan Chui, Dr. (CSD)" userId="06f431c5-cc1a-4439-a61b-5f3af947c103" providerId="ADAL" clId="{E68241FB-093A-4AA2-B23B-62871F10BAA0}" dt="2024-03-22T07:44:56.613" v="972" actId="113"/>
          <ac:spMkLst>
            <pc:docMk/>
            <pc:sldMk cId="3588621455" sldId="359"/>
            <ac:spMk id="6" creationId="{B37BD34A-591A-5806-9F56-DEA6CCF27ED9}"/>
          </ac:spMkLst>
        </pc:spChg>
        <pc:spChg chg="add mod">
          <ac:chgData name="Yim Pan Chui, Dr. (CSD)" userId="06f431c5-cc1a-4439-a61b-5f3af947c103" providerId="ADAL" clId="{E68241FB-093A-4AA2-B23B-62871F10BAA0}" dt="2024-03-22T07:39:27.716" v="884" actId="1036"/>
          <ac:spMkLst>
            <pc:docMk/>
            <pc:sldMk cId="3588621455" sldId="359"/>
            <ac:spMk id="7" creationId="{A4D48D28-2572-148A-9CDD-A75C10CBF1BD}"/>
          </ac:spMkLst>
        </pc:spChg>
        <pc:spChg chg="add mod">
          <ac:chgData name="Yim Pan Chui, Dr. (CSD)" userId="06f431c5-cc1a-4439-a61b-5f3af947c103" providerId="ADAL" clId="{E68241FB-093A-4AA2-B23B-62871F10BAA0}" dt="2024-03-22T07:43:00.791" v="957" actId="1036"/>
          <ac:spMkLst>
            <pc:docMk/>
            <pc:sldMk cId="3588621455" sldId="359"/>
            <ac:spMk id="8" creationId="{F6C2DE33-FA5C-8C99-3E02-20F15B072DB2}"/>
          </ac:spMkLst>
        </pc:spChg>
        <pc:spChg chg="add mod">
          <ac:chgData name="Yim Pan Chui, Dr. (CSD)" userId="06f431c5-cc1a-4439-a61b-5f3af947c103" providerId="ADAL" clId="{E68241FB-093A-4AA2-B23B-62871F10BAA0}" dt="2024-03-22T07:39:37.083" v="892" actId="1035"/>
          <ac:spMkLst>
            <pc:docMk/>
            <pc:sldMk cId="3588621455" sldId="359"/>
            <ac:spMk id="9" creationId="{0BF7F27A-D4DF-1CE9-7DA4-66D6B388BDCE}"/>
          </ac:spMkLst>
        </pc:spChg>
        <pc:spChg chg="add mod">
          <ac:chgData name="Yim Pan Chui, Dr. (CSD)" userId="06f431c5-cc1a-4439-a61b-5f3af947c103" providerId="ADAL" clId="{E68241FB-093A-4AA2-B23B-62871F10BAA0}" dt="2024-03-22T07:43:07.328" v="959" actId="1035"/>
          <ac:spMkLst>
            <pc:docMk/>
            <pc:sldMk cId="3588621455" sldId="359"/>
            <ac:spMk id="11" creationId="{8D9DA2CB-1155-BF47-5180-F9B51767D538}"/>
          </ac:spMkLst>
        </pc:spChg>
        <pc:spChg chg="add mod">
          <ac:chgData name="Yim Pan Chui, Dr. (CSD)" userId="06f431c5-cc1a-4439-a61b-5f3af947c103" providerId="ADAL" clId="{E68241FB-093A-4AA2-B23B-62871F10BAA0}" dt="2024-03-22T07:39:44.736" v="898" actId="1035"/>
          <ac:spMkLst>
            <pc:docMk/>
            <pc:sldMk cId="3588621455" sldId="359"/>
            <ac:spMk id="12" creationId="{5477E6B0-79E1-FB27-8039-D3D937C79A70}"/>
          </ac:spMkLst>
        </pc:spChg>
        <pc:spChg chg="add mod">
          <ac:chgData name="Yim Pan Chui, Dr. (CSD)" userId="06f431c5-cc1a-4439-a61b-5f3af947c103" providerId="ADAL" clId="{E68241FB-093A-4AA2-B23B-62871F10BAA0}" dt="2024-03-22T07:43:46.926" v="964" actId="207"/>
          <ac:spMkLst>
            <pc:docMk/>
            <pc:sldMk cId="3588621455" sldId="359"/>
            <ac:spMk id="13" creationId="{49DC79D6-AD33-6F85-B33F-8C816F0FCBBE}"/>
          </ac:spMkLst>
        </pc:spChg>
        <pc:spChg chg="add mod">
          <ac:chgData name="Yim Pan Chui, Dr. (CSD)" userId="06f431c5-cc1a-4439-a61b-5f3af947c103" providerId="ADAL" clId="{E68241FB-093A-4AA2-B23B-62871F10BAA0}" dt="2024-03-22T07:44:19.225" v="968" actId="403"/>
          <ac:spMkLst>
            <pc:docMk/>
            <pc:sldMk cId="3588621455" sldId="359"/>
            <ac:spMk id="14" creationId="{985BCEEE-93F8-2525-CE56-92A31A753E7A}"/>
          </ac:spMkLst>
        </pc:spChg>
        <pc:spChg chg="add del mod">
          <ac:chgData name="Yim Pan Chui, Dr. (CSD)" userId="06f431c5-cc1a-4439-a61b-5f3af947c103" providerId="ADAL" clId="{E68241FB-093A-4AA2-B23B-62871F10BAA0}" dt="2024-03-22T07:43:10.646" v="960" actId="478"/>
          <ac:spMkLst>
            <pc:docMk/>
            <pc:sldMk cId="3588621455" sldId="359"/>
            <ac:spMk id="15" creationId="{9894E03F-8A37-E401-2E4A-D54D426D5F39}"/>
          </ac:spMkLst>
        </pc:spChg>
        <pc:spChg chg="add mod">
          <ac:chgData name="Yim Pan Chui, Dr. (CSD)" userId="06f431c5-cc1a-4439-a61b-5f3af947c103" providerId="ADAL" clId="{E68241FB-093A-4AA2-B23B-62871F10BAA0}" dt="2024-03-22T07:43:28.585" v="962" actId="207"/>
          <ac:spMkLst>
            <pc:docMk/>
            <pc:sldMk cId="3588621455" sldId="359"/>
            <ac:spMk id="16" creationId="{F05A485D-E854-5459-49F4-0DB95E392C26}"/>
          </ac:spMkLst>
        </pc:spChg>
        <pc:spChg chg="add mod">
          <ac:chgData name="Yim Pan Chui, Dr. (CSD)" userId="06f431c5-cc1a-4439-a61b-5f3af947c103" providerId="ADAL" clId="{E68241FB-093A-4AA2-B23B-62871F10BAA0}" dt="2024-03-22T07:43:31.961" v="963" actId="207"/>
          <ac:spMkLst>
            <pc:docMk/>
            <pc:sldMk cId="3588621455" sldId="359"/>
            <ac:spMk id="17" creationId="{9510DB85-587D-E891-821F-CFC487E1441E}"/>
          </ac:spMkLst>
        </pc:spChg>
        <pc:spChg chg="add mod">
          <ac:chgData name="Yim Pan Chui, Dr. (CSD)" userId="06f431c5-cc1a-4439-a61b-5f3af947c103" providerId="ADAL" clId="{E68241FB-093A-4AA2-B23B-62871F10BAA0}" dt="2024-03-22T07:43:55.373" v="965" actId="207"/>
          <ac:spMkLst>
            <pc:docMk/>
            <pc:sldMk cId="3588621455" sldId="359"/>
            <ac:spMk id="18" creationId="{52DCA94C-C9EB-A858-F0ED-48148E48C962}"/>
          </ac:spMkLst>
        </pc:spChg>
        <pc:spChg chg="add mod">
          <ac:chgData name="Yim Pan Chui, Dr. (CSD)" userId="06f431c5-cc1a-4439-a61b-5f3af947c103" providerId="ADAL" clId="{E68241FB-093A-4AA2-B23B-62871F10BAA0}" dt="2024-03-22T07:43:58.249" v="966" actId="207"/>
          <ac:spMkLst>
            <pc:docMk/>
            <pc:sldMk cId="3588621455" sldId="359"/>
            <ac:spMk id="19" creationId="{CEF21B9B-EA3A-5049-C811-B9D29B031599}"/>
          </ac:spMkLst>
        </pc:spChg>
        <pc:spChg chg="add mod">
          <ac:chgData name="Yim Pan Chui, Dr. (CSD)" userId="06f431c5-cc1a-4439-a61b-5f3af947c103" providerId="ADAL" clId="{E68241FB-093A-4AA2-B23B-62871F10BAA0}" dt="2024-03-22T07:44:00.717" v="967" actId="207"/>
          <ac:spMkLst>
            <pc:docMk/>
            <pc:sldMk cId="3588621455" sldId="359"/>
            <ac:spMk id="20" creationId="{B6136642-75F6-0397-9EB5-EB5D1ECEA72D}"/>
          </ac:spMkLst>
        </pc:spChg>
        <pc:spChg chg="add del mod">
          <ac:chgData name="Yim Pan Chui, Dr. (CSD)" userId="06f431c5-cc1a-4439-a61b-5f3af947c103" providerId="ADAL" clId="{E68241FB-093A-4AA2-B23B-62871F10BAA0}" dt="2024-03-22T07:40:21.026" v="901" actId="478"/>
          <ac:spMkLst>
            <pc:docMk/>
            <pc:sldMk cId="3588621455" sldId="359"/>
            <ac:spMk id="21" creationId="{B45D83ED-5EDB-0448-2F0A-B5EAFCC8BEEE}"/>
          </ac:spMkLst>
        </pc:spChg>
        <pc:spChg chg="add mod">
          <ac:chgData name="Yim Pan Chui, Dr. (CSD)" userId="06f431c5-cc1a-4439-a61b-5f3af947c103" providerId="ADAL" clId="{E68241FB-093A-4AA2-B23B-62871F10BAA0}" dt="2024-03-22T07:43:23.910" v="961" actId="207"/>
          <ac:spMkLst>
            <pc:docMk/>
            <pc:sldMk cId="3588621455" sldId="359"/>
            <ac:spMk id="22" creationId="{EFDDDB7C-4F6D-14AD-391C-43FE28F31435}"/>
          </ac:spMkLst>
        </pc:spChg>
        <pc:spChg chg="add mod">
          <ac:chgData name="Yim Pan Chui, Dr. (CSD)" userId="06f431c5-cc1a-4439-a61b-5f3af947c103" providerId="ADAL" clId="{E68241FB-093A-4AA2-B23B-62871F10BAA0}" dt="2024-03-22T07:41:46.175" v="941" actId="14100"/>
          <ac:spMkLst>
            <pc:docMk/>
            <pc:sldMk cId="3588621455" sldId="359"/>
            <ac:spMk id="23" creationId="{159A2CB6-0FC0-0A47-707F-9100EEEC383E}"/>
          </ac:spMkLst>
        </pc:spChg>
        <pc:spChg chg="mod">
          <ac:chgData name="Yim Pan Chui, Dr. (CSD)" userId="06f431c5-cc1a-4439-a61b-5f3af947c103" providerId="ADAL" clId="{E68241FB-093A-4AA2-B23B-62871F10BAA0}" dt="2024-03-22T07:37:25.526" v="793" actId="6549"/>
          <ac:spMkLst>
            <pc:docMk/>
            <pc:sldMk cId="3588621455" sldId="359"/>
            <ac:spMk id="76803" creationId="{00000000-0000-0000-0000-000000000000}"/>
          </ac:spMkLst>
        </pc:spChg>
        <pc:spChg chg="mod">
          <ac:chgData name="Yim Pan Chui, Dr. (CSD)" userId="06f431c5-cc1a-4439-a61b-5f3af947c103" providerId="ADAL" clId="{E68241FB-093A-4AA2-B23B-62871F10BAA0}" dt="2024-03-22T07:41:27.487" v="921" actId="14100"/>
          <ac:spMkLst>
            <pc:docMk/>
            <pc:sldMk cId="3588621455" sldId="359"/>
            <ac:spMk id="76808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59AF8926-9C6B-186E-0F46-DB7DC81519DC}"/>
    <pc:docChg chg="modSld">
      <pc:chgData name="William Hui (IEG)" userId="S::kyhui@cuhk.edu.hk::07728535-8fdc-4325-b24f-20cc4d58a3a3" providerId="AD" clId="Web-{59AF8926-9C6B-186E-0F46-DB7DC81519DC}" dt="2019-11-05T10:16:14.328" v="50" actId="20577"/>
      <pc:docMkLst>
        <pc:docMk/>
      </pc:docMkLst>
      <pc:sldChg chg="modSp">
        <pc:chgData name="William Hui (IEG)" userId="S::kyhui@cuhk.edu.hk::07728535-8fdc-4325-b24f-20cc4d58a3a3" providerId="AD" clId="Web-{59AF8926-9C6B-186E-0F46-DB7DC81519DC}" dt="2019-11-05T08:30:01.970" v="29" actId="20577"/>
        <pc:sldMkLst>
          <pc:docMk/>
          <pc:sldMk cId="4204366257" sldId="329"/>
        </pc:sldMkLst>
        <pc:spChg chg="mod">
          <ac:chgData name="William Hui (IEG)" userId="S::kyhui@cuhk.edu.hk::07728535-8fdc-4325-b24f-20cc4d58a3a3" providerId="AD" clId="Web-{59AF8926-9C6B-186E-0F46-DB7DC81519DC}" dt="2019-11-05T08:30:01.970" v="29" actId="20577"/>
          <ac:spMkLst>
            <pc:docMk/>
            <pc:sldMk cId="4204366257" sldId="329"/>
            <ac:spMk id="74760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59AF8926-9C6B-186E-0F46-DB7DC81519DC}" dt="2019-11-05T08:30:25.705" v="33" actId="20577"/>
        <pc:sldMkLst>
          <pc:docMk/>
          <pc:sldMk cId="4039365292" sldId="330"/>
        </pc:sldMkLst>
        <pc:spChg chg="mod">
          <ac:chgData name="William Hui (IEG)" userId="S::kyhui@cuhk.edu.hk::07728535-8fdc-4325-b24f-20cc4d58a3a3" providerId="AD" clId="Web-{59AF8926-9C6B-186E-0F46-DB7DC81519DC}" dt="2019-11-05T08:30:25.705" v="33" actId="20577"/>
          <ac:spMkLst>
            <pc:docMk/>
            <pc:sldMk cId="4039365292" sldId="330"/>
            <ac:spMk id="72713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59AF8926-9C6B-186E-0F46-DB7DC81519DC}" dt="2019-11-05T08:29:20.689" v="10" actId="20577"/>
        <pc:sldMkLst>
          <pc:docMk/>
          <pc:sldMk cId="1671377025" sldId="331"/>
        </pc:sldMkLst>
        <pc:spChg chg="mod">
          <ac:chgData name="William Hui (IEG)" userId="S::kyhui@cuhk.edu.hk::07728535-8fdc-4325-b24f-20cc4d58a3a3" providerId="AD" clId="Web-{59AF8926-9C6B-186E-0F46-DB7DC81519DC}" dt="2019-11-05T08:29:20.689" v="10" actId="20577"/>
          <ac:spMkLst>
            <pc:docMk/>
            <pc:sldMk cId="1671377025" sldId="331"/>
            <ac:spMk id="71691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59AF8926-9C6B-186E-0F46-DB7DC81519DC}" dt="2019-11-05T10:13:56.593" v="48" actId="20577"/>
        <pc:sldMkLst>
          <pc:docMk/>
          <pc:sldMk cId="4108073970" sldId="340"/>
        </pc:sldMkLst>
        <pc:spChg chg="mod">
          <ac:chgData name="William Hui (IEG)" userId="S::kyhui@cuhk.edu.hk::07728535-8fdc-4325-b24f-20cc4d58a3a3" providerId="AD" clId="Web-{59AF8926-9C6B-186E-0F46-DB7DC81519DC}" dt="2019-11-05T10:13:56.593" v="48" actId="20577"/>
          <ac:spMkLst>
            <pc:docMk/>
            <pc:sldMk cId="4108073970" sldId="340"/>
            <ac:spMk id="57347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56BD6AA1-0CD6-897F-4BBE-5BDD9C1E6D65}"/>
    <pc:docChg chg="modSld">
      <pc:chgData name="William Hui (IEG)" userId="S::kyhui@cuhk.edu.hk::07728535-8fdc-4325-b24f-20cc4d58a3a3" providerId="AD" clId="Web-{56BD6AA1-0CD6-897F-4BBE-5BDD9C1E6D65}" dt="2020-11-12T03:48:48.308" v="43" actId="20577"/>
      <pc:docMkLst>
        <pc:docMk/>
      </pc:docMkLst>
      <pc:sldChg chg="modSp">
        <pc:chgData name="William Hui (IEG)" userId="S::kyhui@cuhk.edu.hk::07728535-8fdc-4325-b24f-20cc4d58a3a3" providerId="AD" clId="Web-{56BD6AA1-0CD6-897F-4BBE-5BDD9C1E6D65}" dt="2020-11-12T03:48:43.933" v="40" actId="20577"/>
        <pc:sldMkLst>
          <pc:docMk/>
          <pc:sldMk cId="2273422015" sldId="328"/>
        </pc:sldMkLst>
        <pc:spChg chg="mod">
          <ac:chgData name="William Hui (IEG)" userId="S::kyhui@cuhk.edu.hk::07728535-8fdc-4325-b24f-20cc4d58a3a3" providerId="AD" clId="Web-{56BD6AA1-0CD6-897F-4BBE-5BDD9C1E6D65}" dt="2020-11-12T03:48:43.933" v="40" actId="20577"/>
          <ac:spMkLst>
            <pc:docMk/>
            <pc:sldMk cId="2273422015" sldId="328"/>
            <ac:spMk id="63490" creationId="{00000000-0000-0000-0000-000000000000}"/>
          </ac:spMkLst>
        </pc:spChg>
      </pc:sldChg>
    </pc:docChg>
  </pc:docChgLst>
  <pc:docChgLst>
    <pc:chgData name="Michael PF Fung (CSD)" userId="f1fbcc7d-b65c-4009-a6fb-0bd17f4bf7ea" providerId="ADAL" clId="{4ED4443D-A7B8-4194-A68A-740631FBBDC4}"/>
    <pc:docChg chg="modSld">
      <pc:chgData name="Michael PF Fung (CSD)" userId="f1fbcc7d-b65c-4009-a6fb-0bd17f4bf7ea" providerId="ADAL" clId="{4ED4443D-A7B8-4194-A68A-740631FBBDC4}" dt="2023-11-15T07:51:06.131" v="31" actId="13926"/>
      <pc:docMkLst>
        <pc:docMk/>
      </pc:docMkLst>
      <pc:sldChg chg="modSp mod">
        <pc:chgData name="Michael PF Fung (CSD)" userId="f1fbcc7d-b65c-4009-a6fb-0bd17f4bf7ea" providerId="ADAL" clId="{4ED4443D-A7B8-4194-A68A-740631FBBDC4}" dt="2023-11-15T07:50:52.906" v="29" actId="207"/>
        <pc:sldMkLst>
          <pc:docMk/>
          <pc:sldMk cId="3798170173" sldId="296"/>
        </pc:sldMkLst>
        <pc:spChg chg="mod">
          <ac:chgData name="Michael PF Fung (CSD)" userId="f1fbcc7d-b65c-4009-a6fb-0bd17f4bf7ea" providerId="ADAL" clId="{4ED4443D-A7B8-4194-A68A-740631FBBDC4}" dt="2023-11-15T07:50:52.906" v="29" actId="207"/>
          <ac:spMkLst>
            <pc:docMk/>
            <pc:sldMk cId="3798170173" sldId="296"/>
            <ac:spMk id="3" creationId="{00000000-0000-0000-0000-000000000000}"/>
          </ac:spMkLst>
        </pc:spChg>
      </pc:sldChg>
      <pc:sldChg chg="modSp mod">
        <pc:chgData name="Michael PF Fung (CSD)" userId="f1fbcc7d-b65c-4009-a6fb-0bd17f4bf7ea" providerId="ADAL" clId="{4ED4443D-A7B8-4194-A68A-740631FBBDC4}" dt="2023-11-15T07:51:06.131" v="31" actId="13926"/>
        <pc:sldMkLst>
          <pc:docMk/>
          <pc:sldMk cId="500774111" sldId="299"/>
        </pc:sldMkLst>
        <pc:spChg chg="mod">
          <ac:chgData name="Michael PF Fung (CSD)" userId="f1fbcc7d-b65c-4009-a6fb-0bd17f4bf7ea" providerId="ADAL" clId="{4ED4443D-A7B8-4194-A68A-740631FBBDC4}" dt="2023-11-15T07:51:06.131" v="31" actId="13926"/>
          <ac:spMkLst>
            <pc:docMk/>
            <pc:sldMk cId="500774111" sldId="299"/>
            <ac:spMk id="6148" creationId="{00000000-0000-0000-0000-000000000000}"/>
          </ac:spMkLst>
        </pc:spChg>
      </pc:sldChg>
      <pc:sldChg chg="modSp">
        <pc:chgData name="Michael PF Fung (CSD)" userId="f1fbcc7d-b65c-4009-a6fb-0bd17f4bf7ea" providerId="ADAL" clId="{4ED4443D-A7B8-4194-A68A-740631FBBDC4}" dt="2023-11-15T07:49:43.901" v="25" actId="207"/>
        <pc:sldMkLst>
          <pc:docMk/>
          <pc:sldMk cId="2365092508" sldId="334"/>
        </pc:sldMkLst>
        <pc:spChg chg="mod">
          <ac:chgData name="Michael PF Fung (CSD)" userId="f1fbcc7d-b65c-4009-a6fb-0bd17f4bf7ea" providerId="ADAL" clId="{4ED4443D-A7B8-4194-A68A-740631FBBDC4}" dt="2023-11-15T07:49:43.901" v="25" actId="207"/>
          <ac:spMkLst>
            <pc:docMk/>
            <pc:sldMk cId="2365092508" sldId="334"/>
            <ac:spMk id="65539" creationId="{00000000-0000-0000-0000-000000000000}"/>
          </ac:spMkLst>
        </pc:spChg>
      </pc:sldChg>
      <pc:sldChg chg="modSp mod">
        <pc:chgData name="Michael PF Fung (CSD)" userId="f1fbcc7d-b65c-4009-a6fb-0bd17f4bf7ea" providerId="ADAL" clId="{4ED4443D-A7B8-4194-A68A-740631FBBDC4}" dt="2023-11-15T07:49:01.666" v="21" actId="13926"/>
        <pc:sldMkLst>
          <pc:docMk/>
          <pc:sldMk cId="3528891678" sldId="342"/>
        </pc:sldMkLst>
        <pc:spChg chg="mod">
          <ac:chgData name="Michael PF Fung (CSD)" userId="f1fbcc7d-b65c-4009-a6fb-0bd17f4bf7ea" providerId="ADAL" clId="{4ED4443D-A7B8-4194-A68A-740631FBBDC4}" dt="2023-11-15T07:49:01.666" v="21" actId="13926"/>
          <ac:spMkLst>
            <pc:docMk/>
            <pc:sldMk cId="3528891678" sldId="342"/>
            <ac:spMk id="115716" creationId="{00000000-0000-0000-0000-000000000000}"/>
          </ac:spMkLst>
        </pc:spChg>
      </pc:sldChg>
      <pc:sldChg chg="modSp mod">
        <pc:chgData name="Michael PF Fung (CSD)" userId="f1fbcc7d-b65c-4009-a6fb-0bd17f4bf7ea" providerId="ADAL" clId="{4ED4443D-A7B8-4194-A68A-740631FBBDC4}" dt="2023-11-15T07:48:08.436" v="3" actId="13926"/>
        <pc:sldMkLst>
          <pc:docMk/>
          <pc:sldMk cId="2386641853" sldId="343"/>
        </pc:sldMkLst>
        <pc:spChg chg="mod">
          <ac:chgData name="Michael PF Fung (CSD)" userId="f1fbcc7d-b65c-4009-a6fb-0bd17f4bf7ea" providerId="ADAL" clId="{4ED4443D-A7B8-4194-A68A-740631FBBDC4}" dt="2023-11-15T07:47:56.914" v="2" actId="14100"/>
          <ac:spMkLst>
            <pc:docMk/>
            <pc:sldMk cId="2386641853" sldId="343"/>
            <ac:spMk id="49156" creationId="{00000000-0000-0000-0000-000000000000}"/>
          </ac:spMkLst>
        </pc:spChg>
        <pc:spChg chg="mod">
          <ac:chgData name="Michael PF Fung (CSD)" userId="f1fbcc7d-b65c-4009-a6fb-0bd17f4bf7ea" providerId="ADAL" clId="{4ED4443D-A7B8-4194-A68A-740631FBBDC4}" dt="2023-11-15T07:48:08.436" v="3" actId="13926"/>
          <ac:spMkLst>
            <pc:docMk/>
            <pc:sldMk cId="2386641853" sldId="343"/>
            <ac:spMk id="49158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7CC5A59B-C6FD-424D-A1D4-B24513994DF5}"/>
    <pc:docChg chg="undo custSel addSld delSld modSld sldOrd">
      <pc:chgData name="Chuck jee Chau (CSD)" userId="7aa7a09e-983f-4214-9e5a-071cbb678e81" providerId="ADAL" clId="{7CC5A59B-C6FD-424D-A1D4-B24513994DF5}" dt="2019-11-09T08:29:24.503" v="495" actId="114"/>
      <pc:docMkLst>
        <pc:docMk/>
      </pc:docMkLst>
      <pc:sldChg chg="modSp">
        <pc:chgData name="Chuck jee Chau (CSD)" userId="7aa7a09e-983f-4214-9e5a-071cbb678e81" providerId="ADAL" clId="{7CC5A59B-C6FD-424D-A1D4-B24513994DF5}" dt="2019-10-29T10:32:07.357" v="67"/>
        <pc:sldMkLst>
          <pc:docMk/>
          <pc:sldMk cId="452717289" sldId="257"/>
        </pc:sldMkLst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452717289" sldId="257"/>
            <ac:spMk id="3" creationId="{00000000-0000-0000-0000-000000000000}"/>
          </ac:spMkLst>
        </pc:spChg>
      </pc:sldChg>
      <pc:sldChg chg="modSp delCm">
        <pc:chgData name="Chuck jee Chau (CSD)" userId="7aa7a09e-983f-4214-9e5a-071cbb678e81" providerId="ADAL" clId="{7CC5A59B-C6FD-424D-A1D4-B24513994DF5}" dt="2019-11-09T08:26:23.723" v="398" actId="1592"/>
        <pc:sldMkLst>
          <pc:docMk/>
          <pc:sldMk cId="3798170173" sldId="296"/>
        </pc:sldMkLst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98170173" sldId="29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98170173" sldId="296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98170173" sldId="296"/>
            <ac:spMk id="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98170173" sldId="296"/>
            <ac:spMk id="11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2:07.357" v="67"/>
        <pc:sldMkLst>
          <pc:docMk/>
          <pc:sldMk cId="2701277880" sldId="298"/>
        </pc:sldMkLst>
        <pc:spChg chg="add">
          <ac:chgData name="Chuck jee Chau (CSD)" userId="7aa7a09e-983f-4214-9e5a-071cbb678e81" providerId="ADAL" clId="{7CC5A59B-C6FD-424D-A1D4-B24513994DF5}" dt="2019-10-29T10:28:13.177" v="16"/>
          <ac:spMkLst>
            <pc:docMk/>
            <pc:sldMk cId="2701277880" sldId="298"/>
            <ac:spMk id="9" creationId="{278FEE0D-EBDF-E442-98FE-3D78B07361A4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2701277880" sldId="298"/>
            <ac:spMk id="18" creationId="{00000000-0000-0000-0000-000000000000}"/>
          </ac:spMkLst>
        </pc:spChg>
        <pc:spChg chg="del">
          <ac:chgData name="Chuck jee Chau (CSD)" userId="7aa7a09e-983f-4214-9e5a-071cbb678e81" providerId="ADAL" clId="{7CC5A59B-C6FD-424D-A1D4-B24513994DF5}" dt="2019-10-29T10:28:12.852" v="15" actId="478"/>
          <ac:spMkLst>
            <pc:docMk/>
            <pc:sldMk cId="2701277880" sldId="298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2701277880" sldId="298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2701277880" sldId="298"/>
            <ac:spMk id="11268" creationId="{00000000-0000-0000-0000-000000000000}"/>
          </ac:spMkLst>
        </pc:spChg>
      </pc:sldChg>
      <pc:sldChg chg="addSp delSp modSp modNotes">
        <pc:chgData name="Chuck jee Chau (CSD)" userId="7aa7a09e-983f-4214-9e5a-071cbb678e81" providerId="ADAL" clId="{7CC5A59B-C6FD-424D-A1D4-B24513994DF5}" dt="2019-10-29T10:48:35.583" v="73" actId="114"/>
        <pc:sldMkLst>
          <pc:docMk/>
          <pc:sldMk cId="500774111" sldId="299"/>
        </pc:sldMkLst>
        <pc:spChg chg="add">
          <ac:chgData name="Chuck jee Chau (CSD)" userId="7aa7a09e-983f-4214-9e5a-071cbb678e81" providerId="ADAL" clId="{7CC5A59B-C6FD-424D-A1D4-B24513994DF5}" dt="2019-10-29T10:27:46.879" v="2"/>
          <ac:spMkLst>
            <pc:docMk/>
            <pc:sldMk cId="500774111" sldId="299"/>
            <ac:spMk id="8" creationId="{401BBDE7-D506-6745-9F5B-745072172214}"/>
          </ac:spMkLst>
        </pc:spChg>
        <pc:spChg chg="del">
          <ac:chgData name="Chuck jee Chau (CSD)" userId="7aa7a09e-983f-4214-9e5a-071cbb678e81" providerId="ADAL" clId="{7CC5A59B-C6FD-424D-A1D4-B24513994DF5}" dt="2019-10-29T10:27:46.452" v="0" actId="478"/>
          <ac:spMkLst>
            <pc:docMk/>
            <pc:sldMk cId="500774111" sldId="299"/>
            <ac:spMk id="614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48:35.583" v="73" actId="114"/>
          <ac:spMkLst>
            <pc:docMk/>
            <pc:sldMk cId="500774111" sldId="299"/>
            <ac:spMk id="614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500774111" sldId="299"/>
            <ac:spMk id="614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500774111" sldId="299"/>
            <ac:spMk id="614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500774111" sldId="299"/>
            <ac:spMk id="615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500774111" sldId="299"/>
            <ac:spMk id="6151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2:07.357" v="67"/>
        <pc:sldMkLst>
          <pc:docMk/>
          <pc:sldMk cId="947076074" sldId="300"/>
        </pc:sldMkLst>
        <pc:spChg chg="add">
          <ac:chgData name="Chuck jee Chau (CSD)" userId="7aa7a09e-983f-4214-9e5a-071cbb678e81" providerId="ADAL" clId="{7CC5A59B-C6FD-424D-A1D4-B24513994DF5}" dt="2019-10-29T10:28:16.505" v="18"/>
          <ac:spMkLst>
            <pc:docMk/>
            <pc:sldMk cId="947076074" sldId="300"/>
            <ac:spMk id="9" creationId="{4CFCC282-7A3B-9D43-A01B-41C252A718FF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947076074" sldId="300"/>
            <ac:spMk id="18" creationId="{00000000-0000-0000-0000-000000000000}"/>
          </ac:spMkLst>
        </pc:spChg>
        <pc:spChg chg="del">
          <ac:chgData name="Chuck jee Chau (CSD)" userId="7aa7a09e-983f-4214-9e5a-071cbb678e81" providerId="ADAL" clId="{7CC5A59B-C6FD-424D-A1D4-B24513994DF5}" dt="2019-10-29T10:28:16.033" v="17" actId="478"/>
          <ac:spMkLst>
            <pc:docMk/>
            <pc:sldMk cId="947076074" sldId="300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947076074" sldId="300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947076074" sldId="300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5:33.282" v="70"/>
        <pc:sldMkLst>
          <pc:docMk/>
          <pc:sldMk cId="993566219" sldId="301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993566219" sldId="301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993566219" sldId="301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993566219" sldId="301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993566219" sldId="301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993566219" sldId="301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993566219" sldId="301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993566219" sldId="301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993566219" sldId="301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993566219" sldId="301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993566219" sldId="301"/>
            <ac:spMk id="1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993566219" sldId="301"/>
            <ac:spMk id="2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993566219" sldId="301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993566219" sldId="301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993566219" sldId="301"/>
            <ac:spMk id="2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993566219" sldId="301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993566219" sldId="301"/>
            <ac:spMk id="2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993566219" sldId="301"/>
            <ac:spMk id="27" creationId="{00000000-0000-0000-0000-000000000000}"/>
          </ac:spMkLst>
        </pc:spChg>
        <pc:spChg chg="add">
          <ac:chgData name="Chuck jee Chau (CSD)" userId="7aa7a09e-983f-4214-9e5a-071cbb678e81" providerId="ADAL" clId="{7CC5A59B-C6FD-424D-A1D4-B24513994DF5}" dt="2019-10-29T10:28:23.259" v="20"/>
          <ac:spMkLst>
            <pc:docMk/>
            <pc:sldMk cId="993566219" sldId="301"/>
            <ac:spMk id="28" creationId="{07547D6D-462D-BE4A-9FE2-1961CBD51F5D}"/>
          </ac:spMkLst>
        </pc:spChg>
        <pc:spChg chg="del">
          <ac:chgData name="Chuck jee Chau (CSD)" userId="7aa7a09e-983f-4214-9e5a-071cbb678e81" providerId="ADAL" clId="{7CC5A59B-C6FD-424D-A1D4-B24513994DF5}" dt="2019-10-29T10:28:22.782" v="19" actId="478"/>
          <ac:spMkLst>
            <pc:docMk/>
            <pc:sldMk cId="993566219" sldId="301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993566219" sldId="301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993566219" sldId="301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51:36.637" v="134" actId="2711"/>
        <pc:sldMkLst>
          <pc:docMk/>
          <pc:sldMk cId="2131925444" sldId="302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131925444" sldId="302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131925444" sldId="302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131925444" sldId="302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131925444" sldId="302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131925444" sldId="302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131925444" sldId="302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131925444" sldId="302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131925444" sldId="302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131925444" sldId="302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1:36.637" v="134" actId="2711"/>
          <ac:spMkLst>
            <pc:docMk/>
            <pc:sldMk cId="2131925444" sldId="302"/>
            <ac:spMk id="1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131925444" sldId="302"/>
            <ac:spMk id="2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131925444" sldId="302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131925444" sldId="302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131925444" sldId="302"/>
            <ac:spMk id="2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131925444" sldId="302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131925444" sldId="302"/>
            <ac:spMk id="2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131925444" sldId="302"/>
            <ac:spMk id="27" creationId="{00000000-0000-0000-0000-000000000000}"/>
          </ac:spMkLst>
        </pc:spChg>
        <pc:spChg chg="add">
          <ac:chgData name="Chuck jee Chau (CSD)" userId="7aa7a09e-983f-4214-9e5a-071cbb678e81" providerId="ADAL" clId="{7CC5A59B-C6FD-424D-A1D4-B24513994DF5}" dt="2019-10-29T10:28:26.038" v="22"/>
          <ac:spMkLst>
            <pc:docMk/>
            <pc:sldMk cId="2131925444" sldId="302"/>
            <ac:spMk id="28" creationId="{996E9A0F-2F17-EA43-8EB8-5C4DB0ED3B83}"/>
          </ac:spMkLst>
        </pc:spChg>
        <pc:spChg chg="del">
          <ac:chgData name="Chuck jee Chau (CSD)" userId="7aa7a09e-983f-4214-9e5a-071cbb678e81" providerId="ADAL" clId="{7CC5A59B-C6FD-424D-A1D4-B24513994DF5}" dt="2019-10-29T10:28:25.737" v="21" actId="478"/>
          <ac:spMkLst>
            <pc:docMk/>
            <pc:sldMk cId="2131925444" sldId="302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2131925444" sldId="302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2131925444" sldId="302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5:33.282" v="70"/>
        <pc:sldMkLst>
          <pc:docMk/>
          <pc:sldMk cId="4020483830" sldId="303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20483830" sldId="303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20483830" sldId="303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20483830" sldId="303"/>
            <ac:spMk id="1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20483830" sldId="303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20483830" sldId="303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20483830" sldId="303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20483830" sldId="303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20483830" sldId="303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20483830" sldId="303"/>
            <ac:spMk id="1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20483830" sldId="303"/>
            <ac:spMk id="2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20483830" sldId="303"/>
            <ac:spMk id="2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20483830" sldId="303"/>
            <ac:spMk id="2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20483830" sldId="303"/>
            <ac:spMk id="2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20483830" sldId="303"/>
            <ac:spMk id="2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20483830" sldId="303"/>
            <ac:spMk id="2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20483830" sldId="303"/>
            <ac:spMk id="2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4020483830" sldId="303"/>
            <ac:spMk id="28" creationId="{00000000-0000-0000-0000-000000000000}"/>
          </ac:spMkLst>
        </pc:spChg>
        <pc:spChg chg="add">
          <ac:chgData name="Chuck jee Chau (CSD)" userId="7aa7a09e-983f-4214-9e5a-071cbb678e81" providerId="ADAL" clId="{7CC5A59B-C6FD-424D-A1D4-B24513994DF5}" dt="2019-10-29T10:28:28.990" v="24"/>
          <ac:spMkLst>
            <pc:docMk/>
            <pc:sldMk cId="4020483830" sldId="303"/>
            <ac:spMk id="29" creationId="{AD673DE0-182A-5A46-8F1D-E5B143368F88}"/>
          </ac:spMkLst>
        </pc:spChg>
        <pc:spChg chg="del">
          <ac:chgData name="Chuck jee Chau (CSD)" userId="7aa7a09e-983f-4214-9e5a-071cbb678e81" providerId="ADAL" clId="{7CC5A59B-C6FD-424D-A1D4-B24513994DF5}" dt="2019-10-29T10:28:28.677" v="23" actId="478"/>
          <ac:spMkLst>
            <pc:docMk/>
            <pc:sldMk cId="4020483830" sldId="303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4020483830" sldId="303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4020483830" sldId="303"/>
            <ac:spMk id="1126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59:04.023" v="310" actId="207"/>
        <pc:sldMkLst>
          <pc:docMk/>
          <pc:sldMk cId="1508375161" sldId="304"/>
        </pc:sldMkLst>
        <pc:spChg chg="add">
          <ac:chgData name="Chuck jee Chau (CSD)" userId="7aa7a09e-983f-4214-9e5a-071cbb678e81" providerId="ADAL" clId="{7CC5A59B-C6FD-424D-A1D4-B24513994DF5}" dt="2019-10-29T10:28:46.345" v="32"/>
          <ac:spMkLst>
            <pc:docMk/>
            <pc:sldMk cId="1508375161" sldId="304"/>
            <ac:spMk id="6" creationId="{E60525DB-196A-9841-9F2D-323D093E5260}"/>
          </ac:spMkLst>
        </pc:spChg>
        <pc:spChg chg="del">
          <ac:chgData name="Chuck jee Chau (CSD)" userId="7aa7a09e-983f-4214-9e5a-071cbb678e81" providerId="ADAL" clId="{7CC5A59B-C6FD-424D-A1D4-B24513994DF5}" dt="2019-10-29T10:28:45.794" v="31" actId="478"/>
          <ac:spMkLst>
            <pc:docMk/>
            <pc:sldMk cId="1508375161" sldId="304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8:57.388" v="309" actId="20577"/>
          <ac:spMkLst>
            <pc:docMk/>
            <pc:sldMk cId="1508375161" sldId="304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9:04.023" v="310" actId="207"/>
          <ac:spMkLst>
            <pc:docMk/>
            <pc:sldMk cId="1508375161" sldId="304"/>
            <ac:spMk id="1126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9:04.023" v="310" actId="207"/>
          <ac:spMkLst>
            <pc:docMk/>
            <pc:sldMk cId="1508375161" sldId="304"/>
            <ac:spMk id="11269" creationId="{00000000-0000-0000-0000-000000000000}"/>
          </ac:spMkLst>
        </pc:spChg>
      </pc:sldChg>
      <pc:sldChg chg="modSp">
        <pc:chgData name="Chuck jee Chau (CSD)" userId="7aa7a09e-983f-4214-9e5a-071cbb678e81" providerId="ADAL" clId="{7CC5A59B-C6FD-424D-A1D4-B24513994DF5}" dt="2019-10-29T10:59:52.069" v="315" actId="2711"/>
        <pc:sldMkLst>
          <pc:docMk/>
          <pc:sldMk cId="704003454" sldId="305"/>
        </pc:sldMkLst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704003454" sldId="305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9:52.069" v="315" actId="2711"/>
          <ac:spMkLst>
            <pc:docMk/>
            <pc:sldMk cId="704003454" sldId="305"/>
            <ac:spMk id="3" creationId="{00000000-0000-0000-0000-000000000000}"/>
          </ac:spMkLst>
        </pc:spChg>
      </pc:sldChg>
      <pc:sldChg chg="modSp delCm">
        <pc:chgData name="Chuck jee Chau (CSD)" userId="7aa7a09e-983f-4214-9e5a-071cbb678e81" providerId="ADAL" clId="{7CC5A59B-C6FD-424D-A1D4-B24513994DF5}" dt="2019-11-09T08:26:28.211" v="399" actId="1592"/>
        <pc:sldMkLst>
          <pc:docMk/>
          <pc:sldMk cId="869776638" sldId="306"/>
        </pc:sldMkLst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869776638" sldId="306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869776638" sldId="306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869776638" sldId="306"/>
            <ac:spMk id="5" creationId="{00000000-0000-0000-0000-000000000000}"/>
          </ac:spMkLst>
        </pc:spChg>
      </pc:sldChg>
      <pc:sldChg chg="modSp">
        <pc:chgData name="Chuck jee Chau (CSD)" userId="7aa7a09e-983f-4214-9e5a-071cbb678e81" providerId="ADAL" clId="{7CC5A59B-C6FD-424D-A1D4-B24513994DF5}" dt="2019-10-29T10:35:33.282" v="70"/>
        <pc:sldMkLst>
          <pc:docMk/>
          <pc:sldMk cId="1027083157" sldId="311"/>
        </pc:sldMkLst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1027083157" sldId="31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1027083157" sldId="311"/>
            <ac:spMk id="3" creationId="{87D0C367-8C04-498F-AF3C-A2DD89EC428C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1027083157" sldId="311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1027083157" sldId="311"/>
            <ac:spMk id="7" creationId="{00000000-0000-0000-0000-000000000000}"/>
          </ac:spMkLst>
        </pc:spChg>
      </pc:sldChg>
      <pc:sldChg chg="modSp delCm">
        <pc:chgData name="Chuck jee Chau (CSD)" userId="7aa7a09e-983f-4214-9e5a-071cbb678e81" providerId="ADAL" clId="{7CC5A59B-C6FD-424D-A1D4-B24513994DF5}" dt="2019-11-09T08:26:39.779" v="400" actId="1592"/>
        <pc:sldMkLst>
          <pc:docMk/>
          <pc:sldMk cId="3787621372" sldId="313"/>
        </pc:sldMkLst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87621372" sldId="31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87621372" sldId="313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87621372" sldId="313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87621372" sldId="313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87621372" sldId="313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87621372" sldId="313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87621372" sldId="313"/>
            <ac:spMk id="1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787621372" sldId="313"/>
            <ac:spMk id="16" creationId="{00000000-0000-0000-0000-000000000000}"/>
          </ac:spMkLst>
        </pc:spChg>
      </pc:sldChg>
      <pc:sldChg chg="modSp add">
        <pc:chgData name="Chuck jee Chau (CSD)" userId="7aa7a09e-983f-4214-9e5a-071cbb678e81" providerId="ADAL" clId="{7CC5A59B-C6FD-424D-A1D4-B24513994DF5}" dt="2019-10-29T10:32:07.357" v="67"/>
        <pc:sldMkLst>
          <pc:docMk/>
          <pc:sldMk cId="160050696" sldId="317"/>
        </pc:sldMkLst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160050696" sldId="317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160050696" sldId="317"/>
            <ac:spMk id="3" creationId="{00000000-0000-0000-0000-000000000000}"/>
          </ac:spMkLst>
        </pc:spChg>
      </pc:sldChg>
      <pc:sldChg chg="addSp delSp modSp delCm">
        <pc:chgData name="Chuck jee Chau (CSD)" userId="7aa7a09e-983f-4214-9e5a-071cbb678e81" providerId="ADAL" clId="{7CC5A59B-C6FD-424D-A1D4-B24513994DF5}" dt="2019-11-09T08:26:19.769" v="397" actId="1592"/>
        <pc:sldMkLst>
          <pc:docMk/>
          <pc:sldMk cId="1505603680" sldId="318"/>
        </pc:sldMkLst>
        <pc:spChg chg="add">
          <ac:chgData name="Chuck jee Chau (CSD)" userId="7aa7a09e-983f-4214-9e5a-071cbb678e81" providerId="ADAL" clId="{7CC5A59B-C6FD-424D-A1D4-B24513994DF5}" dt="2019-10-29T10:30:57.858" v="66"/>
          <ac:spMkLst>
            <pc:docMk/>
            <pc:sldMk cId="1505603680" sldId="318"/>
            <ac:spMk id="5" creationId="{985FC73F-B530-CE4A-85F9-A8A642B4E422}"/>
          </ac:spMkLst>
        </pc:spChg>
        <pc:spChg chg="del">
          <ac:chgData name="Chuck jee Chau (CSD)" userId="7aa7a09e-983f-4214-9e5a-071cbb678e81" providerId="ADAL" clId="{7CC5A59B-C6FD-424D-A1D4-B24513994DF5}" dt="2019-10-29T10:30:57.360" v="65" actId="478"/>
          <ac:spMkLst>
            <pc:docMk/>
            <pc:sldMk cId="1505603680" sldId="318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505603680" sldId="318"/>
            <ac:spMk id="107523" creationId="{00000000-0000-0000-0000-000000000000}"/>
          </ac:spMkLst>
        </pc:spChg>
      </pc:sldChg>
      <pc:sldChg chg="modSp">
        <pc:chgData name="Chuck jee Chau (CSD)" userId="7aa7a09e-983f-4214-9e5a-071cbb678e81" providerId="ADAL" clId="{7CC5A59B-C6FD-424D-A1D4-B24513994DF5}" dt="2019-10-29T11:00:49.230" v="328" actId="20577"/>
        <pc:sldMkLst>
          <pc:docMk/>
          <pc:sldMk cId="4148725737" sldId="325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148725737" sldId="325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49.230" v="328" actId="20577"/>
          <ac:spMkLst>
            <pc:docMk/>
            <pc:sldMk cId="4148725737" sldId="325"/>
            <ac:spMk id="7680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148725737" sldId="325"/>
            <ac:spMk id="7680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148725737" sldId="325"/>
            <ac:spMk id="7680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148725737" sldId="325"/>
            <ac:spMk id="7680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148725737" sldId="325"/>
            <ac:spMk id="7680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148725737" sldId="325"/>
            <ac:spMk id="76809" creationId="{00000000-0000-0000-0000-000000000000}"/>
          </ac:spMkLst>
        </pc:spChg>
      </pc:sldChg>
      <pc:sldChg chg="modSp">
        <pc:chgData name="Chuck jee Chau (CSD)" userId="7aa7a09e-983f-4214-9e5a-071cbb678e81" providerId="ADAL" clId="{7CC5A59B-C6FD-424D-A1D4-B24513994DF5}" dt="2019-10-29T11:00:46.230" v="327" actId="20577"/>
        <pc:sldMkLst>
          <pc:docMk/>
          <pc:sldMk cId="1633793744" sldId="326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1633793744" sldId="326"/>
            <ac:spMk id="4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46.230" v="327" actId="20577"/>
          <ac:spMkLst>
            <pc:docMk/>
            <pc:sldMk cId="1633793744" sldId="326"/>
            <ac:spMk id="6861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1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1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1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1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1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2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2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2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2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2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2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33793744" sldId="326"/>
            <ac:spMk id="6862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1633793744" sldId="326"/>
            <ac:spMk id="6862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1633793744" sldId="326"/>
            <ac:spMk id="6862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1633793744" sldId="326"/>
            <ac:spMk id="68692" creationId="{00000000-0000-0000-0000-000000000000}"/>
          </ac:spMkLst>
        </pc:spChg>
        <pc:grpChg chg="mod">
          <ac:chgData name="Chuck jee Chau (CSD)" userId="7aa7a09e-983f-4214-9e5a-071cbb678e81" providerId="ADAL" clId="{7CC5A59B-C6FD-424D-A1D4-B24513994DF5}" dt="2019-10-29T10:35:33.282" v="70"/>
          <ac:grpSpMkLst>
            <pc:docMk/>
            <pc:sldMk cId="1633793744" sldId="326"/>
            <ac:grpSpMk id="68631" creationId="{00000000-0000-0000-0000-000000000000}"/>
          </ac:grpSpMkLst>
        </pc:grpChg>
        <pc:graphicFrameChg chg="mod">
          <ac:chgData name="Chuck jee Chau (CSD)" userId="7aa7a09e-983f-4214-9e5a-071cbb678e81" providerId="ADAL" clId="{7CC5A59B-C6FD-424D-A1D4-B24513994DF5}" dt="2019-10-29T10:35:33.282" v="70"/>
          <ac:graphicFrameMkLst>
            <pc:docMk/>
            <pc:sldMk cId="1633793744" sldId="326"/>
            <ac:graphicFrameMk id="68689" creationId="{00000000-0000-0000-0000-000000000000}"/>
          </ac:graphicFrameMkLst>
        </pc:graphicFrameChg>
      </pc:sldChg>
      <pc:sldChg chg="addSp delSp modSp">
        <pc:chgData name="Chuck jee Chau (CSD)" userId="7aa7a09e-983f-4214-9e5a-071cbb678e81" providerId="ADAL" clId="{7CC5A59B-C6FD-424D-A1D4-B24513994DF5}" dt="2019-10-29T10:35:02.074" v="68"/>
        <pc:sldMkLst>
          <pc:docMk/>
          <pc:sldMk cId="1496043410" sldId="327"/>
        </pc:sldMkLst>
        <pc:spChg chg="add del mod">
          <ac:chgData name="Chuck jee Chau (CSD)" userId="7aa7a09e-983f-4214-9e5a-071cbb678e81" providerId="ADAL" clId="{7CC5A59B-C6FD-424D-A1D4-B24513994DF5}" dt="2019-10-29T10:30:50.179" v="64"/>
          <ac:spMkLst>
            <pc:docMk/>
            <pc:sldMk cId="1496043410" sldId="327"/>
            <ac:spMk id="5" creationId="{D75A9D17-C7A8-5D4D-9CB0-355D4B0A01E8}"/>
          </ac:spMkLst>
        </pc:spChg>
        <pc:spChg chg="del">
          <ac:chgData name="Chuck jee Chau (CSD)" userId="7aa7a09e-983f-4214-9e5a-071cbb678e81" providerId="ADAL" clId="{7CC5A59B-C6FD-424D-A1D4-B24513994DF5}" dt="2019-10-29T10:30:44.490" v="57" actId="478"/>
          <ac:spMkLst>
            <pc:docMk/>
            <pc:sldMk cId="1496043410" sldId="327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1496043410" sldId="327"/>
            <ac:spMk id="6758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496043410" sldId="327"/>
            <ac:spMk id="67587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1:00:37.590" v="326" actId="20577"/>
        <pc:sldMkLst>
          <pc:docMk/>
          <pc:sldMk cId="2273422015" sldId="328"/>
        </pc:sldMkLst>
        <pc:spChg chg="add">
          <ac:chgData name="Chuck jee Chau (CSD)" userId="7aa7a09e-983f-4214-9e5a-071cbb678e81" providerId="ADAL" clId="{7CC5A59B-C6FD-424D-A1D4-B24513994DF5}" dt="2019-10-29T10:30:36.878" v="54"/>
          <ac:spMkLst>
            <pc:docMk/>
            <pc:sldMk cId="2273422015" sldId="328"/>
            <ac:spMk id="5" creationId="{48848766-186B-7941-8803-61F64AB991D6}"/>
          </ac:spMkLst>
        </pc:spChg>
        <pc:spChg chg="del">
          <ac:chgData name="Chuck jee Chau (CSD)" userId="7aa7a09e-983f-4214-9e5a-071cbb678e81" providerId="ADAL" clId="{7CC5A59B-C6FD-424D-A1D4-B24513994DF5}" dt="2019-10-29T10:30:36.540" v="53" actId="478"/>
          <ac:spMkLst>
            <pc:docMk/>
            <pc:sldMk cId="2273422015" sldId="328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31.531" v="323" actId="20577"/>
          <ac:spMkLst>
            <pc:docMk/>
            <pc:sldMk cId="2273422015" sldId="328"/>
            <ac:spMk id="6349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37.590" v="326" actId="20577"/>
          <ac:spMkLst>
            <pc:docMk/>
            <pc:sldMk cId="2273422015" sldId="328"/>
            <ac:spMk id="63491" creationId="{00000000-0000-0000-0000-000000000000}"/>
          </ac:spMkLst>
        </pc:spChg>
      </pc:sldChg>
      <pc:sldChg chg="modSp">
        <pc:chgData name="Chuck jee Chau (CSD)" userId="7aa7a09e-983f-4214-9e5a-071cbb678e81" providerId="ADAL" clId="{7CC5A59B-C6FD-424D-A1D4-B24513994DF5}" dt="2019-11-09T08:24:34.591" v="396" actId="14100"/>
        <pc:sldMkLst>
          <pc:docMk/>
          <pc:sldMk cId="4204366257" sldId="329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204366257" sldId="329"/>
            <ac:spMk id="1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29.325" v="322" actId="20577"/>
          <ac:spMkLst>
            <pc:docMk/>
            <pc:sldMk cId="4204366257" sldId="329"/>
            <ac:spMk id="7475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1-09T08:24:34.591" v="396" actId="14100"/>
          <ac:spMkLst>
            <pc:docMk/>
            <pc:sldMk cId="4204366257" sldId="329"/>
            <ac:spMk id="7476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204366257" sldId="329"/>
            <ac:spMk id="7476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1-09T08:24:34.591" v="396" actId="14100"/>
          <ac:spMkLst>
            <pc:docMk/>
            <pc:sldMk cId="4204366257" sldId="329"/>
            <ac:spMk id="7476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204366257" sldId="329"/>
            <ac:spMk id="7476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204366257" sldId="329"/>
            <ac:spMk id="7476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204366257" sldId="329"/>
            <ac:spMk id="7476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204366257" sldId="329"/>
            <ac:spMk id="7477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204366257" sldId="329"/>
            <ac:spMk id="7477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204366257" sldId="329"/>
            <ac:spMk id="74772" creationId="{00000000-0000-0000-0000-000000000000}"/>
          </ac:spMkLst>
        </pc:spChg>
      </pc:sldChg>
      <pc:sldChg chg="modSp">
        <pc:chgData name="Chuck jee Chau (CSD)" userId="7aa7a09e-983f-4214-9e5a-071cbb678e81" providerId="ADAL" clId="{7CC5A59B-C6FD-424D-A1D4-B24513994DF5}" dt="2019-11-09T08:23:32.671" v="385" actId="14100"/>
        <pc:sldMkLst>
          <pc:docMk/>
          <pc:sldMk cId="4039365292" sldId="330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39365292" sldId="330"/>
            <ac:spMk id="1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25.965" v="321" actId="20577"/>
          <ac:spMkLst>
            <pc:docMk/>
            <pc:sldMk cId="4039365292" sldId="330"/>
            <ac:spMk id="7270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1-09T08:23:32.671" v="385" actId="14100"/>
          <ac:spMkLst>
            <pc:docMk/>
            <pc:sldMk cId="4039365292" sldId="330"/>
            <ac:spMk id="7271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39365292" sldId="330"/>
            <ac:spMk id="7271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1-09T08:23:32.671" v="385" actId="14100"/>
          <ac:spMkLst>
            <pc:docMk/>
            <pc:sldMk cId="4039365292" sldId="330"/>
            <ac:spMk id="7271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039365292" sldId="330"/>
            <ac:spMk id="7271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39365292" sldId="330"/>
            <ac:spMk id="7272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39365292" sldId="330"/>
            <ac:spMk id="7272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39365292" sldId="330"/>
            <ac:spMk id="72722" creationId="{00000000-0000-0000-0000-000000000000}"/>
          </ac:spMkLst>
        </pc:spChg>
      </pc:sldChg>
      <pc:sldChg chg="modSp">
        <pc:chgData name="Chuck jee Chau (CSD)" userId="7aa7a09e-983f-4214-9e5a-071cbb678e81" providerId="ADAL" clId="{7CC5A59B-C6FD-424D-A1D4-B24513994DF5}" dt="2019-11-09T08:22:45.090" v="379" actId="14100"/>
        <pc:sldMkLst>
          <pc:docMk/>
          <pc:sldMk cId="1671377025" sldId="331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1671377025" sldId="331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23.400" v="320" actId="20577"/>
          <ac:spMkLst>
            <pc:docMk/>
            <pc:sldMk cId="1671377025" sldId="331"/>
            <ac:spMk id="7168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1-09T08:22:38.667" v="377" actId="14100"/>
          <ac:spMkLst>
            <pc:docMk/>
            <pc:sldMk cId="1671377025" sldId="331"/>
            <ac:spMk id="7169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1-09T08:22:45.090" v="379" actId="14100"/>
          <ac:spMkLst>
            <pc:docMk/>
            <pc:sldMk cId="1671377025" sldId="331"/>
            <ac:spMk id="7169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71377025" sldId="331"/>
            <ac:spMk id="7169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71377025" sldId="331"/>
            <ac:spMk id="7169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71377025" sldId="331"/>
            <ac:spMk id="71698" creationId="{00000000-0000-0000-0000-000000000000}"/>
          </ac:spMkLst>
        </pc:spChg>
      </pc:sldChg>
      <pc:sldChg chg="addSp delSp modSp delCm">
        <pc:chgData name="Chuck jee Chau (CSD)" userId="7aa7a09e-983f-4214-9e5a-071cbb678e81" providerId="ADAL" clId="{7CC5A59B-C6FD-424D-A1D4-B24513994DF5}" dt="2019-11-09T08:29:24.503" v="495" actId="114"/>
        <pc:sldMkLst>
          <pc:docMk/>
          <pc:sldMk cId="3905729016" sldId="332"/>
        </pc:sldMkLst>
        <pc:spChg chg="add del mod">
          <ac:chgData name="Chuck jee Chau (CSD)" userId="7aa7a09e-983f-4214-9e5a-071cbb678e81" providerId="ADAL" clId="{7CC5A59B-C6FD-424D-A1D4-B24513994DF5}" dt="2019-11-09T08:29:01.460" v="491" actId="478"/>
          <ac:spMkLst>
            <pc:docMk/>
            <pc:sldMk cId="3905729016" sldId="332"/>
            <ac:spMk id="3" creationId="{3639BBDD-584D-3441-97FD-42B3A539D6BF}"/>
          </ac:spMkLst>
        </pc:spChg>
        <pc:spChg chg="add">
          <ac:chgData name="Chuck jee Chau (CSD)" userId="7aa7a09e-983f-4214-9e5a-071cbb678e81" providerId="ADAL" clId="{7CC5A59B-C6FD-424D-A1D4-B24513994DF5}" dt="2019-10-29T10:30:25.905" v="52"/>
          <ac:spMkLst>
            <pc:docMk/>
            <pc:sldMk cId="3905729016" sldId="332"/>
            <ac:spMk id="6" creationId="{61C0F904-5635-004A-88A6-835C66253A00}"/>
          </ac:spMkLst>
        </pc:spChg>
        <pc:spChg chg="del">
          <ac:chgData name="Chuck jee Chau (CSD)" userId="7aa7a09e-983f-4214-9e5a-071cbb678e81" providerId="ADAL" clId="{7CC5A59B-C6FD-424D-A1D4-B24513994DF5}" dt="2019-10-29T10:30:17.430" v="49" actId="478"/>
          <ac:spMkLst>
            <pc:docMk/>
            <pc:sldMk cId="3905729016" sldId="332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13.514" v="316" actId="20577"/>
          <ac:spMkLst>
            <pc:docMk/>
            <pc:sldMk cId="3905729016" sldId="332"/>
            <ac:spMk id="6246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1-09T08:29:24.503" v="495" actId="114"/>
          <ac:spMkLst>
            <pc:docMk/>
            <pc:sldMk cId="3905729016" sldId="332"/>
            <ac:spMk id="62467" creationId="{00000000-0000-0000-0000-000000000000}"/>
          </ac:spMkLst>
        </pc:spChg>
        <pc:graphicFrameChg chg="del mod">
          <ac:chgData name="Chuck jee Chau (CSD)" userId="7aa7a09e-983f-4214-9e5a-071cbb678e81" providerId="ADAL" clId="{7CC5A59B-C6FD-424D-A1D4-B24513994DF5}" dt="2019-11-09T08:28:56.317" v="490" actId="478"/>
          <ac:graphicFrameMkLst>
            <pc:docMk/>
            <pc:sldMk cId="3905729016" sldId="332"/>
            <ac:graphicFrameMk id="62468" creationId="{00000000-0000-0000-0000-000000000000}"/>
          </ac:graphicFrameMkLst>
        </pc:graphicFrameChg>
      </pc:sldChg>
      <pc:sldChg chg="addSp delSp modSp">
        <pc:chgData name="Chuck jee Chau (CSD)" userId="7aa7a09e-983f-4214-9e5a-071cbb678e81" providerId="ADAL" clId="{7CC5A59B-C6FD-424D-A1D4-B24513994DF5}" dt="2019-10-29T11:00:19.230" v="319" actId="20577"/>
        <pc:sldMkLst>
          <pc:docMk/>
          <pc:sldMk cId="2326475963" sldId="333"/>
        </pc:sldMkLst>
        <pc:spChg chg="add">
          <ac:chgData name="Chuck jee Chau (CSD)" userId="7aa7a09e-983f-4214-9e5a-071cbb678e81" providerId="ADAL" clId="{7CC5A59B-C6FD-424D-A1D4-B24513994DF5}" dt="2019-10-29T10:29:29.772" v="44"/>
          <ac:spMkLst>
            <pc:docMk/>
            <pc:sldMk cId="2326475963" sldId="333"/>
            <ac:spMk id="5" creationId="{0C8F1EEA-E13C-2146-BC81-2A9018634EF4}"/>
          </ac:spMkLst>
        </pc:spChg>
        <pc:spChg chg="del">
          <ac:chgData name="Chuck jee Chau (CSD)" userId="7aa7a09e-983f-4214-9e5a-071cbb678e81" providerId="ADAL" clId="{7CC5A59B-C6FD-424D-A1D4-B24513994DF5}" dt="2019-10-29T10:29:28.829" v="43" actId="478"/>
          <ac:spMkLst>
            <pc:docMk/>
            <pc:sldMk cId="2326475963" sldId="333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2326475963" sldId="333"/>
            <ac:spMk id="6144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1:00:19.230" v="319" actId="20577"/>
          <ac:spMkLst>
            <pc:docMk/>
            <pc:sldMk cId="2326475963" sldId="333"/>
            <ac:spMk id="61443" creationId="{00000000-0000-0000-0000-000000000000}"/>
          </ac:spMkLst>
        </pc:spChg>
      </pc:sldChg>
      <pc:sldChg chg="modSp">
        <pc:chgData name="Chuck jee Chau (CSD)" userId="7aa7a09e-983f-4214-9e5a-071cbb678e81" providerId="ADAL" clId="{7CC5A59B-C6FD-424D-A1D4-B24513994DF5}" dt="2019-10-29T10:59:28.529" v="314" actId="20577"/>
        <pc:sldMkLst>
          <pc:docMk/>
          <pc:sldMk cId="2365092508" sldId="334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2365092508" sldId="334"/>
            <ac:spMk id="1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9:28.529" v="314" actId="20577"/>
          <ac:spMkLst>
            <pc:docMk/>
            <pc:sldMk cId="2365092508" sldId="334"/>
            <ac:spMk id="6553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365092508" sldId="334"/>
            <ac:spMk id="6553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365092508" sldId="334"/>
            <ac:spMk id="6554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365092508" sldId="334"/>
            <ac:spMk id="6554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365092508" sldId="334"/>
            <ac:spMk id="6554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365092508" sldId="334"/>
            <ac:spMk id="65545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59:17.729" v="313" actId="114"/>
        <pc:sldMkLst>
          <pc:docMk/>
          <pc:sldMk cId="1653413357" sldId="335"/>
        </pc:sldMkLst>
        <pc:spChg chg="add">
          <ac:chgData name="Chuck jee Chau (CSD)" userId="7aa7a09e-983f-4214-9e5a-071cbb678e81" providerId="ADAL" clId="{7CC5A59B-C6FD-424D-A1D4-B24513994DF5}" dt="2019-10-29T10:29:03.606" v="40"/>
          <ac:spMkLst>
            <pc:docMk/>
            <pc:sldMk cId="1653413357" sldId="335"/>
            <ac:spMk id="6" creationId="{376EE2FE-AA31-304E-A337-F47B869F3141}"/>
          </ac:spMkLst>
        </pc:spChg>
        <pc:spChg chg="del">
          <ac:chgData name="Chuck jee Chau (CSD)" userId="7aa7a09e-983f-4214-9e5a-071cbb678e81" providerId="ADAL" clId="{7CC5A59B-C6FD-424D-A1D4-B24513994DF5}" dt="2019-10-29T10:29:03.254" v="39" actId="478"/>
          <ac:spMkLst>
            <pc:docMk/>
            <pc:sldMk cId="1653413357" sldId="335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9:14.174" v="312" actId="20577"/>
          <ac:spMkLst>
            <pc:docMk/>
            <pc:sldMk cId="1653413357" sldId="335"/>
            <ac:spMk id="5427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653413357" sldId="335"/>
            <ac:spMk id="5427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9:17.729" v="313" actId="114"/>
          <ac:spMkLst>
            <pc:docMk/>
            <pc:sldMk cId="1653413357" sldId="335"/>
            <ac:spMk id="54276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5:02.074" v="68"/>
        <pc:sldMkLst>
          <pc:docMk/>
          <pc:sldMk cId="2250709809" sldId="338"/>
        </pc:sldMkLst>
        <pc:spChg chg="add">
          <ac:chgData name="Chuck jee Chau (CSD)" userId="7aa7a09e-983f-4214-9e5a-071cbb678e81" providerId="ADAL" clId="{7CC5A59B-C6FD-424D-A1D4-B24513994DF5}" dt="2019-10-29T10:29:10.730" v="42"/>
          <ac:spMkLst>
            <pc:docMk/>
            <pc:sldMk cId="2250709809" sldId="338"/>
            <ac:spMk id="5" creationId="{BD3215AB-4E96-3742-AB84-2E95524E5421}"/>
          </ac:spMkLst>
        </pc:spChg>
        <pc:spChg chg="del">
          <ac:chgData name="Chuck jee Chau (CSD)" userId="7aa7a09e-983f-4214-9e5a-071cbb678e81" providerId="ADAL" clId="{7CC5A59B-C6FD-424D-A1D4-B24513994DF5}" dt="2019-10-29T10:29:10.408" v="41" actId="478"/>
          <ac:spMkLst>
            <pc:docMk/>
            <pc:sldMk cId="2250709809" sldId="338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250709809" sldId="338"/>
            <ac:spMk id="10240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250709809" sldId="338"/>
            <ac:spMk id="102403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5:33.282" v="70"/>
        <pc:sldMkLst>
          <pc:docMk/>
          <pc:sldMk cId="140298571" sldId="339"/>
        </pc:sldMkLst>
        <pc:spChg chg="add">
          <ac:chgData name="Chuck jee Chau (CSD)" userId="7aa7a09e-983f-4214-9e5a-071cbb678e81" providerId="ADAL" clId="{7CC5A59B-C6FD-424D-A1D4-B24513994DF5}" dt="2019-10-29T10:30:41.782" v="56"/>
          <ac:spMkLst>
            <pc:docMk/>
            <pc:sldMk cId="140298571" sldId="339"/>
            <ac:spMk id="6" creationId="{8DF9C91B-79A9-9A4F-B234-1CF4EECE2D64}"/>
          </ac:spMkLst>
        </pc:spChg>
        <pc:spChg chg="del">
          <ac:chgData name="Chuck jee Chau (CSD)" userId="7aa7a09e-983f-4214-9e5a-071cbb678e81" providerId="ADAL" clId="{7CC5A59B-C6FD-424D-A1D4-B24513994DF5}" dt="2019-10-29T10:30:41.369" v="55" actId="478"/>
          <ac:spMkLst>
            <pc:docMk/>
            <pc:sldMk cId="140298571" sldId="339"/>
            <ac:spMk id="3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140298571" sldId="339"/>
            <ac:spMk id="5632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40298571" sldId="339"/>
            <ac:spMk id="56392" creationId="{00000000-0000-0000-0000-000000000000}"/>
          </ac:spMkLst>
        </pc:spChg>
        <pc:graphicFrameChg chg="mod">
          <ac:chgData name="Chuck jee Chau (CSD)" userId="7aa7a09e-983f-4214-9e5a-071cbb678e81" providerId="ADAL" clId="{7CC5A59B-C6FD-424D-A1D4-B24513994DF5}" dt="2019-10-29T10:35:33.282" v="70"/>
          <ac:graphicFrameMkLst>
            <pc:docMk/>
            <pc:sldMk cId="140298571" sldId="339"/>
            <ac:graphicFrameMk id="56391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7CC5A59B-C6FD-424D-A1D4-B24513994DF5}" dt="2019-10-29T10:35:33.282" v="70"/>
        <pc:sldMkLst>
          <pc:docMk/>
          <pc:sldMk cId="4108073970" sldId="340"/>
        </pc:sldMkLst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108073970" sldId="340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4108073970" sldId="340"/>
            <ac:spMk id="5734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108073970" sldId="340"/>
            <ac:spMk id="5734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108073970" sldId="340"/>
            <ac:spMk id="5734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108073970" sldId="340"/>
            <ac:spMk id="5734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4108073970" sldId="340"/>
            <ac:spMk id="57351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59:09.778" v="311" actId="20577"/>
        <pc:sldMkLst>
          <pc:docMk/>
          <pc:sldMk cId="716802550" sldId="341"/>
        </pc:sldMkLst>
        <pc:spChg chg="add">
          <ac:chgData name="Chuck jee Chau (CSD)" userId="7aa7a09e-983f-4214-9e5a-071cbb678e81" providerId="ADAL" clId="{7CC5A59B-C6FD-424D-A1D4-B24513994DF5}" dt="2019-10-29T10:28:57.214" v="38"/>
          <ac:spMkLst>
            <pc:docMk/>
            <pc:sldMk cId="716802550" sldId="341"/>
            <ac:spMk id="5" creationId="{47FF58FD-2303-1A46-8ABF-0ED55BD1904F}"/>
          </ac:spMkLst>
        </pc:spChg>
        <pc:spChg chg="del">
          <ac:chgData name="Chuck jee Chau (CSD)" userId="7aa7a09e-983f-4214-9e5a-071cbb678e81" providerId="ADAL" clId="{7CC5A59B-C6FD-424D-A1D4-B24513994DF5}" dt="2019-10-29T10:28:56.834" v="37" actId="478"/>
          <ac:spMkLst>
            <pc:docMk/>
            <pc:sldMk cId="716802550" sldId="341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9:09.778" v="311" actId="20577"/>
          <ac:spMkLst>
            <pc:docMk/>
            <pc:sldMk cId="716802550" sldId="341"/>
            <ac:spMk id="5017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716802550" sldId="341"/>
            <ac:spMk id="50179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5:02.074" v="68"/>
        <pc:sldMkLst>
          <pc:docMk/>
          <pc:sldMk cId="3528891678" sldId="342"/>
        </pc:sldMkLst>
        <pc:spChg chg="add">
          <ac:chgData name="Chuck jee Chau (CSD)" userId="7aa7a09e-983f-4214-9e5a-071cbb678e81" providerId="ADAL" clId="{7CC5A59B-C6FD-424D-A1D4-B24513994DF5}" dt="2019-10-29T10:28:54.201" v="36"/>
          <ac:spMkLst>
            <pc:docMk/>
            <pc:sldMk cId="3528891678" sldId="342"/>
            <ac:spMk id="6" creationId="{6B9C7D73-7348-8B45-A6FC-BDA336B65DC7}"/>
          </ac:spMkLst>
        </pc:spChg>
        <pc:spChg chg="del">
          <ac:chgData name="Chuck jee Chau (CSD)" userId="7aa7a09e-983f-4214-9e5a-071cbb678e81" providerId="ADAL" clId="{7CC5A59B-C6FD-424D-A1D4-B24513994DF5}" dt="2019-10-29T10:28:53.879" v="35" actId="478"/>
          <ac:spMkLst>
            <pc:docMk/>
            <pc:sldMk cId="3528891678" sldId="342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528891678" sldId="342"/>
            <ac:spMk id="11571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528891678" sldId="342"/>
            <ac:spMk id="11571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3528891678" sldId="342"/>
            <ac:spMk id="115716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5:02.074" v="68"/>
        <pc:sldMkLst>
          <pc:docMk/>
          <pc:sldMk cId="2386641853" sldId="343"/>
        </pc:sldMkLst>
        <pc:spChg chg="add">
          <ac:chgData name="Chuck jee Chau (CSD)" userId="7aa7a09e-983f-4214-9e5a-071cbb678e81" providerId="ADAL" clId="{7CC5A59B-C6FD-424D-A1D4-B24513994DF5}" dt="2019-10-29T10:28:49.248" v="34"/>
          <ac:spMkLst>
            <pc:docMk/>
            <pc:sldMk cId="2386641853" sldId="343"/>
            <ac:spMk id="7" creationId="{EF2F74DC-26D1-3C46-8D5C-A53EE1E66390}"/>
          </ac:spMkLst>
        </pc:spChg>
        <pc:spChg chg="del">
          <ac:chgData name="Chuck jee Chau (CSD)" userId="7aa7a09e-983f-4214-9e5a-071cbb678e81" providerId="ADAL" clId="{7CC5A59B-C6FD-424D-A1D4-B24513994DF5}" dt="2019-10-29T10:28:48.914" v="33" actId="478"/>
          <ac:spMkLst>
            <pc:docMk/>
            <pc:sldMk cId="2386641853" sldId="343"/>
            <ac:spMk id="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2386641853" sldId="343"/>
            <ac:spMk id="4915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386641853" sldId="343"/>
            <ac:spMk id="4915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386641853" sldId="343"/>
            <ac:spMk id="4915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2386641853" sldId="343"/>
            <ac:spMk id="49158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58:53.059" v="308" actId="20577"/>
        <pc:sldMkLst>
          <pc:docMk/>
          <pc:sldMk cId="811715113" sldId="346"/>
        </pc:sldMkLst>
        <pc:spChg chg="add del mod">
          <ac:chgData name="Chuck jee Chau (CSD)" userId="7aa7a09e-983f-4214-9e5a-071cbb678e81" providerId="ADAL" clId="{7CC5A59B-C6FD-424D-A1D4-B24513994DF5}" dt="2019-10-29T10:54:14.467" v="264"/>
          <ac:spMkLst>
            <pc:docMk/>
            <pc:sldMk cId="811715113" sldId="346"/>
            <ac:spMk id="2" creationId="{6EAFD56B-6D0F-E84E-9DD1-EBBA2C214F5C}"/>
          </ac:spMkLst>
        </pc:spChg>
        <pc:spChg chg="add del mod">
          <ac:chgData name="Chuck jee Chau (CSD)" userId="7aa7a09e-983f-4214-9e5a-071cbb678e81" providerId="ADAL" clId="{7CC5A59B-C6FD-424D-A1D4-B24513994DF5}" dt="2019-10-29T10:54:14.467" v="264"/>
          <ac:spMkLst>
            <pc:docMk/>
            <pc:sldMk cId="811715113" sldId="346"/>
            <ac:spMk id="3" creationId="{522210D8-9A34-C643-8F08-A1272D45BBA2}"/>
          </ac:spMkLst>
        </pc:spChg>
        <pc:spChg chg="add mod">
          <ac:chgData name="Chuck jee Chau (CSD)" userId="7aa7a09e-983f-4214-9e5a-071cbb678e81" providerId="ADAL" clId="{7CC5A59B-C6FD-424D-A1D4-B24513994DF5}" dt="2019-10-29T10:54:42.900" v="268" actId="14100"/>
          <ac:spMkLst>
            <pc:docMk/>
            <pc:sldMk cId="811715113" sldId="346"/>
            <ac:spMk id="4" creationId="{3CD650E7-D00D-DF42-ADCB-E066A45C402D}"/>
          </ac:spMkLst>
        </pc:spChg>
        <pc:spChg chg="add">
          <ac:chgData name="Chuck jee Chau (CSD)" userId="7aa7a09e-983f-4214-9e5a-071cbb678e81" providerId="ADAL" clId="{7CC5A59B-C6FD-424D-A1D4-B24513994DF5}" dt="2019-10-29T10:28:41.465" v="30"/>
          <ac:spMkLst>
            <pc:docMk/>
            <pc:sldMk cId="811715113" sldId="346"/>
            <ac:spMk id="13" creationId="{35EF6E69-0555-A64A-B667-8FFBFBF24DFE}"/>
          </ac:spMkLst>
        </pc:spChg>
        <pc:spChg chg="del">
          <ac:chgData name="Chuck jee Chau (CSD)" userId="7aa7a09e-983f-4214-9e5a-071cbb678e81" providerId="ADAL" clId="{7CC5A59B-C6FD-424D-A1D4-B24513994DF5}" dt="2019-10-29T10:28:40.873" v="29" actId="478"/>
          <ac:spMkLst>
            <pc:docMk/>
            <pc:sldMk cId="811715113" sldId="346"/>
            <ac:spMk id="6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8:53.059" v="308" actId="20577"/>
          <ac:spMkLst>
            <pc:docMk/>
            <pc:sldMk cId="811715113" sldId="346"/>
            <ac:spMk id="51202" creationId="{00000000-0000-0000-0000-000000000000}"/>
          </ac:spMkLst>
        </pc:spChg>
        <pc:spChg chg="del mod">
          <ac:chgData name="Chuck jee Chau (CSD)" userId="7aa7a09e-983f-4214-9e5a-071cbb678e81" providerId="ADAL" clId="{7CC5A59B-C6FD-424D-A1D4-B24513994DF5}" dt="2019-10-29T10:54:38.138" v="267" actId="478"/>
          <ac:spMkLst>
            <pc:docMk/>
            <pc:sldMk cId="811715113" sldId="346"/>
            <ac:spMk id="5120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811715113" sldId="346"/>
            <ac:spMk id="5123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4:50.710" v="269" actId="2711"/>
          <ac:spMkLst>
            <pc:docMk/>
            <pc:sldMk cId="811715113" sldId="346"/>
            <ac:spMk id="5129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5:14.125" v="272" actId="113"/>
          <ac:spMkLst>
            <pc:docMk/>
            <pc:sldMk cId="811715113" sldId="346"/>
            <ac:spMk id="5129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5:14.125" v="272" actId="113"/>
          <ac:spMkLst>
            <pc:docMk/>
            <pc:sldMk cId="811715113" sldId="346"/>
            <ac:spMk id="5129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5:14.125" v="272" actId="113"/>
          <ac:spMkLst>
            <pc:docMk/>
            <pc:sldMk cId="811715113" sldId="346"/>
            <ac:spMk id="5129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811715113" sldId="346"/>
            <ac:spMk id="51298" creationId="{00000000-0000-0000-0000-000000000000}"/>
          </ac:spMkLst>
        </pc:spChg>
        <pc:graphicFrameChg chg="mod modGraphic">
          <ac:chgData name="Chuck jee Chau (CSD)" userId="7aa7a09e-983f-4214-9e5a-071cbb678e81" providerId="ADAL" clId="{7CC5A59B-C6FD-424D-A1D4-B24513994DF5}" dt="2019-10-29T10:55:11.201" v="271" actId="2711"/>
          <ac:graphicFrameMkLst>
            <pc:docMk/>
            <pc:sldMk cId="811715113" sldId="346"/>
            <ac:graphicFrameMk id="51292" creationId="{00000000-0000-0000-0000-000000000000}"/>
          </ac:graphicFrameMkLst>
        </pc:graphicFrameChg>
        <pc:graphicFrameChg chg="mod modGraphic">
          <ac:chgData name="Chuck jee Chau (CSD)" userId="7aa7a09e-983f-4214-9e5a-071cbb678e81" providerId="ADAL" clId="{7CC5A59B-C6FD-424D-A1D4-B24513994DF5}" dt="2019-10-29T10:55:04.300" v="270" actId="2711"/>
          <ac:graphicFrameMkLst>
            <pc:docMk/>
            <pc:sldMk cId="811715113" sldId="346"/>
            <ac:graphicFrameMk id="51304" creationId="{00000000-0000-0000-0000-000000000000}"/>
          </ac:graphicFrameMkLst>
        </pc:graphicFrameChg>
      </pc:sldChg>
      <pc:sldChg chg="addSp delSp modSp">
        <pc:chgData name="Chuck jee Chau (CSD)" userId="7aa7a09e-983f-4214-9e5a-071cbb678e81" providerId="ADAL" clId="{7CC5A59B-C6FD-424D-A1D4-B24513994DF5}" dt="2019-10-29T10:58:41.480" v="307" actId="403"/>
        <pc:sldMkLst>
          <pc:docMk/>
          <pc:sldMk cId="3114397456" sldId="347"/>
        </pc:sldMkLst>
        <pc:spChg chg="add del mod">
          <ac:chgData name="Chuck jee Chau (CSD)" userId="7aa7a09e-983f-4214-9e5a-071cbb678e81" providerId="ADAL" clId="{7CC5A59B-C6FD-424D-A1D4-B24513994DF5}" dt="2019-10-29T10:55:27.214" v="273"/>
          <ac:spMkLst>
            <pc:docMk/>
            <pc:sldMk cId="3114397456" sldId="347"/>
            <ac:spMk id="2" creationId="{0C467C49-1DE5-E048-A490-9F8B3FDE110C}"/>
          </ac:spMkLst>
        </pc:spChg>
        <pc:spChg chg="add del mod">
          <ac:chgData name="Chuck jee Chau (CSD)" userId="7aa7a09e-983f-4214-9e5a-071cbb678e81" providerId="ADAL" clId="{7CC5A59B-C6FD-424D-A1D4-B24513994DF5}" dt="2019-10-29T10:55:27.214" v="273"/>
          <ac:spMkLst>
            <pc:docMk/>
            <pc:sldMk cId="3114397456" sldId="347"/>
            <ac:spMk id="3" creationId="{0CA4FD35-3ED6-7340-9CFF-8FA0EF0EFCEF}"/>
          </ac:spMkLst>
        </pc:spChg>
        <pc:spChg chg="add mod">
          <ac:chgData name="Chuck jee Chau (CSD)" userId="7aa7a09e-983f-4214-9e5a-071cbb678e81" providerId="ADAL" clId="{7CC5A59B-C6FD-424D-A1D4-B24513994DF5}" dt="2019-10-29T10:58:41.480" v="307" actId="403"/>
          <ac:spMkLst>
            <pc:docMk/>
            <pc:sldMk cId="3114397456" sldId="347"/>
            <ac:spMk id="4" creationId="{0F90D5D4-571E-CF4B-A5C6-77485D9E890E}"/>
          </ac:spMkLst>
        </pc:spChg>
        <pc:spChg chg="add">
          <ac:chgData name="Chuck jee Chau (CSD)" userId="7aa7a09e-983f-4214-9e5a-071cbb678e81" providerId="ADAL" clId="{7CC5A59B-C6FD-424D-A1D4-B24513994DF5}" dt="2019-10-29T10:28:37.370" v="28"/>
          <ac:spMkLst>
            <pc:docMk/>
            <pc:sldMk cId="3114397456" sldId="347"/>
            <ac:spMk id="5" creationId="{11A1FF2C-FB3D-F44B-810A-17771C329D9D}"/>
          </ac:spMkLst>
        </pc:spChg>
        <pc:spChg chg="del">
          <ac:chgData name="Chuck jee Chau (CSD)" userId="7aa7a09e-983f-4214-9e5a-071cbb678e81" providerId="ADAL" clId="{7CC5A59B-C6FD-424D-A1D4-B24513994DF5}" dt="2019-10-29T10:28:37.033" v="27" actId="478"/>
          <ac:spMkLst>
            <pc:docMk/>
            <pc:sldMk cId="3114397456" sldId="347"/>
            <ac:spMk id="6" creationId="{00000000-0000-0000-0000-000000000000}"/>
          </ac:spMkLst>
        </pc:spChg>
        <pc:spChg chg="add del mod">
          <ac:chgData name="Chuck jee Chau (CSD)" userId="7aa7a09e-983f-4214-9e5a-071cbb678e81" providerId="ADAL" clId="{7CC5A59B-C6FD-424D-A1D4-B24513994DF5}" dt="2019-10-29T10:55:40.174" v="278"/>
          <ac:spMkLst>
            <pc:docMk/>
            <pc:sldMk cId="3114397456" sldId="347"/>
            <ac:spMk id="7" creationId="{19471E0B-6F1D-614A-A702-A6BB6E997345}"/>
          </ac:spMkLst>
        </pc:spChg>
        <pc:spChg chg="add del mod">
          <ac:chgData name="Chuck jee Chau (CSD)" userId="7aa7a09e-983f-4214-9e5a-071cbb678e81" providerId="ADAL" clId="{7CC5A59B-C6FD-424D-A1D4-B24513994DF5}" dt="2019-10-29T10:55:40.174" v="278"/>
          <ac:spMkLst>
            <pc:docMk/>
            <pc:sldMk cId="3114397456" sldId="347"/>
            <ac:spMk id="8" creationId="{22EE246E-42B7-B342-9FC1-D99E7B8B5235}"/>
          </ac:spMkLst>
        </pc:spChg>
        <pc:spChg chg="add del mod">
          <ac:chgData name="Chuck jee Chau (CSD)" userId="7aa7a09e-983f-4214-9e5a-071cbb678e81" providerId="ADAL" clId="{7CC5A59B-C6FD-424D-A1D4-B24513994DF5}" dt="2019-10-29T10:55:40.174" v="278"/>
          <ac:spMkLst>
            <pc:docMk/>
            <pc:sldMk cId="3114397456" sldId="347"/>
            <ac:spMk id="9" creationId="{3F0B5ABA-E74F-1A44-8103-5A8ED97A52CA}"/>
          </ac:spMkLst>
        </pc:spChg>
        <pc:spChg chg="add del mod">
          <ac:chgData name="Chuck jee Chau (CSD)" userId="7aa7a09e-983f-4214-9e5a-071cbb678e81" providerId="ADAL" clId="{7CC5A59B-C6FD-424D-A1D4-B24513994DF5}" dt="2019-10-29T10:56:00.612" v="280"/>
          <ac:spMkLst>
            <pc:docMk/>
            <pc:sldMk cId="3114397456" sldId="347"/>
            <ac:spMk id="10" creationId="{8974D207-7B82-3D42-ACF7-014726119B19}"/>
          </ac:spMkLst>
        </pc:spChg>
        <pc:spChg chg="add del mod">
          <ac:chgData name="Chuck jee Chau (CSD)" userId="7aa7a09e-983f-4214-9e5a-071cbb678e81" providerId="ADAL" clId="{7CC5A59B-C6FD-424D-A1D4-B24513994DF5}" dt="2019-10-29T10:56:00.612" v="280"/>
          <ac:spMkLst>
            <pc:docMk/>
            <pc:sldMk cId="3114397456" sldId="347"/>
            <ac:spMk id="11" creationId="{C3D0EF87-E301-9A49-89CF-A2BFDF5E185F}"/>
          </ac:spMkLst>
        </pc:spChg>
        <pc:spChg chg="add del mod">
          <ac:chgData name="Chuck jee Chau (CSD)" userId="7aa7a09e-983f-4214-9e5a-071cbb678e81" providerId="ADAL" clId="{7CC5A59B-C6FD-424D-A1D4-B24513994DF5}" dt="2019-10-29T10:56:00.612" v="280"/>
          <ac:spMkLst>
            <pc:docMk/>
            <pc:sldMk cId="3114397456" sldId="347"/>
            <ac:spMk id="12" creationId="{8512B5CC-35FF-134D-A5DE-409989E9D4E3}"/>
          </ac:spMkLst>
        </pc:spChg>
        <pc:spChg chg="mod">
          <ac:chgData name="Chuck jee Chau (CSD)" userId="7aa7a09e-983f-4214-9e5a-071cbb678e81" providerId="ADAL" clId="{7CC5A59B-C6FD-424D-A1D4-B24513994DF5}" dt="2019-10-29T10:54:09.143" v="263" actId="20577"/>
          <ac:spMkLst>
            <pc:docMk/>
            <pc:sldMk cId="3114397456" sldId="347"/>
            <ac:spMk id="48130" creationId="{00000000-0000-0000-0000-000000000000}"/>
          </ac:spMkLst>
        </pc:spChg>
        <pc:spChg chg="add del mod">
          <ac:chgData name="Chuck jee Chau (CSD)" userId="7aa7a09e-983f-4214-9e5a-071cbb678e81" providerId="ADAL" clId="{7CC5A59B-C6FD-424D-A1D4-B24513994DF5}" dt="2019-10-29T10:58:10.661" v="301" actId="478"/>
          <ac:spMkLst>
            <pc:docMk/>
            <pc:sldMk cId="3114397456" sldId="347"/>
            <ac:spMk id="48163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54:01.644" v="262" actId="14100"/>
        <pc:sldMkLst>
          <pc:docMk/>
          <pc:sldMk cId="3934880084" sldId="348"/>
        </pc:sldMkLst>
        <pc:spChg chg="add">
          <ac:chgData name="Chuck jee Chau (CSD)" userId="7aa7a09e-983f-4214-9e5a-071cbb678e81" providerId="ADAL" clId="{7CC5A59B-C6FD-424D-A1D4-B24513994DF5}" dt="2019-10-29T10:28:32.542" v="26"/>
          <ac:spMkLst>
            <pc:docMk/>
            <pc:sldMk cId="3934880084" sldId="348"/>
            <ac:spMk id="7" creationId="{DB7A155A-C8A1-0A4F-A67A-6D7E5BF19E84}"/>
          </ac:spMkLst>
        </pc:spChg>
        <pc:spChg chg="del">
          <ac:chgData name="Chuck jee Chau (CSD)" userId="7aa7a09e-983f-4214-9e5a-071cbb678e81" providerId="ADAL" clId="{7CC5A59B-C6FD-424D-A1D4-B24513994DF5}" dt="2019-10-29T10:28:32.263" v="25" actId="478"/>
          <ac:spMkLst>
            <pc:docMk/>
            <pc:sldMk cId="3934880084" sldId="348"/>
            <ac:spMk id="8" creationId="{00000000-0000-0000-0000-000000000000}"/>
          </ac:spMkLst>
        </pc:spChg>
        <pc:spChg chg="add mod">
          <ac:chgData name="Chuck jee Chau (CSD)" userId="7aa7a09e-983f-4214-9e5a-071cbb678e81" providerId="ADAL" clId="{7CC5A59B-C6FD-424D-A1D4-B24513994DF5}" dt="2019-10-29T10:54:01.644" v="262" actId="14100"/>
          <ac:spMkLst>
            <pc:docMk/>
            <pc:sldMk cId="3934880084" sldId="348"/>
            <ac:spMk id="9" creationId="{AD00024F-BA56-F348-8270-79344D0892E1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934880084" sldId="348"/>
            <ac:spMk id="4710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3934880084" sldId="348"/>
            <ac:spMk id="47107" creationId="{00000000-0000-0000-0000-000000000000}"/>
          </ac:spMkLst>
        </pc:spChg>
        <pc:spChg chg="del mod">
          <ac:chgData name="Chuck jee Chau (CSD)" userId="7aa7a09e-983f-4214-9e5a-071cbb678e81" providerId="ADAL" clId="{7CC5A59B-C6FD-424D-A1D4-B24513994DF5}" dt="2019-10-29T10:53:48.292" v="260" actId="478"/>
          <ac:spMkLst>
            <pc:docMk/>
            <pc:sldMk cId="3934880084" sldId="348"/>
            <ac:spMk id="4710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3934880084" sldId="348"/>
            <ac:spMk id="47109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51:10.745" v="133" actId="14100"/>
        <pc:sldMkLst>
          <pc:docMk/>
          <pc:sldMk cId="3805787016" sldId="349"/>
        </pc:sldMkLst>
        <pc:spChg chg="add">
          <ac:chgData name="Chuck jee Chau (CSD)" userId="7aa7a09e-983f-4214-9e5a-071cbb678e81" providerId="ADAL" clId="{7CC5A59B-C6FD-424D-A1D4-B24513994DF5}" dt="2019-10-29T10:28:10.250" v="14"/>
          <ac:spMkLst>
            <pc:docMk/>
            <pc:sldMk cId="3805787016" sldId="349"/>
            <ac:spMk id="12" creationId="{3C6F6579-1057-0B46-8DA8-949160D4B5AD}"/>
          </ac:spMkLst>
        </pc:spChg>
        <pc:spChg chg="del">
          <ac:chgData name="Chuck jee Chau (CSD)" userId="7aa7a09e-983f-4214-9e5a-071cbb678e81" providerId="ADAL" clId="{7CC5A59B-C6FD-424D-A1D4-B24513994DF5}" dt="2019-10-29T10:28:09.882" v="13" actId="478"/>
          <ac:spMkLst>
            <pc:docMk/>
            <pc:sldMk cId="3805787016" sldId="349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40.385" v="130" actId="20577"/>
          <ac:spMkLst>
            <pc:docMk/>
            <pc:sldMk cId="3805787016" sldId="349"/>
            <ac:spMk id="4608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805787016" sldId="349"/>
            <ac:spMk id="4608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3805787016" sldId="349"/>
            <ac:spMk id="4609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1:10.745" v="133" actId="14100"/>
          <ac:spMkLst>
            <pc:docMk/>
            <pc:sldMk cId="3805787016" sldId="349"/>
            <ac:spMk id="4609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3805787016" sldId="349"/>
            <ac:spMk id="4614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3805787016" sldId="349"/>
            <ac:spMk id="4614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3805787016" sldId="349"/>
            <ac:spMk id="4614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3805787016" sldId="349"/>
            <ac:spMk id="4615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54.339" v="131" actId="14100"/>
          <ac:spMkLst>
            <pc:docMk/>
            <pc:sldMk cId="3805787016" sldId="349"/>
            <ac:spMk id="46151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50:36.965" v="129" actId="20577"/>
        <pc:sldMkLst>
          <pc:docMk/>
          <pc:sldMk cId="1296859988" sldId="350"/>
        </pc:sldMkLst>
        <pc:spChg chg="add">
          <ac:chgData name="Chuck jee Chau (CSD)" userId="7aa7a09e-983f-4214-9e5a-071cbb678e81" providerId="ADAL" clId="{7CC5A59B-C6FD-424D-A1D4-B24513994DF5}" dt="2019-10-29T10:28:07.086" v="12"/>
          <ac:spMkLst>
            <pc:docMk/>
            <pc:sldMk cId="1296859988" sldId="350"/>
            <ac:spMk id="41" creationId="{53079510-8476-B642-A350-4C209D88D9A0}"/>
          </ac:spMkLst>
        </pc:spChg>
        <pc:spChg chg="del">
          <ac:chgData name="Chuck jee Chau (CSD)" userId="7aa7a09e-983f-4214-9e5a-071cbb678e81" providerId="ADAL" clId="{7CC5A59B-C6FD-424D-A1D4-B24513994DF5}" dt="2019-10-29T10:28:06.764" v="11" actId="478"/>
          <ac:spMkLst>
            <pc:docMk/>
            <pc:sldMk cId="1296859988" sldId="350"/>
            <ac:spMk id="4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36.965" v="129" actId="20577"/>
          <ac:spMkLst>
            <pc:docMk/>
            <pc:sldMk cId="1296859988" sldId="350"/>
            <ac:spMk id="4403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49:08.400" v="82" actId="207"/>
          <ac:spMkLst>
            <pc:docMk/>
            <pc:sldMk cId="1296859988" sldId="350"/>
            <ac:spMk id="4403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1296859988" sldId="350"/>
            <ac:spMk id="4403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6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6.132" v="127" actId="113"/>
          <ac:spMkLst>
            <pc:docMk/>
            <pc:sldMk cId="1296859988" sldId="350"/>
            <ac:spMk id="4416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6.132" v="127" actId="113"/>
          <ac:spMkLst>
            <pc:docMk/>
            <pc:sldMk cId="1296859988" sldId="350"/>
            <ac:spMk id="4416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6.132" v="127" actId="113"/>
          <ac:spMkLst>
            <pc:docMk/>
            <pc:sldMk cId="1296859988" sldId="350"/>
            <ac:spMk id="4417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7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7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7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7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7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7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7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7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8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9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91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92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9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194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48:48.692" v="74" actId="14100"/>
          <ac:spMkLst>
            <pc:docMk/>
            <pc:sldMk cId="1296859988" sldId="350"/>
            <ac:spMk id="44195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49:16.886" v="83" actId="14100"/>
          <ac:spMkLst>
            <pc:docMk/>
            <pc:sldMk cId="1296859988" sldId="350"/>
            <ac:spMk id="4419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1296859988" sldId="350"/>
            <ac:spMk id="4419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49:40.098" v="122" actId="1038"/>
          <ac:spMkLst>
            <pc:docMk/>
            <pc:sldMk cId="1296859988" sldId="350"/>
            <ac:spMk id="4420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203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10.912" v="126" actId="2711"/>
          <ac:spMkLst>
            <pc:docMk/>
            <pc:sldMk cId="1296859988" sldId="350"/>
            <ac:spMk id="44204" creationId="{00000000-0000-0000-0000-000000000000}"/>
          </ac:spMkLst>
        </pc:spChg>
        <pc:cxnChg chg="mod">
          <ac:chgData name="Chuck jee Chau (CSD)" userId="7aa7a09e-983f-4214-9e5a-071cbb678e81" providerId="ADAL" clId="{7CC5A59B-C6FD-424D-A1D4-B24513994DF5}" dt="2019-10-29T10:49:50.269" v="125" actId="1076"/>
          <ac:cxnSpMkLst>
            <pc:docMk/>
            <pc:sldMk cId="1296859988" sldId="350"/>
            <ac:cxnSpMk id="44201" creationId="{00000000-0000-0000-0000-000000000000}"/>
          </ac:cxnSpMkLst>
        </pc:cxnChg>
        <pc:cxnChg chg="mod">
          <ac:chgData name="Chuck jee Chau (CSD)" userId="7aa7a09e-983f-4214-9e5a-071cbb678e81" providerId="ADAL" clId="{7CC5A59B-C6FD-424D-A1D4-B24513994DF5}" dt="2019-10-29T10:48:52.435" v="75" actId="1076"/>
          <ac:cxnSpMkLst>
            <pc:docMk/>
            <pc:sldMk cId="1296859988" sldId="350"/>
            <ac:cxnSpMk id="44202" creationId="{00000000-0000-0000-0000-000000000000}"/>
          </ac:cxnSpMkLst>
        </pc:cxnChg>
      </pc:sldChg>
      <pc:sldChg chg="addSp delSp modSp">
        <pc:chgData name="Chuck jee Chau (CSD)" userId="7aa7a09e-983f-4214-9e5a-071cbb678e81" providerId="ADAL" clId="{7CC5A59B-C6FD-424D-A1D4-B24513994DF5}" dt="2019-10-29T10:50:35.105" v="128" actId="20577"/>
        <pc:sldMkLst>
          <pc:docMk/>
          <pc:sldMk cId="4039276895" sldId="351"/>
        </pc:sldMkLst>
        <pc:spChg chg="add">
          <ac:chgData name="Chuck jee Chau (CSD)" userId="7aa7a09e-983f-4214-9e5a-071cbb678e81" providerId="ADAL" clId="{7CC5A59B-C6FD-424D-A1D4-B24513994DF5}" dt="2019-10-29T10:28:03.786" v="10"/>
          <ac:spMkLst>
            <pc:docMk/>
            <pc:sldMk cId="4039276895" sldId="351"/>
            <ac:spMk id="6" creationId="{97A9EBBF-6D8B-524A-A684-963B533B2EF5}"/>
          </ac:spMkLst>
        </pc:spChg>
        <pc:spChg chg="del">
          <ac:chgData name="Chuck jee Chau (CSD)" userId="7aa7a09e-983f-4214-9e5a-071cbb678e81" providerId="ADAL" clId="{7CC5A59B-C6FD-424D-A1D4-B24513994DF5}" dt="2019-10-29T10:28:03.492" v="9" actId="478"/>
          <ac:spMkLst>
            <pc:docMk/>
            <pc:sldMk cId="4039276895" sldId="351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50:35.105" v="128" actId="20577"/>
          <ac:spMkLst>
            <pc:docMk/>
            <pc:sldMk cId="4039276895" sldId="351"/>
            <ac:spMk id="91138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39276895" sldId="351"/>
            <ac:spMk id="91139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4039276895" sldId="351"/>
            <ac:spMk id="91140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7CC5A59B-C6FD-424D-A1D4-B24513994DF5}" dt="2019-10-29T10:35:33.282" v="70"/>
        <pc:sldMkLst>
          <pc:docMk/>
          <pc:sldMk cId="3602538144" sldId="352"/>
        </pc:sldMkLst>
        <pc:spChg chg="add del mod">
          <ac:chgData name="Chuck jee Chau (CSD)" userId="7aa7a09e-983f-4214-9e5a-071cbb678e81" providerId="ADAL" clId="{7CC5A59B-C6FD-424D-A1D4-B24513994DF5}" dt="2019-10-29T10:27:53.651" v="4"/>
          <ac:spMkLst>
            <pc:docMk/>
            <pc:sldMk cId="3602538144" sldId="352"/>
            <ac:spMk id="2" creationId="{AD8A47E3-38CE-274A-9D1E-CDBC224B8364}"/>
          </ac:spMkLst>
        </pc:spChg>
        <pc:spChg chg="add del mod">
          <ac:chgData name="Chuck jee Chau (CSD)" userId="7aa7a09e-983f-4214-9e5a-071cbb678e81" providerId="ADAL" clId="{7CC5A59B-C6FD-424D-A1D4-B24513994DF5}" dt="2019-10-29T10:27:53.651" v="4"/>
          <ac:spMkLst>
            <pc:docMk/>
            <pc:sldMk cId="3602538144" sldId="352"/>
            <ac:spMk id="3" creationId="{DC4C2BF8-17B1-304D-93E9-821B575EE8A1}"/>
          </ac:spMkLst>
        </pc:spChg>
        <pc:spChg chg="add del mod">
          <ac:chgData name="Chuck jee Chau (CSD)" userId="7aa7a09e-983f-4214-9e5a-071cbb678e81" providerId="ADAL" clId="{7CC5A59B-C6FD-424D-A1D4-B24513994DF5}" dt="2019-10-29T10:27:53.651" v="4"/>
          <ac:spMkLst>
            <pc:docMk/>
            <pc:sldMk cId="3602538144" sldId="352"/>
            <ac:spMk id="4" creationId="{BAB6D119-68AE-7A45-A0EC-C0A096B35C4E}"/>
          </ac:spMkLst>
        </pc:spChg>
        <pc:spChg chg="add del mod">
          <ac:chgData name="Chuck jee Chau (CSD)" userId="7aa7a09e-983f-4214-9e5a-071cbb678e81" providerId="ADAL" clId="{7CC5A59B-C6FD-424D-A1D4-B24513994DF5}" dt="2019-10-29T10:27:57.657" v="6"/>
          <ac:spMkLst>
            <pc:docMk/>
            <pc:sldMk cId="3602538144" sldId="352"/>
            <ac:spMk id="5" creationId="{1493E688-6DA7-6B47-80DA-F61C9E5BEA4A}"/>
          </ac:spMkLst>
        </pc:spChg>
        <pc:spChg chg="add del mod">
          <ac:chgData name="Chuck jee Chau (CSD)" userId="7aa7a09e-983f-4214-9e5a-071cbb678e81" providerId="ADAL" clId="{7CC5A59B-C6FD-424D-A1D4-B24513994DF5}" dt="2019-10-29T10:27:57.657" v="6"/>
          <ac:spMkLst>
            <pc:docMk/>
            <pc:sldMk cId="3602538144" sldId="352"/>
            <ac:spMk id="6" creationId="{5637C629-27FE-8C4A-B7B4-91FEFB3C810C}"/>
          </ac:spMkLst>
        </pc:spChg>
        <pc:spChg chg="add del mod">
          <ac:chgData name="Chuck jee Chau (CSD)" userId="7aa7a09e-983f-4214-9e5a-071cbb678e81" providerId="ADAL" clId="{7CC5A59B-C6FD-424D-A1D4-B24513994DF5}" dt="2019-10-29T10:27:57.657" v="6"/>
          <ac:spMkLst>
            <pc:docMk/>
            <pc:sldMk cId="3602538144" sldId="352"/>
            <ac:spMk id="7" creationId="{6046EF97-74F0-A848-A5AB-E086E2FB869C}"/>
          </ac:spMkLst>
        </pc:spChg>
        <pc:spChg chg="del">
          <ac:chgData name="Chuck jee Chau (CSD)" userId="7aa7a09e-983f-4214-9e5a-071cbb678e81" providerId="ADAL" clId="{7CC5A59B-C6FD-424D-A1D4-B24513994DF5}" dt="2019-10-29T10:27:59.607" v="7" actId="478"/>
          <ac:spMkLst>
            <pc:docMk/>
            <pc:sldMk cId="3602538144" sldId="352"/>
            <ac:spMk id="8" creationId="{00000000-0000-0000-0000-000000000000}"/>
          </ac:spMkLst>
        </pc:spChg>
        <pc:spChg chg="add">
          <ac:chgData name="Chuck jee Chau (CSD)" userId="7aa7a09e-983f-4214-9e5a-071cbb678e81" providerId="ADAL" clId="{7CC5A59B-C6FD-424D-A1D4-B24513994DF5}" dt="2019-10-29T10:28:00.076" v="8"/>
          <ac:spMkLst>
            <pc:docMk/>
            <pc:sldMk cId="3602538144" sldId="352"/>
            <ac:spMk id="13" creationId="{3C9CF887-DD79-014B-A8D9-63876AA5126C}"/>
          </ac:spMkLst>
        </pc:spChg>
        <pc:spChg chg="mod">
          <ac:chgData name="Chuck jee Chau (CSD)" userId="7aa7a09e-983f-4214-9e5a-071cbb678e81" providerId="ADAL" clId="{7CC5A59B-C6FD-424D-A1D4-B24513994DF5}" dt="2019-10-29T10:32:07.357" v="67"/>
          <ac:spMkLst>
            <pc:docMk/>
            <pc:sldMk cId="3602538144" sldId="352"/>
            <ac:spMk id="31746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3602538144" sldId="352"/>
            <ac:spMk id="31747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02.074" v="68"/>
          <ac:spMkLst>
            <pc:docMk/>
            <pc:sldMk cId="3602538144" sldId="352"/>
            <ac:spMk id="31750" creationId="{00000000-0000-0000-0000-000000000000}"/>
          </ac:spMkLst>
        </pc:spChg>
        <pc:spChg chg="mod">
          <ac:chgData name="Chuck jee Chau (CSD)" userId="7aa7a09e-983f-4214-9e5a-071cbb678e81" providerId="ADAL" clId="{7CC5A59B-C6FD-424D-A1D4-B24513994DF5}" dt="2019-10-29T10:35:33.282" v="70"/>
          <ac:spMkLst>
            <pc:docMk/>
            <pc:sldMk cId="3602538144" sldId="352"/>
            <ac:spMk id="3175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35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3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685817" indent="-263776"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055103" indent="-211021"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477145" indent="-211021"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1899186" indent="-211021" defTabSz="90416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321227" indent="-211021" defTabSz="90416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743269" indent="-211021" defTabSz="90416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165310" indent="-211021" defTabSz="90416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587351" indent="-211021" defTabSz="90416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2E596D4-E135-4EEF-9462-2EA6C23ECC07}" type="slidenum">
              <a:rPr lang="zh-TW" altLang="en-US" b="0" smtClean="0">
                <a:latin typeface="Calibri" panose="020F0502020204030204" pitchFamily="34" charset="0"/>
              </a:rPr>
              <a:pPr/>
              <a:t>4</a:t>
            </a:fld>
            <a:endParaRPr lang="en-US" altLang="zh-TW" b="0" dirty="0">
              <a:latin typeface="Calibri" panose="020F050202020403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18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17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85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50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49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48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21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71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00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0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75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9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63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66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In C programming, #define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 preprocessor directive that is used to define macros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, which are the identifiers defined by #define which are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replaced by their value before compilation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 </a:t>
            </a: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One typical use of #define is to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define constants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07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31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620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36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981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93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559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0" u="none" strike="noStrike" kern="1200" cap="none" spc="0" normalizeH="0" baseline="0" noProof="0" dirty="0">
              <a:ln>
                <a:noFill/>
              </a:ln>
              <a:solidFill>
                <a:srgbClr val="9933FF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68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234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167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601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038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517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788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3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05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EC328A8-BCC7-4674-AAD1-52023218739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0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10400" y="6405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B6C3EDE-78D2-4485-B559-C2F66F6C931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958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pPr algn="ctr"/>
            <a:r>
              <a:rPr lang="en-US" altLang="zh-TW" b="1" dirty="0"/>
              <a:t>Structures</a:t>
            </a:r>
            <a:endParaRPr lang="en-US" altLang="zh-TW" dirty="0">
              <a:ea typeface="新細明體" pitchFamily="18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Introduction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dirty="0"/>
              <a:t>Syntax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Defining a structure</a:t>
            </a:r>
          </a:p>
          <a:p>
            <a:pPr lvl="1"/>
            <a:r>
              <a:rPr lang="en-US" dirty="0"/>
              <a:t>Accessing members of a structure</a:t>
            </a:r>
          </a:p>
          <a:p>
            <a:pPr lvl="1"/>
            <a:endParaRPr lang="en-US" dirty="0"/>
          </a:p>
          <a:p>
            <a:r>
              <a:rPr lang="en-US" dirty="0">
                <a:latin typeface="Consolas"/>
                <a:cs typeface="Consolas" panose="020B0609020204030204" pitchFamily="49" charset="0"/>
              </a:rPr>
              <a:t>typedef</a:t>
            </a:r>
          </a:p>
          <a:p>
            <a:pPr lvl="1"/>
            <a:endParaRPr lang="en-US" dirty="0"/>
          </a:p>
          <a:p>
            <a:r>
              <a:rPr lang="en-US" dirty="0"/>
              <a:t>Syntax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Passing structures to a function</a:t>
            </a:r>
          </a:p>
          <a:p>
            <a:pPr lvl="1"/>
            <a:r>
              <a:rPr lang="en-US" dirty="0"/>
              <a:t>Returning a structure from a function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2857500" algn="l"/>
              </a:tabLst>
            </a:pPr>
            <a:r>
              <a:rPr lang="en-US" altLang="zh-TW" dirty="0">
                <a:ea typeface="新細明體" pitchFamily="18" charset="-120"/>
              </a:rPr>
              <a:t>A </a:t>
            </a:r>
            <a:r>
              <a:rPr lang="en-US" altLang="zh-TW" b="1" i="1" dirty="0">
                <a:solidFill>
                  <a:srgbClr val="0070C0"/>
                </a:solidFill>
                <a:ea typeface="新細明體" pitchFamily="18" charset="-120"/>
              </a:rPr>
              <a:t>structure</a:t>
            </a:r>
            <a:r>
              <a:rPr lang="en-US" altLang="zh-TW" dirty="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is a collection of related storage elements under a single name.</a:t>
            </a: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r>
              <a:rPr lang="en-US" altLang="zh-TW" dirty="0">
                <a:ea typeface="新細明體" pitchFamily="18" charset="-120"/>
              </a:rPr>
              <a:t>The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elements</a:t>
            </a:r>
            <a:r>
              <a:rPr lang="en-US" altLang="zh-TW" dirty="0">
                <a:ea typeface="新細明體" pitchFamily="18" charset="-120"/>
              </a:rPr>
              <a:t> in a structure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can be of different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types</a:t>
            </a:r>
            <a:r>
              <a:rPr lang="en-US" altLang="zh-TW" dirty="0">
                <a:ea typeface="新細明體" pitchFamily="18" charset="-120"/>
              </a:rPr>
              <a:t>.  </a:t>
            </a:r>
            <a:br>
              <a:rPr lang="en-US" altLang="zh-TW" dirty="0">
                <a:ea typeface="新細明體" pitchFamily="18" charset="-120"/>
              </a:rPr>
            </a:br>
            <a:endParaRPr lang="en-US" altLang="zh-TW" dirty="0">
              <a:ea typeface="新細明體" pitchFamily="18" charset="-120"/>
            </a:endParaRPr>
          </a:p>
          <a:p>
            <a:pPr>
              <a:lnSpc>
                <a:spcPct val="90000"/>
              </a:lnSpc>
              <a:tabLst>
                <a:tab pos="2857500" algn="l"/>
              </a:tabLst>
            </a:pPr>
            <a:r>
              <a:rPr lang="en-US" altLang="zh-TW" dirty="0">
                <a:ea typeface="新細明體" pitchFamily="18" charset="-120"/>
              </a:rPr>
              <a:t>All elements in a structure typically related semantically.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64373"/>
            <a:ext cx="2286000" cy="20662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248400"/>
            <a:ext cx="8458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Image </a:t>
            </a:r>
            <a:r>
              <a:rPr lang="en-US" sz="1600" dirty="0" err="1"/>
              <a:t>src</a:t>
            </a:r>
            <a:r>
              <a:rPr lang="en-US" sz="1600" dirty="0"/>
              <a:t>: http://www.ladybug-lunches.com/2013/07/bento-buddies-review.html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5013960" y="2318266"/>
            <a:ext cx="129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19520" y="2133600"/>
            <a:ext cx="105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7160" y="2878135"/>
            <a:ext cx="1818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Storage elements</a:t>
            </a: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H="1">
            <a:off x="5191760" y="3062801"/>
            <a:ext cx="1295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4531360" y="3147653"/>
            <a:ext cx="1955800" cy="35754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70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895350"/>
          </a:xfrm>
        </p:spPr>
        <p:txBody>
          <a:bodyPr>
            <a:normAutofit/>
          </a:bodyPr>
          <a:lstStyle/>
          <a:p>
            <a:r>
              <a:rPr lang="en-US" altLang="zh-TW" dirty="0">
                <a:ea typeface="新細明體"/>
              </a:rPr>
              <a:t>1.1. Defining a Structure Type (</a:t>
            </a:r>
            <a:r>
              <a:rPr lang="en-US" altLang="zh-TW" i="1" dirty="0">
                <a:ea typeface="新細明體"/>
              </a:rPr>
              <a:t>Syntax</a:t>
            </a:r>
            <a:r>
              <a:rPr lang="en-US" altLang="zh-TW" dirty="0">
                <a:ea typeface="新細明體"/>
              </a:rPr>
              <a:t>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7850" y="1085850"/>
            <a:ext cx="8262938" cy="264795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struct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struct_name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 type1 member1;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 type2 member2a, member2b;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 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 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typeN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 </a:t>
            </a:r>
            <a:r>
              <a:rPr lang="en-US" altLang="zh-TW" sz="2400" dirty="0" err="1">
                <a:latin typeface="Consolas" panose="020B0609020204030204" pitchFamily="49" charset="0"/>
                <a:ea typeface="新細明體" pitchFamily="18" charset="-120"/>
              </a:rPr>
              <a:t>memberN</a:t>
            </a: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itchFamily="18" charset="-120"/>
              </a:rPr>
              <a:t>} </a:t>
            </a:r>
            <a:r>
              <a:rPr lang="en-US" altLang="zh-TW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</a:rPr>
              <a:t>;</a:t>
            </a:r>
            <a:endParaRPr lang="en-US" altLang="zh-TW" sz="2400" dirty="0">
              <a:highlight>
                <a:srgbClr val="FFFF00"/>
              </a:highlight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152400" y="3886200"/>
            <a:ext cx="8839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800" b="0" dirty="0">
                <a:latin typeface="Calibri" panose="020F0502020204030204" pitchFamily="34" charset="0"/>
                <a:ea typeface="新細明體" pitchFamily="18" charset="-120"/>
              </a:rPr>
              <a:t>A </a:t>
            </a:r>
            <a:r>
              <a:rPr lang="en-US" altLang="zh-TW" sz="2800" b="0" dirty="0">
                <a:solidFill>
                  <a:srgbClr val="0070C0"/>
                </a:solidFill>
                <a:latin typeface="Calibri" panose="020F0502020204030204" pitchFamily="34" charset="0"/>
                <a:ea typeface="新細明體" pitchFamily="18" charset="-120"/>
              </a:rPr>
              <a:t>structure type</a:t>
            </a:r>
            <a:r>
              <a:rPr lang="en-US" altLang="zh-TW" sz="2800" b="0" dirty="0">
                <a:latin typeface="Calibri" panose="020F0502020204030204" pitchFamily="34" charset="0"/>
                <a:ea typeface="新細明體" pitchFamily="18" charset="-120"/>
              </a:rPr>
              <a:t> is a defined using the keyword </a:t>
            </a:r>
            <a:r>
              <a:rPr lang="en-US" altLang="zh-TW" sz="2800" b="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800" b="0" dirty="0">
                <a:latin typeface="Calibri" panose="020F0502020204030204" pitchFamily="34" charset="0"/>
                <a:ea typeface="新細明體" pitchFamily="18" charset="-120"/>
              </a:rPr>
              <a:t>.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altLang="zh-TW" sz="1600" b="0" dirty="0">
              <a:latin typeface="Calibri" panose="020F0502020204030204" pitchFamily="34" charset="0"/>
              <a:ea typeface="新細明體" pitchFamily="18" charset="-12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800" b="0" dirty="0">
                <a:latin typeface="Calibri" panose="020F0502020204030204" pitchFamily="34" charset="0"/>
                <a:ea typeface="新細明體" pitchFamily="18" charset="-120"/>
              </a:rPr>
              <a:t>We need to </a:t>
            </a:r>
            <a:r>
              <a:rPr lang="en-US" altLang="zh-TW" sz="2800" b="0" u="sng" dirty="0">
                <a:latin typeface="Calibri" panose="020F0502020204030204" pitchFamily="34" charset="0"/>
                <a:ea typeface="新細明體" pitchFamily="18" charset="-120"/>
              </a:rPr>
              <a:t>define</a:t>
            </a:r>
            <a:r>
              <a:rPr lang="en-US" altLang="zh-TW" sz="2800" b="0" dirty="0">
                <a:latin typeface="Calibri" panose="020F0502020204030204" pitchFamily="34" charset="0"/>
                <a:ea typeface="新細明體" pitchFamily="18" charset="-120"/>
              </a:rPr>
              <a:t> a structure type before we can declare variables of that type to store values.</a:t>
            </a:r>
          </a:p>
          <a:p>
            <a:pPr marL="0" indent="0" eaLnBrk="1" hangingPunct="1">
              <a:spcBef>
                <a:spcPct val="20000"/>
              </a:spcBef>
              <a:buClr>
                <a:schemeClr val="accent1"/>
              </a:buClr>
            </a:pPr>
            <a:endParaRPr lang="en-US" altLang="zh-TW" sz="1400" b="0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6150" name="AutoShape 8"/>
          <p:cNvSpPr>
            <a:spLocks/>
          </p:cNvSpPr>
          <p:nvPr/>
        </p:nvSpPr>
        <p:spPr bwMode="auto">
          <a:xfrm>
            <a:off x="5609431" y="2123995"/>
            <a:ext cx="518818" cy="430054"/>
          </a:xfrm>
          <a:prstGeom prst="rightBrace">
            <a:avLst>
              <a:gd name="adj1" fmla="val 6258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alibri" panose="020F0502020204030204" pitchFamily="34" charset="0"/>
            </a:endParaRPr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6172200" y="1874044"/>
            <a:ext cx="2743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TW" sz="2000" b="0" dirty="0">
                <a:latin typeface="Calibri" panose="020F0502020204030204" pitchFamily="34" charset="0"/>
                <a:ea typeface="新細明體" pitchFamily="18" charset="-120"/>
              </a:rPr>
              <a:t>Define what kinds of data to hold.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01BBDE7-D506-6745-9F5B-74507217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7411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1.1. Defining a Structure Type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dirty="0">
                <a:ea typeface="新細明體"/>
              </a:rPr>
              <a:t>Another example:</a:t>
            </a:r>
            <a:endParaRPr lang="en-US" altLang="zh-TW" sz="2800" b="1" i="1" dirty="0">
              <a:solidFill>
                <a:srgbClr val="FF0000"/>
              </a:solidFill>
              <a:ea typeface="新細明體" panose="02020500000000000000" pitchFamily="18" charset="-120"/>
              <a:cs typeface="Calibri"/>
            </a:endParaRPr>
          </a:p>
          <a:p>
            <a:pPr>
              <a:lnSpc>
                <a:spcPct val="90000"/>
              </a:lnSpc>
            </a:pPr>
            <a:endParaRPr lang="en-US" altLang="zh-TW" sz="2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</a:pPr>
            <a:endParaRPr lang="en-US" altLang="zh-TW" sz="23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4">
              <a:lnSpc>
                <a:spcPct val="90000"/>
              </a:lnSpc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4">
              <a:lnSpc>
                <a:spcPct val="90000"/>
              </a:lnSpc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This defines a new data type called </a:t>
            </a:r>
            <a:r>
              <a:rPr lang="en-US" altLang="zh-TW" sz="28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</a:t>
            </a:r>
            <a:r>
              <a:rPr lang="en-US" altLang="zh-TW" sz="2800" dirty="0">
                <a:ea typeface="新細明體"/>
              </a:rPr>
              <a:t>, which consists of three </a:t>
            </a:r>
            <a:r>
              <a:rPr lang="en-US" altLang="zh-TW" sz="2800" i="1" dirty="0">
                <a:ea typeface="新細明體"/>
              </a:rPr>
              <a:t>related </a:t>
            </a:r>
            <a:r>
              <a:rPr lang="en-US" altLang="zh-TW" sz="2800" b="1" i="1" dirty="0">
                <a:solidFill>
                  <a:srgbClr val="FF0000"/>
                </a:solidFill>
                <a:ea typeface="新細明體"/>
              </a:rPr>
              <a:t>members</a:t>
            </a:r>
            <a:r>
              <a:rPr lang="en-US" altLang="zh-TW" sz="2800" dirty="0">
                <a:ea typeface="新細明體"/>
              </a:rPr>
              <a:t>:</a:t>
            </a:r>
            <a:r>
              <a:rPr lang="en-US" altLang="zh-TW" sz="2800" i="1" dirty="0">
                <a:ea typeface="新細明體"/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id</a:t>
            </a:r>
            <a:r>
              <a:rPr lang="en-US" altLang="zh-TW" sz="2800" i="1" dirty="0">
                <a:ea typeface="新細明體"/>
              </a:rPr>
              <a:t>, </a:t>
            </a:r>
            <a:r>
              <a:rPr lang="en-US" altLang="zh-TW" sz="280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name</a:t>
            </a:r>
            <a:r>
              <a:rPr lang="en-US" altLang="zh-TW" sz="2800" dirty="0">
                <a:ea typeface="新細明體"/>
              </a:rPr>
              <a:t>, and </a:t>
            </a:r>
            <a:r>
              <a:rPr lang="en-US" altLang="zh-TW" sz="2800" dirty="0" err="1">
                <a:solidFill>
                  <a:srgbClr val="0000FF"/>
                </a:solidFill>
                <a:highlight>
                  <a:srgbClr val="C0C0C0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gpa</a:t>
            </a:r>
            <a:r>
              <a:rPr lang="en-US" altLang="zh-TW" sz="2800" dirty="0">
                <a:ea typeface="新細明體"/>
              </a:rPr>
              <a:t>.</a:t>
            </a:r>
            <a:endParaRPr lang="en-US" altLang="zh-TW" sz="2800" dirty="0">
              <a:ea typeface="新細明體"/>
              <a:cs typeface="Calibri"/>
            </a:endParaRP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969963" y="1646855"/>
            <a:ext cx="6673622" cy="19389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define a NEW type for storing data LATER */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student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char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id[11]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char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name[40]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double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20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0C0C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gpa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  <a:endParaRPr kumimoji="0" lang="zh-TW" altLang="en-US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1751" name="AutoShape 7"/>
          <p:cNvSpPr>
            <a:spLocks noChangeArrowheads="1"/>
          </p:cNvSpPr>
          <p:nvPr/>
        </p:nvSpPr>
        <p:spPr bwMode="auto">
          <a:xfrm>
            <a:off x="5508625" y="2913680"/>
            <a:ext cx="3051175" cy="919401"/>
          </a:xfrm>
          <a:prstGeom prst="wedgeRoundRectCallout">
            <a:avLst>
              <a:gd name="adj1" fmla="val -184912"/>
              <a:gd name="adj2" fmla="val 894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Note the semicolon (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) at the end.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C9CF887-DD79-014B-A8D9-63876AA5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3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新細明體" panose="02020500000000000000" pitchFamily="18" charset="-120"/>
              </a:rPr>
              <a:t>1.1. Defining a Structure Type</a:t>
            </a:r>
            <a:endParaRPr lang="en-US" altLang="zh-TW" dirty="0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38" y="980716"/>
            <a:ext cx="8932985" cy="5105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dirty="0">
              <a:ea typeface="新細明體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TW" b="1" dirty="0">
              <a:ea typeface="新細明體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TW" b="1" dirty="0">
                <a:ea typeface="新細明體"/>
                <a:cs typeface="Calibri"/>
              </a:rPr>
              <a:t>Important:</a:t>
            </a: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This defines only a new data type called </a:t>
            </a:r>
            <a:r>
              <a:rPr lang="en-US" altLang="zh-TW" sz="280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</a:t>
            </a:r>
            <a:r>
              <a:rPr lang="en-US" altLang="zh-TW" sz="2800" dirty="0">
                <a:ea typeface="新細明體"/>
              </a:rPr>
              <a:t>.</a:t>
            </a:r>
            <a:endParaRPr lang="en-US" dirty="0">
              <a:ea typeface="新細明體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altLang="zh-TW" sz="2800" i="1" dirty="0">
                <a:solidFill>
                  <a:srgbClr val="FF0000"/>
                </a:solidFill>
                <a:ea typeface="新細明體"/>
              </a:rPr>
              <a:t>No</a:t>
            </a:r>
            <a:r>
              <a:rPr lang="en-US" altLang="zh-TW" sz="2800" dirty="0">
                <a:ea typeface="新細明體"/>
              </a:rPr>
              <a:t> variable storage has YET been allocated.</a:t>
            </a:r>
            <a:endParaRPr lang="en-US" altLang="zh-TW" sz="2800" dirty="0">
              <a:ea typeface="新細明體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/>
              </a:rPr>
              <a:t>This is just the </a:t>
            </a:r>
            <a:r>
              <a:rPr lang="en-US" altLang="zh-TW" sz="2800" i="1" dirty="0">
                <a:solidFill>
                  <a:srgbClr val="0000FF"/>
                </a:solidFill>
                <a:ea typeface="新細明體"/>
              </a:rPr>
              <a:t>blueprint</a:t>
            </a:r>
            <a:r>
              <a:rPr lang="en-US" altLang="zh-TW" sz="2800" dirty="0">
                <a:ea typeface="新細明體"/>
              </a:rPr>
              <a:t> (</a:t>
            </a:r>
            <a:r>
              <a:rPr lang="en-US" altLang="zh-TW" sz="2800" i="1" dirty="0">
                <a:solidFill>
                  <a:srgbClr val="0000FF"/>
                </a:solidFill>
                <a:ea typeface="新細明體"/>
              </a:rPr>
              <a:t>design</a:t>
            </a:r>
            <a:r>
              <a:rPr lang="en-US" altLang="zh-TW" sz="2800" i="1" dirty="0">
                <a:ea typeface="新細明體"/>
              </a:rPr>
              <a:t>)</a:t>
            </a:r>
            <a:r>
              <a:rPr lang="en-US" altLang="zh-TW" sz="2800" dirty="0">
                <a:ea typeface="新細明體"/>
              </a:rPr>
              <a:t> of the new type.</a:t>
            </a:r>
            <a:endParaRPr lang="en-US" altLang="zh-TW" sz="2800" dirty="0">
              <a:ea typeface="新細明體"/>
              <a:cs typeface="Calibri"/>
            </a:endParaRP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969963" y="1600200"/>
            <a:ext cx="6673622" cy="17620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define a NEW type for storing data LATER 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student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char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id[11];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char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name[40];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double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20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gpa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  <a:endParaRPr kumimoji="0" lang="zh-TW" altLang="en-US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9EBBF-6D8B-524A-A684-963B533B2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76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新細明體" panose="02020500000000000000" pitchFamily="18" charset="-120"/>
              </a:rPr>
              <a:t>1.1. Defining a Structure Type</a:t>
            </a:r>
            <a:endParaRPr lang="en-US" altLang="zh-TW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i="1" dirty="0">
                <a:solidFill>
                  <a:srgbClr val="FF0000"/>
                </a:solidFill>
                <a:ea typeface="新細明體"/>
              </a:rPr>
              <a:t>Structure variables</a:t>
            </a:r>
            <a:r>
              <a:rPr lang="en-US" altLang="zh-TW" dirty="0">
                <a:ea typeface="新細明體"/>
              </a:rPr>
              <a:t> can then be declared just like variables of simple data types.</a:t>
            </a:r>
            <a:endParaRPr lang="en-US" altLang="zh-TW" dirty="0">
              <a:ea typeface="新細明體"/>
              <a:cs typeface="Calibri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E.g.,</a:t>
            </a:r>
            <a:endParaRPr lang="en-US" altLang="zh-TW" dirty="0">
              <a:ea typeface="新細明體" panose="02020500000000000000" pitchFamily="18" charset="-120"/>
              <a:cs typeface="Calibri"/>
            </a:endParaRPr>
          </a:p>
          <a:p>
            <a:pPr lvl="1">
              <a:buNone/>
            </a:pPr>
            <a:r>
              <a:rPr lang="en-US" altLang="zh-TW" sz="29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90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</a:t>
            </a:r>
            <a:r>
              <a:rPr lang="en-US" altLang="zh-TW" sz="2900" dirty="0">
                <a:solidFill>
                  <a:srgbClr val="0099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</a:t>
            </a:r>
            <a:r>
              <a:rPr lang="en-US" altLang="zh-TW" sz="29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lang="en-US" altLang="zh-TW" sz="2900" dirty="0">
                <a:solidFill>
                  <a:schemeClr val="folHlink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peter</a:t>
            </a:r>
            <a:r>
              <a:rPr lang="en-US" altLang="zh-TW" sz="29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;</a:t>
            </a:r>
            <a:endParaRPr lang="en-US" altLang="zh-TW" dirty="0"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  <a:p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44038" name="AutoShape 6"/>
          <p:cNvSpPr>
            <a:spLocks noChangeArrowheads="1"/>
          </p:cNvSpPr>
          <p:nvPr/>
        </p:nvSpPr>
        <p:spPr bwMode="auto">
          <a:xfrm>
            <a:off x="1293465" y="4446079"/>
            <a:ext cx="6172200" cy="190976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t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peter</a:t>
            </a:r>
            <a:endParaRPr lang="en-US" altLang="zh-TW" sz="320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44167" name="Rectangle 135"/>
          <p:cNvSpPr>
            <a:spLocks noChangeArrowheads="1"/>
          </p:cNvSpPr>
          <p:nvPr/>
        </p:nvSpPr>
        <p:spPr bwMode="auto">
          <a:xfrm>
            <a:off x="26481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4168" name="Rectangle 136"/>
          <p:cNvSpPr>
            <a:spLocks noChangeArrowheads="1"/>
          </p:cNvSpPr>
          <p:nvPr/>
        </p:nvSpPr>
        <p:spPr bwMode="auto">
          <a:xfrm>
            <a:off x="1733789" y="4665417"/>
            <a:ext cx="8382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id</a:t>
            </a:r>
          </a:p>
        </p:txBody>
      </p:sp>
      <p:sp>
        <p:nvSpPr>
          <p:cNvPr id="44169" name="Rectangle 137"/>
          <p:cNvSpPr>
            <a:spLocks noChangeArrowheads="1"/>
          </p:cNvSpPr>
          <p:nvPr/>
        </p:nvSpPr>
        <p:spPr bwMode="auto">
          <a:xfrm>
            <a:off x="1733789" y="5275017"/>
            <a:ext cx="8382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name</a:t>
            </a:r>
          </a:p>
        </p:txBody>
      </p:sp>
      <p:sp>
        <p:nvSpPr>
          <p:cNvPr id="44170" name="Rectangle 138"/>
          <p:cNvSpPr>
            <a:spLocks noChangeArrowheads="1"/>
          </p:cNvSpPr>
          <p:nvPr/>
        </p:nvSpPr>
        <p:spPr bwMode="auto">
          <a:xfrm>
            <a:off x="1733789" y="5884617"/>
            <a:ext cx="8382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gpa</a:t>
            </a:r>
            <a:endParaRPr kumimoji="0" lang="en-US" altLang="zh-TW" sz="18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4172" name="Rectangle 140"/>
          <p:cNvSpPr>
            <a:spLocks noChangeArrowheads="1"/>
          </p:cNvSpPr>
          <p:nvPr/>
        </p:nvSpPr>
        <p:spPr bwMode="auto">
          <a:xfrm>
            <a:off x="29529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4173" name="Rectangle 141"/>
          <p:cNvSpPr>
            <a:spLocks noChangeArrowheads="1"/>
          </p:cNvSpPr>
          <p:nvPr/>
        </p:nvSpPr>
        <p:spPr bwMode="auto">
          <a:xfrm>
            <a:off x="32577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44174" name="Rectangle 142"/>
          <p:cNvSpPr>
            <a:spLocks noChangeArrowheads="1"/>
          </p:cNvSpPr>
          <p:nvPr/>
        </p:nvSpPr>
        <p:spPr bwMode="auto">
          <a:xfrm>
            <a:off x="35625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44175" name="Rectangle 143"/>
          <p:cNvSpPr>
            <a:spLocks noChangeArrowheads="1"/>
          </p:cNvSpPr>
          <p:nvPr/>
        </p:nvSpPr>
        <p:spPr bwMode="auto">
          <a:xfrm>
            <a:off x="38673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44176" name="Rectangle 144"/>
          <p:cNvSpPr>
            <a:spLocks noChangeArrowheads="1"/>
          </p:cNvSpPr>
          <p:nvPr/>
        </p:nvSpPr>
        <p:spPr bwMode="auto">
          <a:xfrm>
            <a:off x="41721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44177" name="Rectangle 145"/>
          <p:cNvSpPr>
            <a:spLocks noChangeArrowheads="1"/>
          </p:cNvSpPr>
          <p:nvPr/>
        </p:nvSpPr>
        <p:spPr bwMode="auto">
          <a:xfrm>
            <a:off x="44769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44178" name="Rectangle 146"/>
          <p:cNvSpPr>
            <a:spLocks noChangeArrowheads="1"/>
          </p:cNvSpPr>
          <p:nvPr/>
        </p:nvSpPr>
        <p:spPr bwMode="auto">
          <a:xfrm>
            <a:off x="48579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44179" name="Rectangle 147"/>
          <p:cNvSpPr>
            <a:spLocks noChangeArrowheads="1"/>
          </p:cNvSpPr>
          <p:nvPr/>
        </p:nvSpPr>
        <p:spPr bwMode="auto">
          <a:xfrm>
            <a:off x="47817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44180" name="Rectangle 148"/>
          <p:cNvSpPr>
            <a:spLocks noChangeArrowheads="1"/>
          </p:cNvSpPr>
          <p:nvPr/>
        </p:nvSpPr>
        <p:spPr bwMode="auto">
          <a:xfrm>
            <a:off x="50865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44181" name="Rectangle 149"/>
          <p:cNvSpPr>
            <a:spLocks noChangeArrowheads="1"/>
          </p:cNvSpPr>
          <p:nvPr/>
        </p:nvSpPr>
        <p:spPr bwMode="auto">
          <a:xfrm>
            <a:off x="2648189" y="5884617"/>
            <a:ext cx="838200" cy="381000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3.63</a:t>
            </a:r>
          </a:p>
        </p:txBody>
      </p:sp>
      <p:sp>
        <p:nvSpPr>
          <p:cNvPr id="44182" name="Rectangle 150"/>
          <p:cNvSpPr>
            <a:spLocks noChangeArrowheads="1"/>
          </p:cNvSpPr>
          <p:nvPr/>
        </p:nvSpPr>
        <p:spPr bwMode="auto">
          <a:xfrm>
            <a:off x="26481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44183" name="Rectangle 151"/>
          <p:cNvSpPr>
            <a:spLocks noChangeArrowheads="1"/>
          </p:cNvSpPr>
          <p:nvPr/>
        </p:nvSpPr>
        <p:spPr bwMode="auto">
          <a:xfrm>
            <a:off x="29529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44184" name="Rectangle 152"/>
          <p:cNvSpPr>
            <a:spLocks noChangeArrowheads="1"/>
          </p:cNvSpPr>
          <p:nvPr/>
        </p:nvSpPr>
        <p:spPr bwMode="auto">
          <a:xfrm>
            <a:off x="32577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</a:t>
            </a:r>
          </a:p>
        </p:txBody>
      </p:sp>
      <p:sp>
        <p:nvSpPr>
          <p:cNvPr id="44185" name="Rectangle 153"/>
          <p:cNvSpPr>
            <a:spLocks noChangeArrowheads="1"/>
          </p:cNvSpPr>
          <p:nvPr/>
        </p:nvSpPr>
        <p:spPr bwMode="auto">
          <a:xfrm>
            <a:off x="35625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44186" name="Rectangle 154"/>
          <p:cNvSpPr>
            <a:spLocks noChangeArrowheads="1"/>
          </p:cNvSpPr>
          <p:nvPr/>
        </p:nvSpPr>
        <p:spPr bwMode="auto">
          <a:xfrm>
            <a:off x="38673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44187" name="Rectangle 155"/>
          <p:cNvSpPr>
            <a:spLocks noChangeArrowheads="1"/>
          </p:cNvSpPr>
          <p:nvPr/>
        </p:nvSpPr>
        <p:spPr bwMode="auto">
          <a:xfrm>
            <a:off x="41721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44188" name="Rectangle 156"/>
          <p:cNvSpPr>
            <a:spLocks noChangeArrowheads="1"/>
          </p:cNvSpPr>
          <p:nvPr/>
        </p:nvSpPr>
        <p:spPr bwMode="auto">
          <a:xfrm>
            <a:off x="44769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44189" name="Rectangle 157"/>
          <p:cNvSpPr>
            <a:spLocks noChangeArrowheads="1"/>
          </p:cNvSpPr>
          <p:nvPr/>
        </p:nvSpPr>
        <p:spPr bwMode="auto">
          <a:xfrm>
            <a:off x="47817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44190" name="Rectangle 158"/>
          <p:cNvSpPr>
            <a:spLocks noChangeArrowheads="1"/>
          </p:cNvSpPr>
          <p:nvPr/>
        </p:nvSpPr>
        <p:spPr bwMode="auto">
          <a:xfrm>
            <a:off x="50865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44191" name="Rectangle 159"/>
          <p:cNvSpPr>
            <a:spLocks noChangeArrowheads="1"/>
          </p:cNvSpPr>
          <p:nvPr/>
        </p:nvSpPr>
        <p:spPr bwMode="auto">
          <a:xfrm>
            <a:off x="5391389" y="5275017"/>
            <a:ext cx="304800" cy="381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\0</a:t>
            </a:r>
          </a:p>
        </p:txBody>
      </p:sp>
      <p:sp>
        <p:nvSpPr>
          <p:cNvPr id="44192" name="Rectangle 160"/>
          <p:cNvSpPr>
            <a:spLocks noChangeArrowheads="1"/>
          </p:cNvSpPr>
          <p:nvPr/>
        </p:nvSpPr>
        <p:spPr bwMode="auto">
          <a:xfrm>
            <a:off x="5696189" y="5275017"/>
            <a:ext cx="304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44193" name="Rectangle 161"/>
          <p:cNvSpPr>
            <a:spLocks noChangeArrowheads="1"/>
          </p:cNvSpPr>
          <p:nvPr/>
        </p:nvSpPr>
        <p:spPr bwMode="auto">
          <a:xfrm>
            <a:off x="6000989" y="5275017"/>
            <a:ext cx="304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44194" name="Rectangle 162"/>
          <p:cNvSpPr>
            <a:spLocks noChangeArrowheads="1"/>
          </p:cNvSpPr>
          <p:nvPr/>
        </p:nvSpPr>
        <p:spPr bwMode="auto">
          <a:xfrm>
            <a:off x="6305789" y="5275017"/>
            <a:ext cx="304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44195" name="AutoShape 163"/>
          <p:cNvSpPr>
            <a:spLocks/>
          </p:cNvSpPr>
          <p:nvPr/>
        </p:nvSpPr>
        <p:spPr bwMode="auto">
          <a:xfrm rot="16200000">
            <a:off x="2695695" y="2027111"/>
            <a:ext cx="381000" cy="2762011"/>
          </a:xfrm>
          <a:prstGeom prst="leftBrace">
            <a:avLst>
              <a:gd name="adj1" fmla="val 6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4196" name="AutoShape 164"/>
          <p:cNvSpPr>
            <a:spLocks/>
          </p:cNvSpPr>
          <p:nvPr/>
        </p:nvSpPr>
        <p:spPr bwMode="auto">
          <a:xfrm rot="16200000">
            <a:off x="5029200" y="2912817"/>
            <a:ext cx="381000" cy="990600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4199" name="Text Box 167"/>
          <p:cNvSpPr txBox="1">
            <a:spLocks noChangeArrowheads="1"/>
          </p:cNvSpPr>
          <p:nvPr/>
        </p:nvSpPr>
        <p:spPr bwMode="auto">
          <a:xfrm>
            <a:off x="57389" y="3811342"/>
            <a:ext cx="24721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This is the type name.</a:t>
            </a:r>
          </a:p>
        </p:txBody>
      </p:sp>
      <p:sp>
        <p:nvSpPr>
          <p:cNvPr id="44200" name="Text Box 168"/>
          <p:cNvSpPr txBox="1">
            <a:spLocks noChangeArrowheads="1"/>
          </p:cNvSpPr>
          <p:nvPr/>
        </p:nvSpPr>
        <p:spPr bwMode="auto">
          <a:xfrm>
            <a:off x="5773541" y="3811342"/>
            <a:ext cx="28370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This is the variable name.</a:t>
            </a:r>
          </a:p>
        </p:txBody>
      </p:sp>
      <p:cxnSp>
        <p:nvCxnSpPr>
          <p:cNvPr id="44201" name="AutoShape 169"/>
          <p:cNvCxnSpPr>
            <a:cxnSpLocks noChangeShapeType="1"/>
          </p:cNvCxnSpPr>
          <p:nvPr/>
        </p:nvCxnSpPr>
        <p:spPr bwMode="auto">
          <a:xfrm rot="10800000">
            <a:off x="5212106" y="3631390"/>
            <a:ext cx="542925" cy="411163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202" name="AutoShape 170"/>
          <p:cNvCxnSpPr>
            <a:cxnSpLocks noChangeShapeType="1"/>
          </p:cNvCxnSpPr>
          <p:nvPr/>
        </p:nvCxnSpPr>
        <p:spPr bwMode="auto">
          <a:xfrm flipV="1">
            <a:off x="2541708" y="3621635"/>
            <a:ext cx="344487" cy="411163"/>
          </a:xfrm>
          <a:prstGeom prst="bentConnector4">
            <a:avLst>
              <a:gd name="adj1" fmla="val 22350"/>
              <a:gd name="adj2" fmla="val 44402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203" name="Rectangle 171"/>
          <p:cNvSpPr>
            <a:spLocks noChangeArrowheads="1"/>
          </p:cNvSpPr>
          <p:nvPr/>
        </p:nvSpPr>
        <p:spPr bwMode="auto">
          <a:xfrm>
            <a:off x="53913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44204" name="Rectangle 172"/>
          <p:cNvSpPr>
            <a:spLocks noChangeArrowheads="1"/>
          </p:cNvSpPr>
          <p:nvPr/>
        </p:nvSpPr>
        <p:spPr bwMode="auto">
          <a:xfrm>
            <a:off x="5696189" y="4665417"/>
            <a:ext cx="304800" cy="381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\0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53079510-8476-B642-A350-4C209D88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5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4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4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animBg="1"/>
      <p:bldP spid="44167" grpId="0" animBg="1"/>
      <p:bldP spid="44168" grpId="0"/>
      <p:bldP spid="44169" grpId="0"/>
      <p:bldP spid="44170" grpId="0"/>
      <p:bldP spid="44172" grpId="0" animBg="1"/>
      <p:bldP spid="44173" grpId="0" animBg="1"/>
      <p:bldP spid="44174" grpId="0" animBg="1"/>
      <p:bldP spid="44175" grpId="0" animBg="1"/>
      <p:bldP spid="44176" grpId="0" animBg="1"/>
      <p:bldP spid="44177" grpId="0" animBg="1"/>
      <p:bldP spid="44178" grpId="0" animBg="1"/>
      <p:bldP spid="44179" grpId="0" animBg="1"/>
      <p:bldP spid="44180" grpId="0" animBg="1"/>
      <p:bldP spid="44181" grpId="0" animBg="1"/>
      <p:bldP spid="44182" grpId="0" animBg="1"/>
      <p:bldP spid="44183" grpId="0" animBg="1"/>
      <p:bldP spid="44184" grpId="0" animBg="1"/>
      <p:bldP spid="44185" grpId="0" animBg="1"/>
      <p:bldP spid="44186" grpId="0" animBg="1"/>
      <p:bldP spid="44187" grpId="0" animBg="1"/>
      <p:bldP spid="44188" grpId="0" animBg="1"/>
      <p:bldP spid="44189" grpId="0" animBg="1"/>
      <p:bldP spid="44190" grpId="0" animBg="1"/>
      <p:bldP spid="44191" grpId="0" animBg="1"/>
      <p:bldP spid="44192" grpId="0" animBg="1"/>
      <p:bldP spid="44193" grpId="0" animBg="1"/>
      <p:bldP spid="44194" grpId="0" animBg="1"/>
      <p:bldP spid="44199" grpId="0"/>
      <p:bldP spid="44200" grpId="0"/>
      <p:bldP spid="44203" grpId="0" animBg="1"/>
      <p:bldP spid="4420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50" name="Rectangle 70"/>
          <p:cNvSpPr>
            <a:spLocks noChangeArrowheads="1"/>
          </p:cNvSpPr>
          <p:nvPr/>
        </p:nvSpPr>
        <p:spPr bwMode="auto">
          <a:xfrm>
            <a:off x="-75252" y="1533990"/>
            <a:ext cx="1330325" cy="46736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6151" name="Rectangle 71"/>
          <p:cNvSpPr>
            <a:spLocks noChangeArrowheads="1"/>
          </p:cNvSpPr>
          <p:nvPr/>
        </p:nvSpPr>
        <p:spPr bwMode="auto">
          <a:xfrm>
            <a:off x="2536" y="4650253"/>
            <a:ext cx="1252537" cy="129334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1.1. Altogether: Global Structure Type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dirty="0">
                <a:ea typeface="新細明體" panose="02020500000000000000" pitchFamily="18" charset="-120"/>
              </a:rPr>
              <a:t>A struct type is usually defined </a:t>
            </a:r>
            <a:r>
              <a:rPr lang="en-US" altLang="zh-TW" sz="2400" i="1" dirty="0">
                <a:solidFill>
                  <a:srgbClr val="FF0000"/>
                </a:solidFill>
                <a:ea typeface="新細明體" panose="02020500000000000000" pitchFamily="18" charset="-120"/>
              </a:rPr>
              <a:t>outside</a:t>
            </a:r>
            <a:r>
              <a:rPr lang="en-US" altLang="zh-TW" sz="2400" dirty="0">
                <a:ea typeface="新細明體" panose="02020500000000000000" pitchFamily="18" charset="-120"/>
              </a:rPr>
              <a:t> any functions.</a:t>
            </a:r>
            <a:endParaRPr lang="zh-TW" altLang="en-US" sz="2400" dirty="0">
              <a:ea typeface="新細明體" panose="02020500000000000000" pitchFamily="18" charset="-120"/>
            </a:endParaRPr>
          </a:p>
        </p:txBody>
      </p:sp>
      <p:sp>
        <p:nvSpPr>
          <p:cNvPr id="46091" name="AutoShape 11"/>
          <p:cNvSpPr>
            <a:spLocks/>
          </p:cNvSpPr>
          <p:nvPr/>
        </p:nvSpPr>
        <p:spPr bwMode="auto">
          <a:xfrm>
            <a:off x="951861" y="2549990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6092" name="AutoShape 12"/>
          <p:cNvSpPr>
            <a:spLocks/>
          </p:cNvSpPr>
          <p:nvPr/>
        </p:nvSpPr>
        <p:spPr bwMode="auto">
          <a:xfrm>
            <a:off x="951861" y="4650253"/>
            <a:ext cx="304800" cy="1293348"/>
          </a:xfrm>
          <a:prstGeom prst="leftBrace">
            <a:avLst>
              <a:gd name="adj1" fmla="val 4791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6147" name="Text Box 67"/>
          <p:cNvSpPr txBox="1">
            <a:spLocks noChangeArrowheads="1"/>
          </p:cNvSpPr>
          <p:nvPr/>
        </p:nvSpPr>
        <p:spPr bwMode="auto">
          <a:xfrm>
            <a:off x="1255073" y="1533990"/>
            <a:ext cx="7584127" cy="47089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#include &lt;</a:t>
            </a:r>
            <a:r>
              <a:rPr kumimoji="0" lang="en-US" altLang="zh-TW" sz="20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stdio.h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&gt;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/* define a NEW type for storing data LATER */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student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{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char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id[11];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char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name[40];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double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gpa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;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};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int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main() {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/* a variable declaration using the NEW type*/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student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peter;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      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20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no_of_students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;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...</a:t>
            </a:r>
            <a:endParaRPr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}</a:t>
            </a:r>
            <a:endParaRPr kumimoji="0" lang="zh-TW" altLang="en-US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46148" name="Text Box 68"/>
          <p:cNvSpPr txBox="1">
            <a:spLocks noChangeArrowheads="1"/>
          </p:cNvSpPr>
          <p:nvPr/>
        </p:nvSpPr>
        <p:spPr bwMode="auto">
          <a:xfrm>
            <a:off x="140255" y="2923053"/>
            <a:ext cx="86914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Global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scope</a:t>
            </a:r>
          </a:p>
        </p:txBody>
      </p:sp>
      <p:sp>
        <p:nvSpPr>
          <p:cNvPr id="46149" name="Text Box 69"/>
          <p:cNvSpPr txBox="1">
            <a:spLocks noChangeArrowheads="1"/>
          </p:cNvSpPr>
          <p:nvPr/>
        </p:nvSpPr>
        <p:spPr bwMode="auto">
          <a:xfrm>
            <a:off x="67607" y="4904253"/>
            <a:ext cx="101444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Local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variable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C6F6579-1057-0B46-8DA8-949160D4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87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61962" y="990600"/>
            <a:ext cx="3652837" cy="1066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dirty="0">
                <a:ea typeface="新細明體"/>
              </a:rPr>
              <a:t>1.2. Another Example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d1, d2;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4419600" y="990600"/>
            <a:ext cx="4724400" cy="32004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Defining a new structure type named 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.</a:t>
            </a:r>
          </a:p>
          <a:p>
            <a:pPr marL="0" indent="0">
              <a:buNone/>
            </a:pPr>
            <a:endParaRPr lang="en-US" altLang="zh-TW" sz="2400" dirty="0">
              <a:solidFill>
                <a:srgbClr val="000000"/>
              </a:solidFill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In this </a:t>
            </a:r>
            <a:r>
              <a:rPr lang="en-US" altLang="zh-TW" sz="2400" u="sng" dirty="0">
                <a:solidFill>
                  <a:srgbClr val="000000"/>
                </a:solidFill>
                <a:ea typeface="新細明體" pitchFamily="18" charset="-120"/>
              </a:rPr>
              <a:t>definition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, we specify that each "value" of this type contains three members (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,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, and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) which are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.</a:t>
            </a:r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 flipH="1">
            <a:off x="4071937" y="1295400"/>
            <a:ext cx="347663" cy="36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8FEE0D-EBDF-E442-98FE-3D78B073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778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61963" y="2552700"/>
            <a:ext cx="3271838" cy="266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dirty="0">
                <a:ea typeface="新細明體"/>
              </a:rPr>
              <a:t>1.2. Another Example</a:t>
            </a:r>
            <a:endParaRPr lang="en-US" sz="4800" dirty="0">
              <a:ea typeface="新細明體"/>
              <a:cs typeface="Calibri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4419600" y="990600"/>
            <a:ext cx="4724400" cy="22098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"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" is the name of the newly defined type.</a:t>
            </a:r>
          </a:p>
          <a:p>
            <a:pPr marL="0" indent="0">
              <a:buNone/>
            </a:pPr>
            <a:endParaRPr lang="en-US" altLang="zh-TW" sz="2400" dirty="0">
              <a:solidFill>
                <a:srgbClr val="000000"/>
              </a:solidFill>
              <a:ea typeface="新細明體" pitchFamily="18" charset="-12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At line 6, we declare two variables,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and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d2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, of type "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".</a:t>
            </a:r>
          </a:p>
          <a:p>
            <a:pPr marL="0" indent="0">
              <a:buNone/>
            </a:pPr>
            <a:endParaRPr lang="en-US" altLang="zh-TW" sz="2400" dirty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21" name="Line 9"/>
          <p:cNvSpPr>
            <a:spLocks noChangeShapeType="1"/>
          </p:cNvSpPr>
          <p:nvPr/>
        </p:nvSpPr>
        <p:spPr bwMode="auto">
          <a:xfrm flipH="1">
            <a:off x="3733800" y="2743200"/>
            <a:ext cx="694847" cy="365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FCC282-7A3B-9D43-A01B-41C252A7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760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61963" y="2552700"/>
            <a:ext cx="3271838" cy="266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dirty="0">
                <a:ea typeface="新細明體"/>
              </a:rPr>
              <a:t>1.2. Another Example</a:t>
            </a:r>
            <a:endParaRPr lang="en-US" sz="4800" dirty="0">
              <a:ea typeface="新細明體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4438807" y="4648200"/>
            <a:ext cx="4724400" cy="1600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Each variable of type "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" has its own members.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Initially the members are uninitialized.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680268" y="1802725"/>
            <a:ext cx="2073275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601018" y="1435735"/>
            <a:ext cx="1076325" cy="379413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601018" y="1799273"/>
            <a:ext cx="1076325" cy="3762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601018" y="2147213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4986655" y="144843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718368" y="1815148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4872355" y="2161223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4680268" y="98488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4680268" y="3569613"/>
            <a:ext cx="2073275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5601018" y="3202623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5601018" y="3566160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5601018" y="3914101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4986655" y="3215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4718368" y="3582035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4872355" y="3928110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4680268" y="2751773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d2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7547D6D-462D-BE4A-9FE2-1961CBD5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6621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61963" y="3815398"/>
            <a:ext cx="2509837" cy="266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dirty="0">
                <a:ea typeface="新細明體"/>
              </a:rPr>
              <a:t>1.2. Another Example</a:t>
            </a:r>
            <a:endParaRPr lang="en-US" sz="4800" dirty="0">
              <a:ea typeface="新細明體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4438807" y="4495800"/>
            <a:ext cx="4724400" cy="1752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The </a:t>
            </a:r>
            <a:r>
              <a:rPr lang="en-US" altLang="zh-TW" sz="2400" i="1" dirty="0">
                <a:solidFill>
                  <a:srgbClr val="0070C0"/>
                </a:solidFill>
                <a:ea typeface="新細明體" pitchFamily="18" charset="-120"/>
              </a:rPr>
              <a:t>dot operator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(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.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) is called a </a:t>
            </a:r>
            <a:r>
              <a:rPr lang="en-US" altLang="zh-TW" sz="2400" i="1" dirty="0">
                <a:solidFill>
                  <a:srgbClr val="0070C0"/>
                </a:solidFill>
                <a:ea typeface="新細明體" pitchFamily="18" charset="-120"/>
              </a:rPr>
              <a:t>member selection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operator.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d1.day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means "select the member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of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".</a:t>
            </a:r>
          </a:p>
          <a:p>
            <a:pPr marL="0" indent="0">
              <a:buNone/>
            </a:pPr>
            <a:endParaRPr lang="en-US" altLang="zh-TW" sz="2400" dirty="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680268" y="1802725"/>
            <a:ext cx="2073275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601018" y="1435735"/>
            <a:ext cx="1076325" cy="3794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zh-TW" altLang="en-US" b="0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601018" y="1799273"/>
            <a:ext cx="1076325" cy="3762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601018" y="2147213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4986655" y="144843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718368" y="1815148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4872355" y="2161223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4680268" y="98488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4680268" y="3569613"/>
            <a:ext cx="2073275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5601018" y="3202623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5601018" y="3566160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5601018" y="3914101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4986655" y="3215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4718368" y="3582035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4872355" y="3928110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4680268" y="2751773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d2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96E9A0F-2F17-EA43-8EB8-5C4DB0E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2544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61964" y="5029200"/>
            <a:ext cx="2657474" cy="266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dirty="0">
                <a:ea typeface="新細明體"/>
              </a:rPr>
              <a:t>1.2. Another Example</a:t>
            </a:r>
            <a:endParaRPr lang="en-US" sz="4800" dirty="0">
              <a:ea typeface="新細明體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61963" y="990600"/>
            <a:ext cx="39576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"day" of d1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d1.day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Assign 2023 to the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member "year" of d2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d2.year =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2023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</a:t>
            </a:r>
          </a:p>
          <a:p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990600"/>
            <a:ext cx="461963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sz="2000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680268" y="1802725"/>
            <a:ext cx="2073275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601018" y="1435735"/>
            <a:ext cx="1076325" cy="3794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5601018" y="1799273"/>
            <a:ext cx="1076325" cy="37623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601018" y="2147213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4986655" y="144843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718368" y="1815148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4872355" y="2161223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4680268" y="984885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4680268" y="3569613"/>
            <a:ext cx="2073275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5601018" y="3202623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5601018" y="3566160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Rectangle 27"/>
          <p:cNvSpPr>
            <a:spLocks noChangeArrowheads="1"/>
          </p:cNvSpPr>
          <p:nvPr/>
        </p:nvSpPr>
        <p:spPr bwMode="auto">
          <a:xfrm>
            <a:off x="5601018" y="3914101"/>
            <a:ext cx="10763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2023</a:t>
            </a:r>
          </a:p>
        </p:txBody>
      </p:sp>
      <p:sp>
        <p:nvSpPr>
          <p:cNvPr id="24" name="Text Box 28"/>
          <p:cNvSpPr txBox="1">
            <a:spLocks noChangeArrowheads="1"/>
          </p:cNvSpPr>
          <p:nvPr/>
        </p:nvSpPr>
        <p:spPr bwMode="auto">
          <a:xfrm>
            <a:off x="4986655" y="3215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25" name="Text Box 29"/>
          <p:cNvSpPr txBox="1">
            <a:spLocks noChangeArrowheads="1"/>
          </p:cNvSpPr>
          <p:nvPr/>
        </p:nvSpPr>
        <p:spPr bwMode="auto">
          <a:xfrm>
            <a:off x="4718368" y="3582035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4872355" y="3928110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7" name="Text Box 31"/>
          <p:cNvSpPr txBox="1">
            <a:spLocks noChangeArrowheads="1"/>
          </p:cNvSpPr>
          <p:nvPr/>
        </p:nvSpPr>
        <p:spPr bwMode="auto">
          <a:xfrm>
            <a:off x="4680268" y="2751773"/>
            <a:ext cx="4667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d2</a:t>
            </a:r>
          </a:p>
        </p:txBody>
      </p:sp>
      <p:sp>
        <p:nvSpPr>
          <p:cNvPr id="28" name="Rectangle 7"/>
          <p:cNvSpPr txBox="1">
            <a:spLocks noChangeArrowheads="1"/>
          </p:cNvSpPr>
          <p:nvPr/>
        </p:nvSpPr>
        <p:spPr>
          <a:xfrm>
            <a:off x="4438807" y="4495800"/>
            <a:ext cx="4724400" cy="17526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A member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is just like a regular variable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. Any syntax that is valid for a variable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 is also valid for a member of type 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400" dirty="0">
                <a:solidFill>
                  <a:srgbClr val="000000"/>
                </a:solidFill>
                <a:ea typeface="新細明體" pitchFamily="18" charset="-120"/>
              </a:rPr>
              <a:t>.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AD673DE0-182A-5A46-8F1D-E5B14336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8383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1.3. More Structure Examples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229600" cy="4530725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2D Coordinates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6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coord2D</a:t>
            </a: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x;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y;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5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5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Employee record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6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employee</a:t>
            </a: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char    name[50];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salary[12];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</a:t>
            </a:r>
            <a:r>
              <a:rPr lang="en-US" altLang="zh-TW" sz="25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MPF_contrib</a:t>
            </a: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en-US" altLang="zh-TW" sz="2000" dirty="0">
              <a:ea typeface="新細明體" panose="02020500000000000000" pitchFamily="18" charset="-120"/>
            </a:endParaRPr>
          </a:p>
        </p:txBody>
      </p:sp>
      <p:sp>
        <p:nvSpPr>
          <p:cNvPr id="47109" name="Line 5"/>
          <p:cNvSpPr>
            <a:spLocks noChangeShapeType="1"/>
          </p:cNvSpPr>
          <p:nvPr/>
        </p:nvSpPr>
        <p:spPr bwMode="auto">
          <a:xfrm>
            <a:off x="3765191" y="1149822"/>
            <a:ext cx="1512888" cy="513556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7A155A-C8A1-0A4F-A67A-6D7E5BF1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D00024F-BA56-F348-8270-79344D0892E1}"/>
              </a:ext>
            </a:extLst>
          </p:cNvPr>
          <p:cNvSpPr txBox="1">
            <a:spLocks noChangeArrowheads="1"/>
          </p:cNvSpPr>
          <p:nvPr/>
        </p:nvSpPr>
        <p:spPr>
          <a:xfrm>
            <a:off x="4699870" y="1600199"/>
            <a:ext cx="4215530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Quadratic form Ax</a:t>
            </a:r>
            <a:r>
              <a:rPr lang="en-US" altLang="zh-TW" sz="2400" baseline="30000" dirty="0">
                <a:ea typeface="新細明體" panose="02020500000000000000" pitchFamily="18" charset="-120"/>
              </a:rPr>
              <a:t>2</a:t>
            </a:r>
            <a:r>
              <a:rPr lang="en-US" altLang="zh-TW" sz="2400" dirty="0">
                <a:ea typeface="新細明體" panose="02020500000000000000" pitchFamily="18" charset="-120"/>
              </a:rPr>
              <a:t>+Bx+C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6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quad_form</a:t>
            </a: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 A, B, C;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5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5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Polynomial Ax</a:t>
            </a:r>
            <a:r>
              <a:rPr lang="en-US" altLang="zh-TW" sz="2400" baseline="30000" dirty="0">
                <a:ea typeface="新細明體" panose="02020500000000000000" pitchFamily="18" charset="-120"/>
              </a:rPr>
              <a:t>n</a:t>
            </a:r>
            <a:r>
              <a:rPr lang="en-US" altLang="zh-TW" sz="2400" dirty="0">
                <a:ea typeface="新細明體" panose="02020500000000000000" pitchFamily="18" charset="-120"/>
              </a:rPr>
              <a:t>+Bx</a:t>
            </a:r>
            <a:r>
              <a:rPr lang="en-US" altLang="zh-TW" sz="2400" baseline="30000" dirty="0">
                <a:ea typeface="新細明體" panose="02020500000000000000" pitchFamily="18" charset="-120"/>
              </a:rPr>
              <a:t>n-1</a:t>
            </a:r>
            <a:r>
              <a:rPr lang="en-US" altLang="zh-TW" sz="2400" dirty="0">
                <a:ea typeface="新細明體" panose="02020500000000000000" pitchFamily="18" charset="-120"/>
              </a:rPr>
              <a:t>+…+E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6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polynomial</a:t>
            </a: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int    degree;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double </a:t>
            </a:r>
            <a:r>
              <a:rPr lang="en-US" altLang="zh-TW" sz="25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coeff</a:t>
            </a:r>
            <a:r>
              <a:rPr lang="en-US" altLang="zh-TW" sz="25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[10];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5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en-US" altLang="zh-TW" sz="20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4880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1.4. Accessing struct Members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D5D4-571E-CF4B-A5C6-77485D9E8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sz="3200" dirty="0"/>
              <a:t>The Member Operator:</a:t>
            </a:r>
            <a:endParaRPr lang="en-US" sz="3200" dirty="0"/>
          </a:p>
          <a:p>
            <a:pPr lvl="1"/>
            <a:r>
              <a:rPr lang="en-US" altLang="zh-TW" sz="2800" dirty="0"/>
              <a:t>Members of a struct variable can be </a:t>
            </a:r>
            <a:r>
              <a:rPr lang="en-US" altLang="zh-TW" sz="2800" u="sng" dirty="0"/>
              <a:t>accessed</a:t>
            </a:r>
            <a:r>
              <a:rPr lang="en-US" altLang="zh-TW" sz="2800" dirty="0"/>
              <a:t> using the member operator, </a:t>
            </a:r>
            <a:br>
              <a:rPr lang="en-US" altLang="zh-TW" sz="2800" dirty="0"/>
            </a:br>
            <a:r>
              <a:rPr lang="en-US" altLang="zh-TW" sz="2800" dirty="0"/>
              <a:t>		i.e. the DOT </a:t>
            </a:r>
            <a:r>
              <a:rPr lang="en-US" altLang="zh-TW" sz="2800" dirty="0">
                <a:highlight>
                  <a:srgbClr val="FFFF00"/>
                </a:highlight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pPr lvl="1"/>
            <a:r>
              <a:rPr lang="en-US" altLang="zh-TW" sz="2800" dirty="0"/>
              <a:t>For example,</a:t>
            </a:r>
            <a:br>
              <a:rPr lang="en-US" altLang="zh-TW" sz="2800" dirty="0"/>
            </a:br>
            <a:r>
              <a:rPr lang="en-US" altLang="zh-TW" sz="2800" dirty="0"/>
              <a:t>		</a:t>
            </a:r>
            <a:r>
              <a:rPr lang="en-US" altLang="zh-TW" sz="2800" dirty="0" err="1">
                <a:solidFill>
                  <a:srgbClr val="9933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variable</a:t>
            </a:r>
            <a:r>
              <a:rPr lang="en-US" altLang="zh-TW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altLang="zh-TW" sz="2800" dirty="0" err="1">
                <a:solidFill>
                  <a:srgbClr val="01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member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 = 999;</a:t>
            </a:r>
          </a:p>
          <a:p>
            <a:pPr marL="800100" lvl="2" indent="0">
              <a:buNone/>
            </a:pPr>
            <a:r>
              <a:rPr lang="en-US" altLang="zh-TW" sz="2800" dirty="0"/>
              <a:t>where </a:t>
            </a:r>
            <a:r>
              <a:rPr lang="en-US" altLang="zh-TW" sz="2800" dirty="0">
                <a:solidFill>
                  <a:srgbClr val="9A3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variable</a:t>
            </a:r>
            <a:r>
              <a:rPr lang="en-US" altLang="zh-TW" sz="2800" dirty="0"/>
              <a:t> is a 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zh-TW" sz="2800" dirty="0"/>
              <a:t> variable and </a:t>
            </a:r>
            <a:r>
              <a:rPr lang="en-US" altLang="zh-TW" sz="2800" dirty="0">
                <a:solidFill>
                  <a:srgbClr val="01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member</a:t>
            </a:r>
            <a:r>
              <a:rPr lang="en-US" altLang="zh-TW" sz="2800" dirty="0"/>
              <a:t> is a defined component of the </a:t>
            </a:r>
            <a:r>
              <a:rPr lang="en-US" altLang="zh-TW" sz="2800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altLang="zh-TW" sz="2800" dirty="0"/>
              <a:t>.</a:t>
            </a:r>
            <a:endParaRPr lang="zh-TW" altLang="en-US" sz="2800" dirty="0"/>
          </a:p>
          <a:p>
            <a:endParaRPr lang="en-GB" sz="32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A1FF2C-FB3D-F44B-810A-17771C329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7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1.4. Accessing struct Members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650E7-D00D-DF42-ADCB-E066A45C4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95400"/>
            <a:ext cx="8241323" cy="4876800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Calibri" panose="020F0502020204030204" pitchFamily="34" charset="0"/>
              </a:rPr>
              <a:t>The previous example:</a:t>
            </a:r>
            <a:endParaRPr lang="zh-TW" alt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5EF6E69-0555-A64A-B667-8FFBFBF2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1234" name="Text Box 34"/>
          <p:cNvSpPr txBox="1">
            <a:spLocks noChangeArrowheads="1"/>
          </p:cNvSpPr>
          <p:nvPr/>
        </p:nvSpPr>
        <p:spPr bwMode="auto">
          <a:xfrm>
            <a:off x="2192338" y="1913011"/>
            <a:ext cx="4519186" cy="23083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 main()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struct student 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peter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24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peter</a:t>
            </a:r>
            <a:r>
              <a:rPr kumimoji="0" lang="en-US" altLang="zh-TW" sz="24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.</a:t>
            </a:r>
            <a:r>
              <a:rPr kumimoji="0" lang="en-US" altLang="zh-TW" sz="240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gpa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3.28;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</p:txBody>
      </p:sp>
      <p:sp>
        <p:nvSpPr>
          <p:cNvPr id="2" name="AutoShape 6">
            <a:extLst>
              <a:ext uri="{FF2B5EF4-FFF2-40B4-BE49-F238E27FC236}">
                <a16:creationId xmlns:a16="http://schemas.microsoft.com/office/drawing/2014/main" id="{4D8D4D57-88CC-A508-D01F-7F45884E1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465" y="4446079"/>
            <a:ext cx="6172200" cy="190976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t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peter</a:t>
            </a:r>
            <a:endParaRPr lang="en-US" altLang="zh-TW" sz="320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3" name="Rectangle 135">
            <a:extLst>
              <a:ext uri="{FF2B5EF4-FFF2-40B4-BE49-F238E27FC236}">
                <a16:creationId xmlns:a16="http://schemas.microsoft.com/office/drawing/2014/main" id="{F6E1A604-0A56-9A67-EB19-2AD42AA10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" name="Rectangle 136">
            <a:extLst>
              <a:ext uri="{FF2B5EF4-FFF2-40B4-BE49-F238E27FC236}">
                <a16:creationId xmlns:a16="http://schemas.microsoft.com/office/drawing/2014/main" id="{652D1676-42B5-AF8E-F74B-3C2ADB578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89" y="4665417"/>
            <a:ext cx="8382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id</a:t>
            </a:r>
          </a:p>
        </p:txBody>
      </p:sp>
      <p:sp>
        <p:nvSpPr>
          <p:cNvPr id="6" name="Rectangle 137">
            <a:extLst>
              <a:ext uri="{FF2B5EF4-FFF2-40B4-BE49-F238E27FC236}">
                <a16:creationId xmlns:a16="http://schemas.microsoft.com/office/drawing/2014/main" id="{B57717C2-48AC-9D2B-A4BD-B38FEFAA5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89" y="5275017"/>
            <a:ext cx="8382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name</a:t>
            </a:r>
          </a:p>
        </p:txBody>
      </p:sp>
      <p:sp>
        <p:nvSpPr>
          <p:cNvPr id="7" name="Rectangle 138">
            <a:extLst>
              <a:ext uri="{FF2B5EF4-FFF2-40B4-BE49-F238E27FC236}">
                <a16:creationId xmlns:a16="http://schemas.microsoft.com/office/drawing/2014/main" id="{0A979401-3315-DF1B-72D4-E403C7C99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89" y="5884617"/>
            <a:ext cx="838200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gpa</a:t>
            </a:r>
            <a:endParaRPr kumimoji="0" lang="en-US" altLang="zh-TW" sz="18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Rectangle 140">
            <a:extLst>
              <a:ext uri="{FF2B5EF4-FFF2-40B4-BE49-F238E27FC236}">
                <a16:creationId xmlns:a16="http://schemas.microsoft.com/office/drawing/2014/main" id="{20AE7D9B-3ED6-9A16-00AC-20CC6203E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9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9" name="Rectangle 141">
            <a:extLst>
              <a:ext uri="{FF2B5EF4-FFF2-40B4-BE49-F238E27FC236}">
                <a16:creationId xmlns:a16="http://schemas.microsoft.com/office/drawing/2014/main" id="{B548ECB3-891D-844E-4652-E9AD5FBE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7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0" name="Rectangle 142">
            <a:extLst>
              <a:ext uri="{FF2B5EF4-FFF2-40B4-BE49-F238E27FC236}">
                <a16:creationId xmlns:a16="http://schemas.microsoft.com/office/drawing/2014/main" id="{6968EB01-282B-14B9-00B3-CC1D07030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5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" name="Rectangle 143">
            <a:extLst>
              <a:ext uri="{FF2B5EF4-FFF2-40B4-BE49-F238E27FC236}">
                <a16:creationId xmlns:a16="http://schemas.microsoft.com/office/drawing/2014/main" id="{CFA533CB-4E45-252B-CB4F-243E39E31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3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2" name="Rectangle 144">
            <a:extLst>
              <a:ext uri="{FF2B5EF4-FFF2-40B4-BE49-F238E27FC236}">
                <a16:creationId xmlns:a16="http://schemas.microsoft.com/office/drawing/2014/main" id="{7020AC3D-6F61-B9C9-C6CC-EBD545683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21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4" name="Rectangle 145">
            <a:extLst>
              <a:ext uri="{FF2B5EF4-FFF2-40B4-BE49-F238E27FC236}">
                <a16:creationId xmlns:a16="http://schemas.microsoft.com/office/drawing/2014/main" id="{D615D5E9-00F8-902D-515F-D90D3EF6B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9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5" name="Rectangle 146">
            <a:extLst>
              <a:ext uri="{FF2B5EF4-FFF2-40B4-BE49-F238E27FC236}">
                <a16:creationId xmlns:a16="http://schemas.microsoft.com/office/drawing/2014/main" id="{50B17A9A-9C29-08E4-FA62-7B5A6B83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9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6" name="Rectangle 147">
            <a:extLst>
              <a:ext uri="{FF2B5EF4-FFF2-40B4-BE49-F238E27FC236}">
                <a16:creationId xmlns:a16="http://schemas.microsoft.com/office/drawing/2014/main" id="{1C0BF7AA-8688-557A-F49D-B621A5A13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7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7" name="Rectangle 148">
            <a:extLst>
              <a:ext uri="{FF2B5EF4-FFF2-40B4-BE49-F238E27FC236}">
                <a16:creationId xmlns:a16="http://schemas.microsoft.com/office/drawing/2014/main" id="{71FB5F03-6210-ECFF-8ED3-84149D6FB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5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8" name="Rectangle 149">
            <a:extLst>
              <a:ext uri="{FF2B5EF4-FFF2-40B4-BE49-F238E27FC236}">
                <a16:creationId xmlns:a16="http://schemas.microsoft.com/office/drawing/2014/main" id="{627ADE0C-A81F-BDE1-77FC-08968C3E3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89" y="5884617"/>
            <a:ext cx="838200" cy="381000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3.28</a:t>
            </a:r>
          </a:p>
        </p:txBody>
      </p:sp>
      <p:sp>
        <p:nvSpPr>
          <p:cNvPr id="19" name="Rectangle 150">
            <a:extLst>
              <a:ext uri="{FF2B5EF4-FFF2-40B4-BE49-F238E27FC236}">
                <a16:creationId xmlns:a16="http://schemas.microsoft.com/office/drawing/2014/main" id="{781CBDE7-4429-1C6C-9A50-FF8F381D3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20" name="Rectangle 151">
            <a:extLst>
              <a:ext uri="{FF2B5EF4-FFF2-40B4-BE49-F238E27FC236}">
                <a16:creationId xmlns:a16="http://schemas.microsoft.com/office/drawing/2014/main" id="{3598194B-7556-4049-542D-5524D5022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9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21" name="Rectangle 152">
            <a:extLst>
              <a:ext uri="{FF2B5EF4-FFF2-40B4-BE49-F238E27FC236}">
                <a16:creationId xmlns:a16="http://schemas.microsoft.com/office/drawing/2014/main" id="{F9F69FCD-49F6-D5D6-B4D0-0487F824A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7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t</a:t>
            </a:r>
          </a:p>
        </p:txBody>
      </p:sp>
      <p:sp>
        <p:nvSpPr>
          <p:cNvPr id="22" name="Rectangle 153">
            <a:extLst>
              <a:ext uri="{FF2B5EF4-FFF2-40B4-BE49-F238E27FC236}">
                <a16:creationId xmlns:a16="http://schemas.microsoft.com/office/drawing/2014/main" id="{1F079F7B-3B25-0A77-7292-EFBCCA792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5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e</a:t>
            </a:r>
          </a:p>
        </p:txBody>
      </p:sp>
      <p:sp>
        <p:nvSpPr>
          <p:cNvPr id="23" name="Rectangle 154">
            <a:extLst>
              <a:ext uri="{FF2B5EF4-FFF2-40B4-BE49-F238E27FC236}">
                <a16:creationId xmlns:a16="http://schemas.microsoft.com/office/drawing/2014/main" id="{F1EF4297-E69A-1620-7EAB-1ACD75AA0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73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r</a:t>
            </a:r>
          </a:p>
        </p:txBody>
      </p:sp>
      <p:sp>
        <p:nvSpPr>
          <p:cNvPr id="24" name="Rectangle 155">
            <a:extLst>
              <a:ext uri="{FF2B5EF4-FFF2-40B4-BE49-F238E27FC236}">
                <a16:creationId xmlns:a16="http://schemas.microsoft.com/office/drawing/2014/main" id="{967CE679-F0C9-BAD4-4182-638C42DF8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21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25" name="Rectangle 156">
            <a:extLst>
              <a:ext uri="{FF2B5EF4-FFF2-40B4-BE49-F238E27FC236}">
                <a16:creationId xmlns:a16="http://schemas.microsoft.com/office/drawing/2014/main" id="{BA0F89B3-6E81-CD00-FC1B-760136910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9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P</a:t>
            </a:r>
          </a:p>
        </p:txBody>
      </p:sp>
      <p:sp>
        <p:nvSpPr>
          <p:cNvPr id="26" name="Rectangle 157">
            <a:extLst>
              <a:ext uri="{FF2B5EF4-FFF2-40B4-BE49-F238E27FC236}">
                <a16:creationId xmlns:a16="http://schemas.microsoft.com/office/drawing/2014/main" id="{D7553901-95C5-56AF-A098-11C3B05CE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7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27" name="Rectangle 158">
            <a:extLst>
              <a:ext uri="{FF2B5EF4-FFF2-40B4-BE49-F238E27FC236}">
                <a16:creationId xmlns:a16="http://schemas.microsoft.com/office/drawing/2014/main" id="{D3C54602-5777-7B8D-4166-0FA82077E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589" y="52750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28" name="Rectangle 159">
            <a:extLst>
              <a:ext uri="{FF2B5EF4-FFF2-40B4-BE49-F238E27FC236}">
                <a16:creationId xmlns:a16="http://schemas.microsoft.com/office/drawing/2014/main" id="{968AF102-5462-132C-193F-0F641FE7A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389" y="5275017"/>
            <a:ext cx="304800" cy="381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\0</a:t>
            </a:r>
          </a:p>
        </p:txBody>
      </p:sp>
      <p:sp>
        <p:nvSpPr>
          <p:cNvPr id="29" name="Rectangle 160">
            <a:extLst>
              <a:ext uri="{FF2B5EF4-FFF2-40B4-BE49-F238E27FC236}">
                <a16:creationId xmlns:a16="http://schemas.microsoft.com/office/drawing/2014/main" id="{71287D5B-8918-A807-C71E-F6650747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6189" y="5275017"/>
            <a:ext cx="304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30" name="Rectangle 161">
            <a:extLst>
              <a:ext uri="{FF2B5EF4-FFF2-40B4-BE49-F238E27FC236}">
                <a16:creationId xmlns:a16="http://schemas.microsoft.com/office/drawing/2014/main" id="{31D45937-66E2-B765-DC33-AC8B3EC67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989" y="5275017"/>
            <a:ext cx="304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31" name="Rectangle 162">
            <a:extLst>
              <a:ext uri="{FF2B5EF4-FFF2-40B4-BE49-F238E27FC236}">
                <a16:creationId xmlns:a16="http://schemas.microsoft.com/office/drawing/2014/main" id="{15AE7D68-C3A1-E49B-50E8-3D8B50AED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789" y="5275017"/>
            <a:ext cx="3048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32" name="Rectangle 171">
            <a:extLst>
              <a:ext uri="{FF2B5EF4-FFF2-40B4-BE49-F238E27FC236}">
                <a16:creationId xmlns:a16="http://schemas.microsoft.com/office/drawing/2014/main" id="{3A3FBF6D-FF5F-F528-029F-60F12A77F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389" y="4665417"/>
            <a:ext cx="304800" cy="38100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33" name="Rectangle 172">
            <a:extLst>
              <a:ext uri="{FF2B5EF4-FFF2-40B4-BE49-F238E27FC236}">
                <a16:creationId xmlns:a16="http://schemas.microsoft.com/office/drawing/2014/main" id="{FEB83546-62AD-5D2D-F7B3-D937B900D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6189" y="4665417"/>
            <a:ext cx="304800" cy="381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Consolas" panose="020B0609020204030204" pitchFamily="49" charset="0"/>
              </a:rPr>
              <a:t>\0</a:t>
            </a:r>
          </a:p>
        </p:txBody>
      </p:sp>
    </p:spTree>
    <p:extLst>
      <p:ext uri="{BB962C8B-B14F-4D97-AF65-F5344CB8AC3E}">
        <p14:creationId xmlns:p14="http://schemas.microsoft.com/office/powerpoint/2010/main" val="81171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sz="3200" dirty="0">
                <a:ea typeface="新細明體"/>
              </a:rPr>
              <a:t>1.4. Accessing </a:t>
            </a:r>
            <a:r>
              <a:rPr lang="en-US" sz="32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</a:t>
            </a:r>
            <a:r>
              <a:rPr lang="en-US" sz="3200" dirty="0">
                <a:ea typeface="新細明體"/>
              </a:rPr>
              <a:t> Members </a:t>
            </a:r>
            <a:r>
              <a:rPr lang="en-US" altLang="zh-TW" sz="3200" dirty="0">
                <a:ea typeface="新細明體"/>
              </a:rPr>
              <a:t> (Another Example)</a:t>
            </a:r>
            <a:endParaRPr lang="en-US" sz="3200" dirty="0">
              <a:ea typeface="新細明體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57200" y="9906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{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</a:t>
            </a:r>
            <a:r>
              <a:rPr lang="en-US" altLang="zh-TW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 };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main(void) {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today, dob; </a:t>
            </a:r>
          </a:p>
          <a:p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today.day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3;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today.month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4;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2023;</a:t>
            </a:r>
          </a:p>
          <a:p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printf("Date of birth (dd mm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yyyy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)? ");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("%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d%d%d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", </a:t>
            </a:r>
            <a:r>
              <a:rPr lang="en-US" altLang="zh-TW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</a:t>
            </a:r>
            <a:r>
              <a:rPr lang="en-US" altLang="zh-TW" dirty="0" err="1">
                <a:solidFill>
                  <a:srgbClr val="C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dob.day</a:t>
            </a:r>
            <a:r>
              <a:rPr lang="en-US" altLang="zh-TW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dirty="0" err="1">
                <a:solidFill>
                  <a:srgbClr val="C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dob.month</a:t>
            </a:r>
            <a:r>
              <a:rPr lang="en-US" altLang="zh-TW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</a:t>
            </a:r>
            <a:r>
              <a:rPr lang="en-US" altLang="zh-TW" dirty="0" err="1">
                <a:solidFill>
                  <a:srgbClr val="C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today.month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 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dob.month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||</a:t>
            </a:r>
          </a:p>
          <a:p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(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today.month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== 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dob.month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today.day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dirty="0" err="1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dob.day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printf( "Age = %d\n",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-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);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else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printf( "Age = %d\n",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-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dob.year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- 1 );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return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0;</a:t>
            </a:r>
          </a:p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0" y="9906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  <a:p>
            <a:pPr eaLnBrk="1" hangingPunct="1"/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1819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25DB-196A-9841-9F2D-323D093E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E974E2C6-F691-7771-F370-DF9CA877C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251" y="2212563"/>
            <a:ext cx="2073275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207894F5-F32B-6A53-2632-5EEFF9269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001" y="1845573"/>
            <a:ext cx="1076325" cy="3794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5FA346B-855B-9159-5E19-DCB641926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573" y="2553637"/>
            <a:ext cx="1076325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41BA223E-D1AD-C1E2-94E2-5E39F88D5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9638" y="185827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239801DC-EF07-8254-F575-2C0FCEDE7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351" y="2224986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91A6374B-53C7-6C66-33E9-A0A2A958F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338" y="2571061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AE73E247-7BDB-BE32-2465-1D1228B55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851" y="1481303"/>
            <a:ext cx="889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today</a:t>
            </a:r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20248D51-ED28-B182-B5BE-30B0F79BB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409" y="2208632"/>
            <a:ext cx="2073275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D8062A19-2E40-4548-8AFC-D976B9C4A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159" y="1841642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3" name="Rectangle 26">
            <a:extLst>
              <a:ext uri="{FF2B5EF4-FFF2-40B4-BE49-F238E27FC236}">
                <a16:creationId xmlns:a16="http://schemas.microsoft.com/office/drawing/2014/main" id="{BB3BFAE8-6DF1-41D5-045A-6BF83530C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159" y="2205179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?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256C4D41-3154-F6FE-C923-B1819E44A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0415" y="2571061"/>
            <a:ext cx="1076325" cy="369332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2023</a:t>
            </a:r>
          </a:p>
        </p:txBody>
      </p:sp>
      <p:sp>
        <p:nvSpPr>
          <p:cNvPr id="15" name="Text Box 28">
            <a:extLst>
              <a:ext uri="{FF2B5EF4-FFF2-40B4-BE49-F238E27FC236}">
                <a16:creationId xmlns:a16="http://schemas.microsoft.com/office/drawing/2014/main" id="{E6232DA8-E1E8-CD87-8610-1C4C6FE47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796" y="1854342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6" name="Text Box 29">
            <a:extLst>
              <a:ext uri="{FF2B5EF4-FFF2-40B4-BE49-F238E27FC236}">
                <a16:creationId xmlns:a16="http://schemas.microsoft.com/office/drawing/2014/main" id="{0F9DB439-0CB3-F7D5-0F5E-E7F93A40C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509" y="2221054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17" name="Text Box 30">
            <a:extLst>
              <a:ext uri="{FF2B5EF4-FFF2-40B4-BE49-F238E27FC236}">
                <a16:creationId xmlns:a16="http://schemas.microsoft.com/office/drawing/2014/main" id="{BB823E68-CA52-4409-D99D-AF4A46A97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496" y="2567129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18" name="Text Box 31">
            <a:extLst>
              <a:ext uri="{FF2B5EF4-FFF2-40B4-BE49-F238E27FC236}">
                <a16:creationId xmlns:a16="http://schemas.microsoft.com/office/drawing/2014/main" id="{B7CF8A3C-B9D8-0710-B36E-2085FEF93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8661" y="1447800"/>
            <a:ext cx="6078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dob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14FFF94A-C7A7-E5AE-E34A-96AC8772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587" y="2207522"/>
            <a:ext cx="1076325" cy="37941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HK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0" name="箭號: 彎曲 19">
            <a:extLst>
              <a:ext uri="{FF2B5EF4-FFF2-40B4-BE49-F238E27FC236}">
                <a16:creationId xmlns:a16="http://schemas.microsoft.com/office/drawing/2014/main" id="{A3EFB5CB-5DBE-3902-69D6-AFFFA2A0C979}"/>
              </a:ext>
            </a:extLst>
          </p:cNvPr>
          <p:cNvSpPr/>
          <p:nvPr/>
        </p:nvSpPr>
        <p:spPr>
          <a:xfrm rot="5400000" flipH="1">
            <a:off x="7301415" y="2733496"/>
            <a:ext cx="1115632" cy="1494578"/>
          </a:xfrm>
          <a:prstGeom prst="bentArrow">
            <a:avLst>
              <a:gd name="adj1" fmla="val 25000"/>
              <a:gd name="adj2" fmla="val 27436"/>
              <a:gd name="adj3" fmla="val 27945"/>
              <a:gd name="adj4" fmla="val 356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37516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4"/>
          <p:cNvSpPr>
            <a:spLocks noChangeArrowheads="1"/>
          </p:cNvSpPr>
          <p:nvPr/>
        </p:nvSpPr>
        <p:spPr bwMode="auto">
          <a:xfrm flipV="1">
            <a:off x="4719041" y="2944168"/>
            <a:ext cx="2138960" cy="381000"/>
          </a:xfrm>
          <a:prstGeom prst="rect">
            <a:avLst/>
          </a:prstGeom>
          <a:solidFill>
            <a:srgbClr val="3366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1.5. Initializing Structures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3727" y="1064568"/>
            <a:ext cx="8229600" cy="5257800"/>
          </a:xfrm>
        </p:spPr>
        <p:txBody>
          <a:bodyPr/>
          <a:lstStyle/>
          <a:p>
            <a:r>
              <a:rPr lang="en-US" altLang="zh-TW" sz="2400" dirty="0"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400" b="1" dirty="0"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ea typeface="新細明體" panose="02020500000000000000" pitchFamily="18" charset="-120"/>
              </a:rPr>
              <a:t>variables can be initialized as follows:</a:t>
            </a:r>
          </a:p>
          <a:p>
            <a:pPr lvl="4"/>
            <a:endParaRPr lang="en-US" altLang="zh-TW" sz="1600" dirty="0">
              <a:ea typeface="新細明體" panose="02020500000000000000" pitchFamily="18" charset="-120"/>
            </a:endParaRPr>
          </a:p>
          <a:p>
            <a:pPr lvl="2" eaLnBrk="0" hangingPunct="0">
              <a:spcBef>
                <a:spcPct val="0"/>
              </a:spcBef>
              <a:buClrTx/>
              <a:buFontTx/>
              <a:buNone/>
            </a:pPr>
            <a:endParaRPr lang="en-US" altLang="zh-TW" sz="26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2" eaLnBrk="0" hangingPunct="0">
              <a:spcBef>
                <a:spcPct val="0"/>
              </a:spcBef>
              <a:buClrTx/>
              <a:buFontTx/>
              <a:buNone/>
            </a:pPr>
            <a:endParaRPr lang="en-US" altLang="zh-TW" sz="26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2" eaLnBrk="0" hangingPunct="0">
              <a:spcBef>
                <a:spcPct val="0"/>
              </a:spcBef>
              <a:buClrTx/>
              <a:buFontTx/>
              <a:buNone/>
            </a:pPr>
            <a:endParaRPr lang="en-US" altLang="zh-TW" sz="26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2" eaLnBrk="0" hangingPunct="0">
              <a:spcBef>
                <a:spcPct val="0"/>
              </a:spcBef>
              <a:buClrTx/>
              <a:buFontTx/>
              <a:buNone/>
            </a:pPr>
            <a:endParaRPr lang="en-US" altLang="zh-TW" sz="26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2" eaLnBrk="0" hangingPunct="0">
              <a:spcBef>
                <a:spcPct val="0"/>
              </a:spcBef>
              <a:buClrTx/>
              <a:buFontTx/>
              <a:buNone/>
            </a:pPr>
            <a:endParaRPr lang="en-US" altLang="zh-TW" sz="26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4"/>
            <a:endParaRPr lang="en-US" altLang="zh-TW" sz="1600" dirty="0">
              <a:ea typeface="新細明體" panose="02020500000000000000" pitchFamily="18" charset="-120"/>
            </a:endParaRPr>
          </a:p>
          <a:p>
            <a:pPr lvl="4"/>
            <a:endParaRPr lang="en-US" altLang="zh-TW" sz="1600" dirty="0">
              <a:ea typeface="新細明體" panose="02020500000000000000" pitchFamily="18" charset="-120"/>
            </a:endParaRPr>
          </a:p>
          <a:p>
            <a:r>
              <a:rPr lang="en-US" altLang="zh-TW" sz="2400" dirty="0">
                <a:ea typeface="新細明體" panose="02020500000000000000" pitchFamily="18" charset="-120"/>
              </a:rPr>
              <a:t>If there are not enough initializers, values of the </a:t>
            </a:r>
            <a:r>
              <a:rPr lang="en-US" altLang="zh-TW" sz="2400" i="1" u="sng" dirty="0">
                <a:ea typeface="新細明體" panose="02020500000000000000" pitchFamily="18" charset="-120"/>
              </a:rPr>
              <a:t>remaining members are assigned </a:t>
            </a:r>
            <a:r>
              <a:rPr lang="en-US" altLang="zh-TW" sz="2400" b="1" i="1" u="sng" dirty="0">
                <a:ea typeface="新細明體" panose="02020500000000000000" pitchFamily="18" charset="-120"/>
              </a:rPr>
              <a:t>zero</a:t>
            </a:r>
            <a:r>
              <a:rPr lang="en-US" altLang="zh-TW" sz="2400" i="1" u="sng" dirty="0">
                <a:ea typeface="新細明體" panose="02020500000000000000" pitchFamily="18" charset="-120"/>
              </a:rPr>
              <a:t> by default</a:t>
            </a:r>
            <a:r>
              <a:rPr lang="en-US" altLang="zh-TW" sz="2400" dirty="0">
                <a:ea typeface="新細明體" panose="02020500000000000000" pitchFamily="18" charset="-120"/>
              </a:rPr>
              <a:t>.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panose="02020500000000000000" pitchFamily="18" charset="-120"/>
              </a:rPr>
              <a:t>struct date   </a:t>
            </a:r>
            <a:r>
              <a:rPr lang="en-US" altLang="zh-TW" sz="2400" dirty="0">
                <a:solidFill>
                  <a:schemeClr val="folHlink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today</a:t>
            </a:r>
            <a:r>
              <a:rPr lang="en-US" altLang="zh-TW" sz="24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{3, 4}</a:t>
            </a:r>
            <a:r>
              <a:rPr lang="en-US" altLang="zh-TW" sz="2400" dirty="0"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</a:t>
            </a:r>
            <a:r>
              <a:rPr lang="en-US" altLang="zh-TW" sz="2400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today.year</a:t>
            </a:r>
            <a:r>
              <a:rPr lang="en-US" altLang="zh-TW" sz="24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is assigned 0 implicitly */</a:t>
            </a:r>
            <a:endParaRPr lang="zh-TW" altLang="en-US" sz="24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863002" y="1524943"/>
            <a:ext cx="6471643" cy="25483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date {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int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day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month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year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 main() {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struct date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today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{3, 4, 2023}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…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2F74DC-26D1-3C46-8D5C-A53EE1E6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4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1.5. Initializing Structures</a:t>
            </a:r>
            <a:endParaRPr lang="zh-TW" altLang="en-US" dirty="0">
              <a:ea typeface="新細明體" panose="02020500000000000000" pitchFamily="18" charset="-120"/>
              <a:cs typeface="Calibri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In some C compilers, the initializers can only be constant values or constant expressions.</a:t>
            </a:r>
          </a:p>
          <a:p>
            <a:pPr lvl="1"/>
            <a:r>
              <a:rPr lang="en-US" altLang="zh-TW" dirty="0"/>
              <a:t>No variables should be involved in the initializer expressions.</a:t>
            </a:r>
            <a:endParaRPr lang="en-US" altLang="zh-TW" dirty="0">
              <a:cs typeface="Calibri"/>
            </a:endParaRPr>
          </a:p>
          <a:p>
            <a:r>
              <a:rPr lang="en-US" altLang="zh-TW" dirty="0">
                <a:cs typeface="Calibri"/>
              </a:rPr>
              <a:t>However, this can be allowed some other C compilers.</a:t>
            </a:r>
            <a:endParaRPr lang="en-US" altLang="zh-TW" dirty="0">
              <a:ea typeface="新細明體" panose="02020500000000000000" pitchFamily="18" charset="-120"/>
              <a:cs typeface="Calibri"/>
            </a:endParaRPr>
          </a:p>
          <a:p>
            <a:pPr lvl="1"/>
            <a:endParaRPr lang="en-US" altLang="zh-TW" dirty="0">
              <a:ea typeface="新細明體" panose="02020500000000000000" pitchFamily="18" charset="-120"/>
              <a:cs typeface="Calibri"/>
            </a:endParaRPr>
          </a:p>
          <a:p>
            <a:endParaRPr lang="zh-TW" altLang="en-US" dirty="0">
              <a:ea typeface="新細明體" panose="02020500000000000000" pitchFamily="18" charset="-120"/>
              <a:cs typeface="Calibri"/>
            </a:endParaRP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621335" y="3014155"/>
            <a:ext cx="7684465" cy="32501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date {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int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day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month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year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 main() {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int </a:t>
            </a:r>
            <a:r>
              <a:rPr kumimoji="0" lang="en-US" altLang="zh-TW" sz="24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2023;</a:t>
            </a:r>
          </a:p>
          <a:p>
            <a:pPr lv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FF3300"/>
                </a:solidFill>
                <a:latin typeface="Consolas"/>
                <a:ea typeface="新細明體"/>
              </a:rPr>
              <a:t>   /* Var i allowed in some C compilers */</a:t>
            </a:r>
            <a:endParaRPr kumimoji="0" lang="en-US" altLang="zh-TW" sz="2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struct date 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today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{ 3, 4, </a:t>
            </a:r>
            <a:r>
              <a:rPr kumimoji="0" lang="en-US" altLang="zh-TW" sz="24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}</a:t>
            </a: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  <a:endParaRPr kumimoji="0" lang="en-US" altLang="zh-TW" sz="240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…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7D73-7348-8B45-A6FC-BDA336B6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9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</a:rPr>
              <a:t>1.5. Initializing Structures (More Examples)</a:t>
            </a:r>
            <a:endParaRPr lang="zh-TW" altLang="en-US" dirty="0">
              <a:ea typeface="新細明體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2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employee</a:t>
            </a:r>
            <a:r>
              <a:rPr lang="en-US" altLang="zh-TW" sz="21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char    name[50];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FF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double  salary[12];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66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double  </a:t>
            </a:r>
            <a:r>
              <a:rPr lang="en-US" altLang="zh-TW" sz="2100" dirty="0" err="1">
                <a:solidFill>
                  <a:srgbClr val="66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MPF_contrib</a:t>
            </a:r>
            <a:r>
              <a:rPr lang="en-US" altLang="zh-TW" sz="2100" dirty="0">
                <a:solidFill>
                  <a:srgbClr val="66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1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</a:t>
            </a:r>
            <a:r>
              <a:rPr lang="en-US" altLang="zh-TW" sz="22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employee</a:t>
            </a:r>
            <a:r>
              <a:rPr lang="en-US" altLang="zh-TW" sz="21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2100" dirty="0">
                <a:solidFill>
                  <a:schemeClr val="folHlink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peter</a:t>
            </a:r>
            <a:r>
              <a:rPr lang="en-US" altLang="zh-TW" sz="21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=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1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"Peter Pan",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FF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{ 9500,  9500, 10000, 11000, 12000, 12050,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FF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12100, 13000, 13000, 13000, 14000, 14000},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66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0.05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1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  <a:endParaRPr lang="zh-TW" altLang="en-US" sz="2100" dirty="0">
              <a:solidFill>
                <a:srgbClr val="FF33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FF58FD-2303-1A46-8ABF-0ED55BD19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02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1.6. Assignment of Structures</a:t>
            </a:r>
            <a:endParaRPr lang="en-US" dirty="0">
              <a:latin typeface="Consola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3352800"/>
            <a:ext cx="8932985" cy="2819400"/>
          </a:xfrm>
        </p:spPr>
        <p:txBody>
          <a:bodyPr/>
          <a:lstStyle/>
          <a:p>
            <a:r>
              <a:rPr lang="en-US" dirty="0"/>
              <a:t>A struct value </a:t>
            </a:r>
            <a:r>
              <a:rPr lang="en-US" dirty="0">
                <a:highlight>
                  <a:srgbClr val="00FF00"/>
                </a:highlight>
              </a:rPr>
              <a:t>can be copied</a:t>
            </a:r>
            <a:r>
              <a:rPr lang="en-US" dirty="0"/>
              <a:t> using the assignment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04800" y="1143000"/>
            <a:ext cx="85344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400" b="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 d1, d2 = { 1, 1, 2023 };</a:t>
            </a:r>
          </a:p>
          <a:p>
            <a:pPr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 = d2;  </a:t>
            </a:r>
            <a:r>
              <a:rPr lang="en-US" altLang="zh-TW" sz="24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Copy d2 to d1 (</a:t>
            </a:r>
            <a:r>
              <a:rPr lang="en-US" altLang="zh-TW" sz="2400" b="0" dirty="0">
                <a:solidFill>
                  <a:srgbClr val="00B05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all data byte by byte</a:t>
            </a:r>
            <a:r>
              <a:rPr lang="en-US" altLang="zh-TW" sz="24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77663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1.6. Assignment of Structures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0681" y="1121957"/>
            <a:ext cx="8229600" cy="39893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anose="02020500000000000000" pitchFamily="18" charset="-120"/>
              </a:rPr>
              <a:t>The assignment operator </a:t>
            </a:r>
            <a:r>
              <a:rPr lang="en-US" altLang="zh-TW" sz="28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=</a:t>
            </a:r>
            <a:r>
              <a:rPr lang="en-US" altLang="zh-TW" sz="2800" dirty="0">
                <a:ea typeface="新細明體" panose="02020500000000000000" pitchFamily="18" charset="-120"/>
              </a:rPr>
              <a:t> can be applied to structure variables.</a:t>
            </a:r>
          </a:p>
          <a:p>
            <a:pPr lvl="4">
              <a:lnSpc>
                <a:spcPct val="90000"/>
              </a:lnSpc>
            </a:pPr>
            <a:endParaRPr lang="en-US" altLang="zh-TW" sz="18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anose="02020500000000000000" pitchFamily="18" charset="-120"/>
              </a:rPr>
              <a:t>Individual member of the </a:t>
            </a:r>
            <a:r>
              <a:rPr lang="en-US" altLang="zh-TW" sz="2800" i="1" dirty="0">
                <a:ea typeface="新細明體" panose="02020500000000000000" pitchFamily="18" charset="-120"/>
              </a:rPr>
              <a:t>source structure </a:t>
            </a:r>
            <a:r>
              <a:rPr lang="en-US" altLang="zh-TW" sz="2800" dirty="0">
                <a:ea typeface="新細明體" panose="02020500000000000000" pitchFamily="18" charset="-120"/>
              </a:rPr>
              <a:t>is </a:t>
            </a:r>
            <a:r>
              <a:rPr lang="en-US" altLang="zh-TW" sz="2800" b="1" u="sng" dirty="0">
                <a:ea typeface="新細明體" panose="02020500000000000000" pitchFamily="18" charset="-120"/>
              </a:rPr>
              <a:t>copied</a:t>
            </a:r>
            <a:r>
              <a:rPr lang="en-US" altLang="zh-TW" sz="2800" dirty="0">
                <a:ea typeface="新細明體" panose="02020500000000000000" pitchFamily="18" charset="-120"/>
              </a:rPr>
              <a:t> to the corresponding member of the </a:t>
            </a:r>
            <a:r>
              <a:rPr lang="en-US" altLang="zh-TW" sz="2800" i="1" dirty="0">
                <a:ea typeface="新細明體" panose="02020500000000000000" pitchFamily="18" charset="-120"/>
              </a:rPr>
              <a:t>target structure</a:t>
            </a:r>
            <a:r>
              <a:rPr lang="en-US" altLang="zh-TW" sz="2800" dirty="0">
                <a:ea typeface="新細明體" panose="02020500000000000000" pitchFamily="18" charset="-120"/>
              </a:rPr>
              <a:t>.</a:t>
            </a:r>
          </a:p>
          <a:p>
            <a:pPr lvl="4">
              <a:lnSpc>
                <a:spcPct val="90000"/>
              </a:lnSpc>
            </a:pPr>
            <a:endParaRPr lang="en-US" altLang="zh-TW" sz="18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 dirty="0">
                <a:ea typeface="新細明體" panose="02020500000000000000" pitchFamily="18" charset="-120"/>
              </a:rPr>
              <a:t>This applies even to array members in the structure, i.e., it also makes a copy of the array member inside the structure.</a:t>
            </a:r>
            <a:endParaRPr lang="zh-TW" altLang="en-US" sz="2800" dirty="0">
              <a:ea typeface="新細明體" panose="02020500000000000000" pitchFamily="18" charset="-120"/>
            </a:endParaRPr>
          </a:p>
        </p:txBody>
      </p:sp>
      <p:sp>
        <p:nvSpPr>
          <p:cNvPr id="54276" name="AutoShape 4"/>
          <p:cNvSpPr>
            <a:spLocks noChangeArrowheads="1"/>
          </p:cNvSpPr>
          <p:nvPr/>
        </p:nvSpPr>
        <p:spPr bwMode="auto">
          <a:xfrm>
            <a:off x="733106" y="5251719"/>
            <a:ext cx="8029575" cy="919401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Structure assignment (COPYING and PASSING) </a:t>
            </a:r>
            <a:br>
              <a:rPr kumimoji="0" lang="en-US" altLang="zh-TW" sz="24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</a:br>
            <a:r>
              <a:rPr kumimoji="0" lang="en-US" altLang="zh-TW" sz="24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consumes computing TIME, but it's CONVENIENT!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EE2FE-AA31-304E-A337-F47B869F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1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678F1C-E002-4249-8682-1428CBBEC80C}" type="slidenum">
              <a:rPr kumimoji="0" lang="zh-TW" altLang="en-US" sz="10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TW" sz="1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457200" y="3933825"/>
            <a:ext cx="8382000" cy="360363"/>
          </a:xfrm>
          <a:prstGeom prst="rect">
            <a:avLst/>
          </a:prstGeom>
          <a:solidFill>
            <a:srgbClr val="3366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5544" name="Rectangle 8"/>
          <p:cNvSpPr>
            <a:spLocks noChangeArrowheads="1"/>
          </p:cNvSpPr>
          <p:nvPr/>
        </p:nvSpPr>
        <p:spPr bwMode="auto">
          <a:xfrm>
            <a:off x="457200" y="1484313"/>
            <a:ext cx="8382000" cy="1163637"/>
          </a:xfrm>
          <a:prstGeom prst="rect">
            <a:avLst/>
          </a:prstGeom>
          <a:solidFill>
            <a:schemeClr val="folHlink">
              <a:alpha val="2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 anchor="t">
            <a:normAutofit/>
          </a:bodyPr>
          <a:lstStyle/>
          <a:p>
            <a:r>
              <a:rPr lang="en-US" sz="3600" dirty="0"/>
              <a:t>1.6. Assignment of Structures</a:t>
            </a:r>
            <a:endParaRPr lang="en-US" altLang="zh-TW" sz="3600" dirty="0">
              <a:ea typeface="新細明體"/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457200" y="642938"/>
            <a:ext cx="8686800" cy="57246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#include &lt;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stdio.h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&gt;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#define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NAMEMAX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30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kumimoji="0" lang="en-US" altLang="zh-TW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</a:rPr>
              <a:t>person_t</a:t>
            </a: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{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char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surname[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NAMEMAX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+1], forename[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NAMEMAX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+1];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age;              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Two arrays in the structure */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main() {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person_t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computer1;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lang="en-US" altLang="zh-TW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person_t</a:t>
            </a:r>
            <a:r>
              <a:rPr lang="en-US" altLang="zh-TW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computer2 = { "Machine", "Computing", 50 };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computer1 = computer2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       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Structure assignment */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printf("computer 1: %s %s\n", computer1.forename,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                            computer1.surname);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printf("computer 2: %s %s\n", computer2.forename,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                            computer2.surname);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0;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0" y="642938"/>
            <a:ext cx="461963" cy="55943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17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19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65545" name="Text Box 9"/>
          <p:cNvSpPr txBox="1">
            <a:spLocks noChangeArrowheads="1"/>
          </p:cNvSpPr>
          <p:nvPr/>
        </p:nvSpPr>
        <p:spPr bwMode="auto">
          <a:xfrm>
            <a:off x="0" y="6211888"/>
            <a:ext cx="9144000" cy="650875"/>
          </a:xfrm>
          <a:prstGeom prst="rect">
            <a:avLst/>
          </a:prstGeom>
          <a:solidFill>
            <a:srgbClr val="CCCE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computer 1: Computing Machine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computer 2: Computing Machine</a:t>
            </a:r>
            <a:endParaRPr kumimoji="0" lang="zh-TW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Bent Up Arrow 1">
            <a:extLst>
              <a:ext uri="{FF2B5EF4-FFF2-40B4-BE49-F238E27FC236}">
                <a16:creationId xmlns:a16="http://schemas.microsoft.com/office/drawing/2014/main" id="{94F27651-13A8-FB4B-98A6-89EE26FE3606}"/>
              </a:ext>
            </a:extLst>
          </p:cNvPr>
          <p:cNvSpPr/>
          <p:nvPr/>
        </p:nvSpPr>
        <p:spPr>
          <a:xfrm flipV="1">
            <a:off x="2971800" y="1024096"/>
            <a:ext cx="461963" cy="652303"/>
          </a:xfrm>
          <a:prstGeom prst="bent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1A318513-874C-BB42-BC75-327406C49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0166" y="1040727"/>
            <a:ext cx="4718086" cy="442674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This is a trick to have changeable array size!</a:t>
            </a:r>
          </a:p>
        </p:txBody>
      </p:sp>
    </p:spTree>
    <p:extLst>
      <p:ext uri="{BB962C8B-B14F-4D97-AF65-F5344CB8AC3E}">
        <p14:creationId xmlns:p14="http://schemas.microsoft.com/office/powerpoint/2010/main" val="236509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3" grpId="0" animBg="1"/>
      <p:bldP spid="65545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1.7. Defining an alias to an existing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143000"/>
            <a:ext cx="8932985" cy="5029200"/>
          </a:xfrm>
        </p:spPr>
        <p:txBody>
          <a:bodyPr>
            <a:normAutofit/>
          </a:bodyPr>
          <a:lstStyle/>
          <a:p>
            <a:r>
              <a:rPr lang="en-US" dirty="0"/>
              <a:t>We can introduce an alias to an existing data type using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en-US" altLang="zh-CN" dirty="0"/>
              <a:t>.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/>
          </a:p>
          <a:p>
            <a:r>
              <a:rPr lang="en-US" dirty="0"/>
              <a:t>Syntax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existing_type_name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alias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dirty="0"/>
          </a:p>
          <a:p>
            <a:pPr marL="0" indent="0">
              <a:buNone/>
            </a:pPr>
            <a:r>
              <a:rPr lang="en-US" sz="1400" dirty="0"/>
              <a:t>  </a:t>
            </a:r>
            <a:endParaRPr lang="en-US" dirty="0"/>
          </a:p>
          <a:p>
            <a:r>
              <a:rPr lang="en-US" dirty="0"/>
              <a:t>After the declaration, both </a:t>
            </a:r>
            <a:r>
              <a:rPr lang="en-US" dirty="0">
                <a:solidFill>
                  <a:srgbClr val="00B050"/>
                </a:solidFill>
                <a:highlight>
                  <a:srgbClr val="00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alias</a:t>
            </a:r>
            <a:r>
              <a:rPr lang="en-US" dirty="0"/>
              <a:t> and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existing_type_name</a:t>
            </a:r>
            <a:r>
              <a:rPr lang="en-US" dirty="0"/>
              <a:t> refer to the same data type.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3454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267200" y="2367280"/>
            <a:ext cx="3657600" cy="2997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1.7. Defining an alias to an existing data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94894" y="981076"/>
            <a:ext cx="3886200" cy="2590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 date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d1, d2;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...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267200" y="981076"/>
            <a:ext cx="4800600" cy="525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From this point onward,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"Date" becomes an alias of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"struct date"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d1, d2;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d3;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The types of d1, d2, and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// d3 are the same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...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87D0C367-8C04-498F-AF3C-A2DD89EC4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736" y="4791637"/>
            <a:ext cx="2968930" cy="783193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Do </a:t>
            </a:r>
            <a:r>
              <a:rPr kumimoji="0" lang="en-US" altLang="zh-TW" sz="200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not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 add the keyword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Calibri" panose="020F0502020204030204" pitchFamily="34" charset="0"/>
              </a:rPr>
              <a:t> in the front.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C1EF8F-F8FD-4119-8BD9-6A1E2FB9F1ED}"/>
              </a:ext>
            </a:extLst>
          </p:cNvPr>
          <p:cNvCxnSpPr/>
          <p:nvPr/>
        </p:nvCxnSpPr>
        <p:spPr>
          <a:xfrm flipV="1">
            <a:off x="3846666" y="4267200"/>
            <a:ext cx="877734" cy="569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0831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1.7. Combining </a:t>
            </a:r>
            <a:r>
              <a:rPr lang="en-US" sz="3600" dirty="0">
                <a:latin typeface="Consolas"/>
                <a:cs typeface="Consolas" panose="020B0609020204030204" pitchFamily="49" charset="0"/>
              </a:rPr>
              <a:t>typedef</a:t>
            </a:r>
            <a:r>
              <a:rPr lang="en-US" sz="3600" dirty="0"/>
              <a:t> with 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2400" y="1143000"/>
            <a:ext cx="4114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52400" y="3057360"/>
            <a:ext cx="4114800" cy="10574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63286" y="4343400"/>
            <a:ext cx="4114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typedef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dirty="0">
                <a:solidFill>
                  <a:srgbClr val="0000FF"/>
                </a:solidFill>
                <a:highlight>
                  <a:srgbClr val="00FF00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struct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day, month, year;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 </a:t>
            </a:r>
            <a:r>
              <a:rPr lang="en-US" altLang="zh-TW" sz="2000" b="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zh-TW" sz="2000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419600" y="1157514"/>
            <a:ext cx="4572000" cy="166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Defining a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400" dirty="0"/>
              <a:t> type named "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sz="2400" dirty="0"/>
              <a:t>" and defining an alias to the struct type in </a:t>
            </a:r>
            <a:r>
              <a:rPr lang="en-US" sz="24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two</a:t>
            </a:r>
            <a:r>
              <a:rPr lang="en-US" sz="2400" dirty="0"/>
              <a:t> separate declarations.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419600" y="2884714"/>
            <a:ext cx="4572000" cy="1317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/>
              <a:t>Defining a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400" dirty="0"/>
              <a:t> type named "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sz="2400" dirty="0"/>
              <a:t>" and defining an alias to the struct type in </a:t>
            </a:r>
            <a:r>
              <a:rPr lang="en-US" sz="24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one</a:t>
            </a:r>
            <a:r>
              <a:rPr lang="en-US" sz="2400" dirty="0"/>
              <a:t> declaration.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394200" y="4256314"/>
            <a:ext cx="4572000" cy="1317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/>
              <a:t>Defining a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sz="2400" dirty="0"/>
              <a:t> type with </a:t>
            </a:r>
            <a:r>
              <a:rPr lang="en-US" sz="24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 name</a:t>
            </a:r>
            <a:r>
              <a:rPr lang="en-US" sz="2400" dirty="0"/>
              <a:t> and defining an alias to the struct type in </a:t>
            </a:r>
            <a:r>
              <a:rPr lang="en-US" sz="24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one</a:t>
            </a:r>
            <a:r>
              <a:rPr lang="en-US" sz="2400" dirty="0"/>
              <a:t> declaration.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74172" y="5538873"/>
            <a:ext cx="8969828" cy="636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dirty="0"/>
              <a:t>With the first two approaches, the type can be referred to in the program as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 date</a:t>
            </a:r>
            <a:r>
              <a:rPr lang="en-US" dirty="0"/>
              <a:t>" and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/>
              <a:t>". With the 3</a:t>
            </a:r>
            <a:r>
              <a:rPr lang="en-US" baseline="30000" dirty="0"/>
              <a:t>rd</a:t>
            </a:r>
            <a:r>
              <a:rPr lang="en-US" dirty="0"/>
              <a:t> approach, the type can only be referred to in the program as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dirty="0"/>
              <a:t>".</a:t>
            </a:r>
          </a:p>
        </p:txBody>
      </p:sp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1C750EEF-6DF8-CF4E-ACB5-FF9581DCA8A6}"/>
              </a:ext>
            </a:extLst>
          </p:cNvPr>
          <p:cNvSpPr/>
          <p:nvPr/>
        </p:nvSpPr>
        <p:spPr>
          <a:xfrm>
            <a:off x="3810000" y="2514600"/>
            <a:ext cx="609600" cy="838200"/>
          </a:xfrm>
          <a:prstGeom prst="curved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E7754-0DE5-9E4E-9AF4-CD104ADF542B}"/>
              </a:ext>
            </a:extLst>
          </p:cNvPr>
          <p:cNvSpPr txBox="1"/>
          <p:nvPr/>
        </p:nvSpPr>
        <p:spPr>
          <a:xfrm>
            <a:off x="3050304" y="2752560"/>
            <a:ext cx="1293096" cy="338554"/>
          </a:xfrm>
          <a:prstGeom prst="rect">
            <a:avLst/>
          </a:prstGeom>
          <a:solidFill>
            <a:srgbClr val="F79646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i="1" dirty="0"/>
              <a:t>equivalent to</a:t>
            </a:r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822F59C0-92D7-D345-A129-DA18F3F5BBCB}"/>
              </a:ext>
            </a:extLst>
          </p:cNvPr>
          <p:cNvSpPr/>
          <p:nvPr/>
        </p:nvSpPr>
        <p:spPr>
          <a:xfrm>
            <a:off x="3810000" y="3821430"/>
            <a:ext cx="609600" cy="838200"/>
          </a:xfrm>
          <a:prstGeom prst="curved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37C430-761F-B94B-84CE-DDBCE27F228D}"/>
              </a:ext>
            </a:extLst>
          </p:cNvPr>
          <p:cNvSpPr txBox="1"/>
          <p:nvPr/>
        </p:nvSpPr>
        <p:spPr>
          <a:xfrm>
            <a:off x="2438400" y="4059390"/>
            <a:ext cx="1905000" cy="338554"/>
          </a:xfrm>
          <a:prstGeom prst="rect">
            <a:avLst/>
          </a:prstGeom>
          <a:solidFill>
            <a:srgbClr val="F79646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i="1" dirty="0"/>
              <a:t>almost equivalent to</a:t>
            </a:r>
          </a:p>
        </p:txBody>
      </p:sp>
    </p:spTree>
    <p:extLst>
      <p:ext uri="{BB962C8B-B14F-4D97-AF65-F5344CB8AC3E}">
        <p14:creationId xmlns:p14="http://schemas.microsoft.com/office/powerpoint/2010/main" val="3787621372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1.7. More </a:t>
            </a:r>
            <a:r>
              <a:rPr lang="en-US" altLang="zh-TW" dirty="0">
                <a:latin typeface="Consolas"/>
                <a:ea typeface="新細明體"/>
                <a:cs typeface="Consolas" panose="020B0609020204030204" pitchFamily="49" charset="0"/>
              </a:rPr>
              <a:t>typedef</a:t>
            </a:r>
            <a:r>
              <a:rPr lang="en-US" altLang="zh-TW" dirty="0">
                <a:ea typeface="新細明體"/>
              </a:rPr>
              <a:t> examples </a:t>
            </a:r>
            <a:endParaRPr lang="en-US" altLang="zh-TW" dirty="0">
              <a:latin typeface="Consolas" panose="020B0609020204030204" pitchFamily="49" charset="0"/>
              <a:ea typeface="新細明體" panose="02020500000000000000" pitchFamily="18" charset="-120"/>
              <a:cs typeface="Consolas" panose="020B0609020204030204" pitchFamily="49" charset="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student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char    id[11];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char    name[40];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double  </a:t>
            </a:r>
            <a:r>
              <a:rPr lang="en-US" altLang="zh-TW" sz="1800" dirty="0" err="1">
                <a:latin typeface="Consolas" panose="020B0609020204030204" pitchFamily="49" charset="0"/>
                <a:ea typeface="新細明體" panose="02020500000000000000" pitchFamily="18" charset="-120"/>
              </a:rPr>
              <a:t>gpa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};   </a:t>
            </a:r>
            <a:r>
              <a:rPr lang="en-US" altLang="zh-TW" sz="18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A structure declaration */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1800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18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typedef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</a:t>
            </a:r>
            <a:r>
              <a:rPr lang="en-US" altLang="zh-TW" sz="1800" dirty="0">
                <a:solidFill>
                  <a:srgbClr val="0099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18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1800" dirty="0" err="1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STUDENT_t</a:t>
            </a:r>
            <a:r>
              <a:rPr lang="en-US" altLang="zh-TW" sz="1800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;  </a:t>
            </a:r>
            <a:r>
              <a:rPr lang="en-US" altLang="zh-TW" sz="1800" dirty="0">
                <a:solidFill>
                  <a:srgbClr val="0099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/* An alias */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...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18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STUDENT_t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peter;	</a:t>
            </a:r>
            <a:r>
              <a:rPr lang="en-US" altLang="zh-TW" sz="1800" dirty="0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/* Declare variable peter */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1800" dirty="0">
              <a:solidFill>
                <a:schemeClr val="bg2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000" dirty="0">
                <a:ea typeface="新細明體" panose="02020500000000000000" pitchFamily="18" charset="-120"/>
              </a:rPr>
              <a:t>Define </a:t>
            </a:r>
            <a:r>
              <a:rPr lang="en-US" altLang="zh-TW" sz="20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STUDENT_t</a:t>
            </a:r>
            <a:r>
              <a:rPr lang="en-US" altLang="zh-TW" sz="2000" dirty="0">
                <a:ea typeface="新細明體" panose="02020500000000000000" pitchFamily="18" charset="-120"/>
              </a:rPr>
              <a:t> as an </a:t>
            </a:r>
            <a:r>
              <a:rPr lang="en-US" altLang="zh-TW" sz="2000" i="1" dirty="0">
                <a:ea typeface="新細明體" panose="02020500000000000000" pitchFamily="18" charset="-120"/>
              </a:rPr>
              <a:t>alias</a:t>
            </a:r>
            <a:r>
              <a:rPr lang="en-US" altLang="zh-TW" sz="2000" dirty="0">
                <a:ea typeface="新細明體" panose="02020500000000000000" pitchFamily="18" charset="-120"/>
              </a:rPr>
              <a:t> to </a:t>
            </a: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struct student</a:t>
            </a:r>
            <a:r>
              <a:rPr lang="en-US" altLang="zh-TW" sz="2000" dirty="0">
                <a:ea typeface="新細明體" panose="02020500000000000000" pitchFamily="18" charset="-120"/>
              </a:rPr>
              <a:t>. This allows shorter type names.</a:t>
            </a:r>
          </a:p>
          <a:p>
            <a:pPr>
              <a:lnSpc>
                <a:spcPct val="90000"/>
              </a:lnSpc>
            </a:pPr>
            <a:endParaRPr lang="en-US" altLang="zh-TW" sz="2000" dirty="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000" dirty="0" err="1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STUDENT_t</a:t>
            </a:r>
            <a:r>
              <a:rPr lang="en-US" altLang="zh-TW" sz="2000" dirty="0">
                <a:ea typeface="新細明體"/>
              </a:rPr>
              <a:t> is also called a </a:t>
            </a:r>
            <a:r>
              <a:rPr lang="en-US" altLang="zh-TW" sz="2000" i="1" u="sng" dirty="0">
                <a:ea typeface="新細明體"/>
              </a:rPr>
              <a:t>Type-Defined Structure</a:t>
            </a:r>
            <a:r>
              <a:rPr lang="en-US" altLang="zh-TW" sz="2000" dirty="0">
                <a:ea typeface="新細明體"/>
              </a:rPr>
              <a:t>.</a:t>
            </a:r>
            <a:endParaRPr lang="en-US" altLang="zh-TW" sz="2000" dirty="0">
              <a:ea typeface="新細明體"/>
              <a:cs typeface="Calibri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3215AB-4E96-3742-AB84-2E95524E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09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2. Structures and Functions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ea typeface="新細明體" panose="02020500000000000000" pitchFamily="18" charset="-120"/>
              </a:rPr>
              <a:t>2.1. Structures as Function Parameters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void </a:t>
            </a:r>
            <a:r>
              <a:rPr lang="en-US" altLang="zh-TW" sz="20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func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sz="2000" dirty="0">
                <a:solidFill>
                  <a:srgbClr val="01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00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000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ea typeface="新細明體" panose="02020500000000000000" pitchFamily="18" charset="-120"/>
              </a:rPr>
              <a:t>2.2. Structures as Function Return Values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r>
              <a:rPr lang="en-US" altLang="zh-TW" sz="2000" dirty="0">
                <a:solidFill>
                  <a:srgbClr val="01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00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000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0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func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ea typeface="新細明體" panose="02020500000000000000" pitchFamily="18" charset="-120"/>
              </a:rPr>
              <a:t>2.3. Structures as BOTH Function Parameters and Function Return Values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</a:t>
            </a:r>
            <a:r>
              <a:rPr lang="en-US" altLang="zh-TW" sz="2000" dirty="0">
                <a:solidFill>
                  <a:srgbClr val="01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00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000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000" dirty="0" err="1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func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lang="en-US" altLang="zh-TW" sz="2000" dirty="0">
                <a:solidFill>
                  <a:srgbClr val="0100FF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</a:t>
            </a:r>
            <a:r>
              <a:rPr lang="en-US" altLang="zh-TW" sz="2000" dirty="0">
                <a:solidFill>
                  <a:srgbClr val="FF33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2000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rational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rat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dirty="0">
              <a:ea typeface="新細明體" panose="02020500000000000000" pitchFamily="18" charset="-12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8F1EEA-E13C-2146-BC81-2A901863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DBE797E4-070E-E4E0-5538-40AC5BE97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93" y="5088714"/>
            <a:ext cx="7378943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define a NEW type for storing rational number 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rational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num;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// numerator </a:t>
            </a:r>
            <a:endParaRPr kumimoji="0"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int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den;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// denominator </a:t>
            </a:r>
            <a:endParaRPr kumimoji="0" lang="en-US" altLang="zh-TW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  <a:endParaRPr kumimoji="0" lang="zh-TW" altLang="en-US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14B15F3B-A897-815A-0B2C-FC5A15786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804" y="1427984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4" name="Rectangle 26">
            <a:extLst>
              <a:ext uri="{FF2B5EF4-FFF2-40B4-BE49-F238E27FC236}">
                <a16:creationId xmlns:a16="http://schemas.microsoft.com/office/drawing/2014/main" id="{C5D8FDB8-5010-908F-8BEC-151FD3D0F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804" y="1791521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EEB51195-EAEC-60BA-E4D8-AD206843E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2441" y="1440684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AE0DAD4E-D000-D7AB-E26A-019794205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993" y="1794974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3508BC0-DD03-C3A1-A0DC-F0C9C3C86497}"/>
              </a:ext>
            </a:extLst>
          </p:cNvPr>
          <p:cNvSpPr/>
          <p:nvPr/>
        </p:nvSpPr>
        <p:spPr>
          <a:xfrm>
            <a:off x="6264729" y="1194513"/>
            <a:ext cx="2620132" cy="11430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40F9C7CD-21C1-F30A-9401-066ED97A75F4}"/>
              </a:ext>
            </a:extLst>
          </p:cNvPr>
          <p:cNvSpPr txBox="1"/>
          <p:nvPr/>
        </p:nvSpPr>
        <p:spPr>
          <a:xfrm>
            <a:off x="6326263" y="96657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326475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75468" y="-98391"/>
            <a:ext cx="8229600" cy="1143000"/>
          </a:xfrm>
        </p:spPr>
        <p:txBody>
          <a:bodyPr/>
          <a:lstStyle/>
          <a:p>
            <a:r>
              <a:rPr lang="en-US" altLang="zh-TW" sz="3400" dirty="0">
                <a:ea typeface="新細明體" panose="02020500000000000000" pitchFamily="18" charset="-120"/>
              </a:rPr>
              <a:t>2.1. Structures as Function Parameters</a:t>
            </a:r>
            <a:endParaRPr lang="zh-TW" altLang="en-US" sz="3400" dirty="0">
              <a:ea typeface="新細明體" panose="02020500000000000000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6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275468" y="1227171"/>
                <a:ext cx="8229600" cy="4945029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TW" sz="2800" dirty="0">
                    <a:ea typeface="新細明體" panose="02020500000000000000" pitchFamily="18" charset="-120"/>
                  </a:rPr>
                  <a:t>Rational (Fractional) Number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zh-TW" sz="2300" dirty="0">
                    <a:ea typeface="新細明體" panose="02020500000000000000" pitchFamily="18" charset="-120"/>
                  </a:rPr>
                  <a:t>Form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numerator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denominator</m:t>
                        </m:r>
                      </m:den>
                    </m:f>
                  </m:oMath>
                </a14:m>
                <a:r>
                  <a:rPr lang="en-US" altLang="zh-TW" sz="2300" dirty="0">
                    <a:ea typeface="新細明體" panose="02020500000000000000" pitchFamily="18" charset="-120"/>
                  </a:rPr>
                  <a:t> , or </a:t>
                </a:r>
              </a:p>
              <a:p>
                <a:pPr marL="457200" lvl="1" indent="0">
                  <a:lnSpc>
                    <a:spcPct val="160000"/>
                  </a:lnSpc>
                  <a:buNone/>
                </a:pPr>
                <a:r>
                  <a:rPr lang="en-US" altLang="zh-TW" sz="2300" dirty="0">
                    <a:ea typeface="新細明體" panose="02020500000000000000" pitchFamily="18" charset="-120"/>
                  </a:rPr>
                  <a:t>	simply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num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</a:rPr>
                          <m:t>den</m:t>
                        </m:r>
                      </m:den>
                    </m:f>
                  </m:oMath>
                </a14:m>
                <a:r>
                  <a:rPr lang="en-US" altLang="zh-TW" sz="2300" dirty="0">
                    <a:ea typeface="新細明體" panose="02020500000000000000" pitchFamily="18" charset="-120"/>
                  </a:rPr>
                  <a:t> , where </a:t>
                </a:r>
                <a:r>
                  <a:rPr lang="en-US" altLang="zh-TW" sz="2300" i="1" dirty="0">
                    <a:ea typeface="新細明體" panose="02020500000000000000" pitchFamily="18" charset="-120"/>
                  </a:rPr>
                  <a:t>num</a:t>
                </a:r>
                <a:r>
                  <a:rPr lang="en-US" altLang="zh-TW" sz="2300" dirty="0">
                    <a:ea typeface="新細明體" panose="02020500000000000000" pitchFamily="18" charset="-120"/>
                  </a:rPr>
                  <a:t> and </a:t>
                </a:r>
                <a:r>
                  <a:rPr lang="en-US" altLang="zh-TW" sz="2300" i="1" dirty="0">
                    <a:ea typeface="新細明體" panose="02020500000000000000" pitchFamily="18" charset="-120"/>
                  </a:rPr>
                  <a:t>den</a:t>
                </a:r>
                <a:r>
                  <a:rPr lang="en-US" altLang="zh-TW" sz="2300" dirty="0">
                    <a:ea typeface="新細明體" panose="02020500000000000000" pitchFamily="18" charset="-120"/>
                  </a:rPr>
                  <a:t> are integers. 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zh-TW" sz="2300" dirty="0">
                  <a:ea typeface="新細明體" panose="02020500000000000000" pitchFamily="18" charset="-12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zh-TW" sz="2300" dirty="0">
                    <a:ea typeface="新細明體" panose="02020500000000000000" pitchFamily="18" charset="-120"/>
                  </a:rPr>
                  <a:t>To simplify the example, we assume both </a:t>
                </a:r>
                <a:r>
                  <a:rPr lang="en-US" altLang="zh-TW" sz="2300" i="1" dirty="0">
                    <a:ea typeface="新細明體" panose="02020500000000000000" pitchFamily="18" charset="-120"/>
                  </a:rPr>
                  <a:t>num</a:t>
                </a:r>
                <a:r>
                  <a:rPr lang="en-US" altLang="zh-TW" sz="2300" dirty="0">
                    <a:ea typeface="新細明體" panose="02020500000000000000" pitchFamily="18" charset="-120"/>
                  </a:rPr>
                  <a:t> and </a:t>
                </a:r>
                <a:r>
                  <a:rPr lang="en-US" altLang="zh-TW" sz="2300" i="1" dirty="0">
                    <a:ea typeface="新細明體" panose="02020500000000000000" pitchFamily="18" charset="-120"/>
                  </a:rPr>
                  <a:t>den</a:t>
                </a:r>
                <a:r>
                  <a:rPr lang="en-US" altLang="zh-TW" sz="2300" dirty="0">
                    <a:ea typeface="新細明體" panose="02020500000000000000" pitchFamily="18" charset="-120"/>
                  </a:rPr>
                  <a:t> are positive integers.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zh-TW" sz="2300" dirty="0">
                  <a:ea typeface="新細明體" panose="02020500000000000000" pitchFamily="18" charset="-12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zh-TW" sz="2300" dirty="0">
                    <a:ea typeface="新細明體" panose="02020500000000000000" pitchFamily="18" charset="-120"/>
                  </a:rPr>
                  <a:t>The Greatest Common Divisor (GCD) is usually used to simplify a rational number.</a:t>
                </a:r>
              </a:p>
              <a:p>
                <a:pPr lvl="1">
                  <a:lnSpc>
                    <a:spcPct val="90000"/>
                  </a:lnSpc>
                </a:pPr>
                <a:endParaRPr lang="en-US" altLang="zh-TW" sz="2300" dirty="0">
                  <a:ea typeface="新細明體" panose="02020500000000000000" pitchFamily="18" charset="-12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zh-TW" sz="2300" dirty="0">
                    <a:ea typeface="新細明體" panose="02020500000000000000" pitchFamily="18" charset="-120"/>
                  </a:rPr>
                  <a:t>We further assume that we have already had a function </a:t>
                </a:r>
                <a:r>
                  <a:rPr lang="en-US" altLang="zh-TW" sz="2300" dirty="0" err="1">
                    <a:latin typeface="Consolas" panose="020B0609020204030204" pitchFamily="49" charset="0"/>
                    <a:ea typeface="新細明體" panose="02020500000000000000" pitchFamily="18" charset="-120"/>
                  </a:rPr>
                  <a:t>gcd</a:t>
                </a:r>
                <a:r>
                  <a:rPr lang="en-US" altLang="zh-TW" sz="2300" dirty="0">
                    <a:latin typeface="Consolas" panose="020B0609020204030204" pitchFamily="49" charset="0"/>
                    <a:ea typeface="新細明體" panose="02020500000000000000" pitchFamily="18" charset="-120"/>
                  </a:rPr>
                  <a:t>()</a:t>
                </a:r>
                <a:r>
                  <a:rPr lang="en-US" altLang="zh-TW" sz="2300" dirty="0">
                    <a:ea typeface="新細明體" panose="02020500000000000000" pitchFamily="18" charset="-120"/>
                  </a:rPr>
                  <a:t> for finding the GCD of 2 integers.</a:t>
                </a:r>
              </a:p>
            </p:txBody>
          </p:sp>
        </mc:Choice>
        <mc:Fallback xmlns="">
          <p:sp>
            <p:nvSpPr>
              <p:cNvPr id="624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275468" y="1227171"/>
                <a:ext cx="8229600" cy="4945029"/>
              </a:xfrm>
              <a:blipFill>
                <a:blip r:embed="rId3"/>
                <a:stretch>
                  <a:fillRect l="-1333" t="-2709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0F904-5635-004A-88A6-835C6625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0F329874-AF72-1F65-FCC3-469EF850B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804" y="1427984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4A44F6B6-F7A7-11FB-65BD-A304FF665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804" y="1791521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Text Box 28">
            <a:extLst>
              <a:ext uri="{FF2B5EF4-FFF2-40B4-BE49-F238E27FC236}">
                <a16:creationId xmlns:a16="http://schemas.microsoft.com/office/drawing/2014/main" id="{EA5F6F32-AC18-69A1-3339-C46CDC2BB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2441" y="1440684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9" name="Text Box 30">
            <a:extLst>
              <a:ext uri="{FF2B5EF4-FFF2-40B4-BE49-F238E27FC236}">
                <a16:creationId xmlns:a16="http://schemas.microsoft.com/office/drawing/2014/main" id="{657F2218-DAA5-2408-E3DA-23BBA98FD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993" y="1794974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53A3E05-ECFF-6F66-D5C7-CFEF602F722D}"/>
              </a:ext>
            </a:extLst>
          </p:cNvPr>
          <p:cNvSpPr/>
          <p:nvPr/>
        </p:nvSpPr>
        <p:spPr>
          <a:xfrm>
            <a:off x="6264729" y="1194513"/>
            <a:ext cx="2620132" cy="114300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27BC851-9196-284D-8491-DEC1B18E358B}"/>
              </a:ext>
            </a:extLst>
          </p:cNvPr>
          <p:cNvSpPr txBox="1"/>
          <p:nvPr/>
        </p:nvSpPr>
        <p:spPr>
          <a:xfrm>
            <a:off x="6326263" y="96657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905729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B4D020-B8ED-4FC4-8916-31BD8AEC6BE3}" type="slidenum">
              <a:rPr kumimoji="0" lang="zh-TW" altLang="en-US" sz="10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TW" sz="1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  <a:noFill/>
        </p:spPr>
        <p:txBody>
          <a:bodyPr tIns="0" anchor="t"/>
          <a:lstStyle/>
          <a:p>
            <a:r>
              <a:rPr lang="en-US" altLang="zh-TW" sz="3000" dirty="0">
                <a:ea typeface="新細明體" panose="02020500000000000000" pitchFamily="18" charset="-120"/>
              </a:rPr>
              <a:t>2.1. Structures as Function Parameters</a:t>
            </a:r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476249" y="436563"/>
            <a:ext cx="8658225" cy="607550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#include &lt;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stdio.h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&gt;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</a:rPr>
              <a:t>/* Define the structure "rational" */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{        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 num, den;</a:t>
            </a:r>
            <a:endParaRPr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</a:rPr>
              <a:t>// A function for printing rational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void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r_Print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rational</a:t>
            </a: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 ) {  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 printf("%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d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 / %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d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",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rat.num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rat.den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); 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lv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9900"/>
                </a:solidFill>
                <a:latin typeface="Consolas" panose="020B0609020204030204" pitchFamily="49" charset="0"/>
              </a:rPr>
              <a:t>// A function for obtaining real number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kumimoji="0" lang="en-US" altLang="zh-TW" sz="1800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</a:rPr>
              <a:t>r_Real</a:t>
            </a: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</a:rPr>
              <a:t>( </a:t>
            </a: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</a:rPr>
              <a:t>  rat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) { 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(double)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rat.num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/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rat.den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    </a:t>
            </a:r>
            <a:endParaRPr lang="en-US" altLang="zh-TW" dirty="0">
              <a:solidFill>
                <a:srgbClr val="00990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main() {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three_over_four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{3, 4};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double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real_num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r_Print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three_over_four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);    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// Function call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real_num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r_Real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three_over_four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);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// Function call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printf(" = %f\n",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real_num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0;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  <a:endParaRPr kumimoji="0" lang="zh-TW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-39397" y="436563"/>
            <a:ext cx="515646" cy="607550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3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4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7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8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13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14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15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16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17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18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19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23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24</a:t>
            </a:r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9525" y="6481763"/>
            <a:ext cx="8851900" cy="376237"/>
          </a:xfrm>
          <a:prstGeom prst="rect">
            <a:avLst/>
          </a:prstGeom>
          <a:solidFill>
            <a:srgbClr val="CCCE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9525" y="6481763"/>
            <a:ext cx="817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3 / 4</a:t>
            </a:r>
          </a:p>
        </p:txBody>
      </p:sp>
      <p:sp>
        <p:nvSpPr>
          <p:cNvPr id="71698" name="Text Box 18"/>
          <p:cNvSpPr txBox="1">
            <a:spLocks noChangeArrowheads="1"/>
          </p:cNvSpPr>
          <p:nvPr/>
        </p:nvSpPr>
        <p:spPr bwMode="auto">
          <a:xfrm>
            <a:off x="876300" y="6481763"/>
            <a:ext cx="14510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= 0.750000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F2DE6362-3EA2-5C13-80E9-0E23430ED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475" y="838200"/>
            <a:ext cx="1076325" cy="37941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0288B8DE-3BFB-50D7-ACEF-40E987E7C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0475" y="1201737"/>
            <a:ext cx="1076325" cy="37623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44D153FA-0C7D-F1F4-CF38-A0DDBDC46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112" y="850900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F553CEE3-8755-E573-FE57-1E01B967B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8664" y="1205190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den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A006BC1-FC57-AF33-6FF2-171E9CC9849D}"/>
              </a:ext>
            </a:extLst>
          </p:cNvPr>
          <p:cNvSpPr/>
          <p:nvPr/>
        </p:nvSpPr>
        <p:spPr>
          <a:xfrm>
            <a:off x="6248400" y="761337"/>
            <a:ext cx="2620132" cy="942049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8B0DFF-FAAD-2C1C-B96F-31A6368347F8}"/>
              </a:ext>
            </a:extLst>
          </p:cNvPr>
          <p:cNvSpPr txBox="1"/>
          <p:nvPr/>
        </p:nvSpPr>
        <p:spPr>
          <a:xfrm>
            <a:off x="6309934" y="53340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struct rational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endParaRPr lang="en-HK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BFD8012-4608-7ECB-86B9-6E43D177CE1A}"/>
              </a:ext>
            </a:extLst>
          </p:cNvPr>
          <p:cNvGrpSpPr/>
          <p:nvPr/>
        </p:nvGrpSpPr>
        <p:grpSpPr>
          <a:xfrm>
            <a:off x="6666435" y="3783686"/>
            <a:ext cx="2300630" cy="1164552"/>
            <a:chOff x="6666435" y="3783686"/>
            <a:chExt cx="2300630" cy="1164552"/>
          </a:xfrm>
        </p:grpSpPr>
        <p:sp>
          <p:nvSpPr>
            <p:cNvPr id="8" name="Rectangle 25">
              <a:extLst>
                <a:ext uri="{FF2B5EF4-FFF2-40B4-BE49-F238E27FC236}">
                  <a16:creationId xmlns:a16="http://schemas.microsoft.com/office/drawing/2014/main" id="{11D9C660-8333-2036-E651-91437D822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2540" y="4208463"/>
              <a:ext cx="1076325" cy="37941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3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9" name="Rectangle 26">
              <a:extLst>
                <a:ext uri="{FF2B5EF4-FFF2-40B4-BE49-F238E27FC236}">
                  <a16:creationId xmlns:a16="http://schemas.microsoft.com/office/drawing/2014/main" id="{8A1B81DA-0DD1-F91C-4844-B48B568DB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2540" y="4572000"/>
              <a:ext cx="1076325" cy="376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3DE3528A-8105-DF11-5233-3574BC790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8177" y="4221163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num</a:t>
              </a:r>
            </a:p>
          </p:txBody>
        </p:sp>
        <p:sp>
          <p:nvSpPr>
            <p:cNvPr id="12" name="Text Box 30">
              <a:extLst>
                <a:ext uri="{FF2B5EF4-FFF2-40B4-BE49-F238E27FC236}">
                  <a16:creationId xmlns:a16="http://schemas.microsoft.com/office/drawing/2014/main" id="{CF41E7AC-9D0B-1A56-07F8-4BB2AAED91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729" y="4575453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den</a:t>
              </a:r>
            </a:p>
          </p:txBody>
        </p:sp>
        <p:sp>
          <p:nvSpPr>
            <p:cNvPr id="13" name="Text Box 31">
              <a:extLst>
                <a:ext uri="{FF2B5EF4-FFF2-40B4-BE49-F238E27FC236}">
                  <a16:creationId xmlns:a16="http://schemas.microsoft.com/office/drawing/2014/main" id="{7333E136-F8F0-AEDF-373D-F429110A4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6435" y="3783686"/>
              <a:ext cx="23006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000" b="0" dirty="0" err="1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three_over_four</a:t>
              </a:r>
              <a:endParaRPr lang="en-US" altLang="zh-TW" sz="2000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137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7" grpId="0"/>
      <p:bldP spid="7169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641E647-FCAE-4D4C-B555-7DC6193B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  <a:noFill/>
        </p:spPr>
        <p:txBody>
          <a:bodyPr anchor="t"/>
          <a:lstStyle/>
          <a:p>
            <a:r>
              <a:rPr lang="en-US" altLang="zh-TW" sz="3400" dirty="0">
                <a:ea typeface="新細明體" panose="02020500000000000000" pitchFamily="18" charset="-120"/>
              </a:rPr>
              <a:t>2.2. Structures as Function Return Values</a:t>
            </a:r>
          </a:p>
        </p:txBody>
      </p:sp>
      <p:sp>
        <p:nvSpPr>
          <p:cNvPr id="72713" name="Text Box 9"/>
          <p:cNvSpPr txBox="1">
            <a:spLocks noChangeArrowheads="1"/>
          </p:cNvSpPr>
          <p:nvPr/>
        </p:nvSpPr>
        <p:spPr bwMode="auto">
          <a:xfrm>
            <a:off x="457200" y="715963"/>
            <a:ext cx="8686799" cy="58262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……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struct definition and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r_Print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same as before 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/>
                <a:ea typeface="新細明體"/>
              </a:rPr>
              <a:t>struct rational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/>
                <a:ea typeface="新細明體"/>
              </a:rPr>
              <a:t>r_Create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Consolas"/>
                <a:ea typeface="新細明體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 n, </a:t>
            </a:r>
            <a:r>
              <a:rPr lang="en-US" altLang="zh-TW" dirty="0">
                <a:solidFill>
                  <a:srgbClr val="0000FF"/>
                </a:solidFill>
                <a:latin typeface="Consolas"/>
                <a:ea typeface="新細明體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 d ) {</a:t>
            </a:r>
            <a:endParaRPr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rat;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        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g;</a:t>
            </a:r>
            <a:endParaRPr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g =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gcd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(n, d);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Assume existence of </a:t>
            </a:r>
            <a:r>
              <a:rPr lang="en-US" altLang="zh-TW" dirty="0" err="1">
                <a:solidFill>
                  <a:srgbClr val="0099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gcd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() 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rat.num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n / g;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rat.den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d / g;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rat;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main() {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rat_num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{6, 8};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r_Print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rat_num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printf(" --&gt; ");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rat_num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r_Create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( 6, 8 );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rat_num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is updated 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r_Print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rat_num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0;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  <a:endParaRPr kumimoji="0" lang="zh-TW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444500" y="6513513"/>
            <a:ext cx="8305800" cy="349250"/>
          </a:xfrm>
          <a:prstGeom prst="rect">
            <a:avLst/>
          </a:prstGeom>
          <a:solidFill>
            <a:srgbClr val="CCCE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-12698" y="715963"/>
            <a:ext cx="477942" cy="57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3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4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7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8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13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14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15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16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17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18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19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23</a:t>
            </a:r>
          </a:p>
        </p:txBody>
      </p:sp>
      <p:sp>
        <p:nvSpPr>
          <p:cNvPr id="72720" name="Text Box 16"/>
          <p:cNvSpPr txBox="1">
            <a:spLocks noChangeArrowheads="1"/>
          </p:cNvSpPr>
          <p:nvPr/>
        </p:nvSpPr>
        <p:spPr bwMode="auto">
          <a:xfrm>
            <a:off x="444500" y="6491288"/>
            <a:ext cx="817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6 / 8</a:t>
            </a:r>
          </a:p>
        </p:txBody>
      </p:sp>
      <p:sp>
        <p:nvSpPr>
          <p:cNvPr id="72721" name="Text Box 17"/>
          <p:cNvSpPr txBox="1">
            <a:spLocks noChangeArrowheads="1"/>
          </p:cNvSpPr>
          <p:nvPr/>
        </p:nvSpPr>
        <p:spPr bwMode="auto">
          <a:xfrm>
            <a:off x="1241425" y="6491288"/>
            <a:ext cx="5645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--&gt;</a:t>
            </a:r>
          </a:p>
        </p:txBody>
      </p:sp>
      <p:sp>
        <p:nvSpPr>
          <p:cNvPr id="72722" name="Text Box 18"/>
          <p:cNvSpPr txBox="1">
            <a:spLocks noChangeArrowheads="1"/>
          </p:cNvSpPr>
          <p:nvPr/>
        </p:nvSpPr>
        <p:spPr bwMode="auto">
          <a:xfrm>
            <a:off x="1800225" y="6491288"/>
            <a:ext cx="817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3 / 4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99BDD8B-5745-A103-AB2C-B6476922C18F}"/>
              </a:ext>
            </a:extLst>
          </p:cNvPr>
          <p:cNvGrpSpPr/>
          <p:nvPr/>
        </p:nvGrpSpPr>
        <p:grpSpPr>
          <a:xfrm>
            <a:off x="5715000" y="3681466"/>
            <a:ext cx="1600723" cy="1115681"/>
            <a:chOff x="5715000" y="3681466"/>
            <a:chExt cx="1600723" cy="1115681"/>
          </a:xfrm>
        </p:grpSpPr>
        <p:sp>
          <p:nvSpPr>
            <p:cNvPr id="2" name="Rectangle 25">
              <a:extLst>
                <a:ext uri="{FF2B5EF4-FFF2-40B4-BE49-F238E27FC236}">
                  <a16:creationId xmlns:a16="http://schemas.microsoft.com/office/drawing/2014/main" id="{699EF113-7C83-BDEC-2270-2584DF5C3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9363" y="4050784"/>
              <a:ext cx="855407" cy="36933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6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3" name="Rectangle 26">
              <a:extLst>
                <a:ext uri="{FF2B5EF4-FFF2-40B4-BE49-F238E27FC236}">
                  <a16:creationId xmlns:a16="http://schemas.microsoft.com/office/drawing/2014/main" id="{76066BCA-1E16-9333-E01E-7E3F285BD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9363" y="4412860"/>
              <a:ext cx="855407" cy="36933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8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A025697D-9C94-2206-DFA7-405007B1D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4073525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num</a:t>
              </a:r>
            </a:p>
          </p:txBody>
        </p:sp>
        <p:sp>
          <p:nvSpPr>
            <p:cNvPr id="5" name="Text Box 30">
              <a:extLst>
                <a:ext uri="{FF2B5EF4-FFF2-40B4-BE49-F238E27FC236}">
                  <a16:creationId xmlns:a16="http://schemas.microsoft.com/office/drawing/2014/main" id="{D0B23740-D1BF-32BF-5E43-3204F6993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7552" y="4427815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den</a:t>
              </a:r>
            </a:p>
          </p:txBody>
        </p:sp>
        <p:sp>
          <p:nvSpPr>
            <p:cNvPr id="6" name="Text Box 31">
              <a:extLst>
                <a:ext uri="{FF2B5EF4-FFF2-40B4-BE49-F238E27FC236}">
                  <a16:creationId xmlns:a16="http://schemas.microsoft.com/office/drawing/2014/main" id="{1B1FC2ED-1CCA-74A9-88E2-DF16911D2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07" y="3681466"/>
              <a:ext cx="117211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000" b="0" dirty="0" err="1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rat_num</a:t>
              </a:r>
              <a:endParaRPr lang="en-US" altLang="zh-TW" sz="2000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38B9AFD8-A20F-9ED6-E59F-4AF13D8B7BD3}"/>
              </a:ext>
            </a:extLst>
          </p:cNvPr>
          <p:cNvGrpSpPr/>
          <p:nvPr/>
        </p:nvGrpSpPr>
        <p:grpSpPr>
          <a:xfrm>
            <a:off x="2330394" y="3278866"/>
            <a:ext cx="3249711" cy="2055384"/>
            <a:chOff x="2330394" y="3278866"/>
            <a:chExt cx="3249711" cy="2055384"/>
          </a:xfrm>
        </p:grpSpPr>
        <p:sp>
          <p:nvSpPr>
            <p:cNvPr id="15" name="箭號: 迴轉箭號 14">
              <a:extLst>
                <a:ext uri="{FF2B5EF4-FFF2-40B4-BE49-F238E27FC236}">
                  <a16:creationId xmlns:a16="http://schemas.microsoft.com/office/drawing/2014/main" id="{DBCC6146-0538-5989-A272-EFDBBF4ADA7A}"/>
                </a:ext>
              </a:extLst>
            </p:cNvPr>
            <p:cNvSpPr/>
            <p:nvPr/>
          </p:nvSpPr>
          <p:spPr>
            <a:xfrm rot="5400000">
              <a:off x="3841812" y="3595957"/>
              <a:ext cx="2055384" cy="1421202"/>
            </a:xfrm>
            <a:prstGeom prst="uturnArrow">
              <a:avLst>
                <a:gd name="adj1" fmla="val 11013"/>
                <a:gd name="adj2" fmla="val 16035"/>
                <a:gd name="adj3" fmla="val 22891"/>
                <a:gd name="adj4" fmla="val 42695"/>
                <a:gd name="adj5" fmla="val 100000"/>
              </a:avLst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45770A2-8D90-0F3F-8168-541434C0B13E}"/>
                </a:ext>
              </a:extLst>
            </p:cNvPr>
            <p:cNvSpPr/>
            <p:nvPr/>
          </p:nvSpPr>
          <p:spPr>
            <a:xfrm>
              <a:off x="2330394" y="3278867"/>
              <a:ext cx="2122437" cy="15013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dirty="0"/>
            </a:p>
          </p:txBody>
        </p:sp>
      </p:grpSp>
      <p:sp>
        <p:nvSpPr>
          <p:cNvPr id="18" name="Rectangle 7">
            <a:extLst>
              <a:ext uri="{FF2B5EF4-FFF2-40B4-BE49-F238E27FC236}">
                <a16:creationId xmlns:a16="http://schemas.microsoft.com/office/drawing/2014/main" id="{E67AA10E-FB4E-521B-D461-3CB4FA296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0345" y="3141441"/>
            <a:ext cx="1851656" cy="369332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2719" name="AutoShape 15"/>
          <p:cNvSpPr>
            <a:spLocks noChangeArrowheads="1"/>
          </p:cNvSpPr>
          <p:nvPr/>
        </p:nvSpPr>
        <p:spPr bwMode="auto">
          <a:xfrm>
            <a:off x="4982883" y="2598754"/>
            <a:ext cx="3863999" cy="783193"/>
          </a:xfrm>
          <a:prstGeom prst="wedgeRoundRectCallout">
            <a:avLst>
              <a:gd name="adj1" fmla="val -61799"/>
              <a:gd name="adj2" fmla="val 56635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Properly assign the members before returning a 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value</a:t>
            </a: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871E98DF-9536-FCEC-4FB3-3D1E4C69EC86}"/>
              </a:ext>
            </a:extLst>
          </p:cNvPr>
          <p:cNvGrpSpPr/>
          <p:nvPr/>
        </p:nvGrpSpPr>
        <p:grpSpPr>
          <a:xfrm>
            <a:off x="2816277" y="2759062"/>
            <a:ext cx="1690688" cy="1119134"/>
            <a:chOff x="2816277" y="2759062"/>
            <a:chExt cx="1690688" cy="1119134"/>
          </a:xfrm>
        </p:grpSpPr>
        <p:sp>
          <p:nvSpPr>
            <p:cNvPr id="7" name="Rectangle 25">
              <a:extLst>
                <a:ext uri="{FF2B5EF4-FFF2-40B4-BE49-F238E27FC236}">
                  <a16:creationId xmlns:a16="http://schemas.microsoft.com/office/drawing/2014/main" id="{2B46B751-9FD0-EB9B-3E4F-CAD8E9D1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640" y="3138421"/>
              <a:ext cx="1076325" cy="37941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6/2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8" name="Rectangle 26">
              <a:extLst>
                <a:ext uri="{FF2B5EF4-FFF2-40B4-BE49-F238E27FC236}">
                  <a16:creationId xmlns:a16="http://schemas.microsoft.com/office/drawing/2014/main" id="{B78D8283-129C-3421-0BA0-1D644E3B0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640" y="3501958"/>
              <a:ext cx="1076325" cy="37623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8/2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12" name="Text Box 31">
              <a:extLst>
                <a:ext uri="{FF2B5EF4-FFF2-40B4-BE49-F238E27FC236}">
                  <a16:creationId xmlns:a16="http://schemas.microsoft.com/office/drawing/2014/main" id="{C6CA0305-2DFD-E4B7-03EA-72CF8EFE1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5347" y="2759062"/>
              <a:ext cx="6078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2000" b="0" dirty="0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rat</a:t>
              </a:r>
            </a:p>
          </p:txBody>
        </p:sp>
        <p:sp>
          <p:nvSpPr>
            <p:cNvPr id="9" name="Text Box 28">
              <a:extLst>
                <a:ext uri="{FF2B5EF4-FFF2-40B4-BE49-F238E27FC236}">
                  <a16:creationId xmlns:a16="http://schemas.microsoft.com/office/drawing/2014/main" id="{CC9E830A-8B22-56A4-7B6A-3C79B6C67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6277" y="3151121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num</a:t>
              </a:r>
            </a:p>
          </p:txBody>
        </p:sp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4AA856D9-24A4-9B26-3298-7E6CC8AAA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829" y="3505411"/>
              <a:ext cx="5645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den</a:t>
              </a: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DA603BF2-1C95-1238-CB5E-872DF90021D2}"/>
              </a:ext>
            </a:extLst>
          </p:cNvPr>
          <p:cNvGrpSpPr/>
          <p:nvPr/>
        </p:nvGrpSpPr>
        <p:grpSpPr>
          <a:xfrm>
            <a:off x="7835111" y="4026089"/>
            <a:ext cx="855407" cy="731156"/>
            <a:chOff x="7835111" y="4026089"/>
            <a:chExt cx="855407" cy="731156"/>
          </a:xfrm>
        </p:grpSpPr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64A3B83F-93B0-DC4A-C975-5F61B6325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5111" y="4026089"/>
              <a:ext cx="855407" cy="3693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3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94A384DB-E911-FEBE-832A-B58BB3F50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5111" y="4387913"/>
              <a:ext cx="855407" cy="3693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4</a:t>
              </a:r>
              <a:endParaRPr lang="zh-TW" altLang="en-US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A4273D92-40E5-C6B4-5D29-DAEEE5DEF359}"/>
              </a:ext>
            </a:extLst>
          </p:cNvPr>
          <p:cNvSpPr/>
          <p:nvPr/>
        </p:nvSpPr>
        <p:spPr>
          <a:xfrm>
            <a:off x="7113086" y="4205518"/>
            <a:ext cx="855407" cy="371759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03936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7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27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271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7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27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27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27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20" grpId="0"/>
      <p:bldP spid="72721" grpId="0"/>
      <p:bldP spid="72722" grpId="0"/>
      <p:bldP spid="18" grpId="0" animBg="1"/>
      <p:bldP spid="72719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51EF15-19FF-44B4-BB4A-4C5D02C44E68}" type="slidenum">
              <a:rPr kumimoji="0" lang="zh-TW" altLang="en-US" sz="10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TW" sz="1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7509813" cy="492443"/>
          </a:xfrm>
          <a:noFill/>
        </p:spPr>
        <p:txBody>
          <a:bodyPr wrap="none" anchor="t">
            <a:spAutoFit/>
          </a:bodyPr>
          <a:lstStyle/>
          <a:p>
            <a:r>
              <a:rPr lang="en-US" altLang="zh-TW" sz="2600" dirty="0">
                <a:ea typeface="新細明體" panose="02020500000000000000" pitchFamily="18" charset="-120"/>
              </a:rPr>
              <a:t>2.3. Structures as BOTH Parameters and Return Values</a:t>
            </a:r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465138" y="688975"/>
            <a:ext cx="8678862" cy="58262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…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struct definition and other functions same as before 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typedef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rational  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/* alias */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r_Add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rat1,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rat2 ) {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num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, den;</a:t>
            </a:r>
            <a:endParaRPr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num = rat1.num * rat2.den + rat2.num * rat1.den;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den = rat1.den * rat2.den;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r_Create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num, den 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main() {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Rational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six_over_eight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one_over_two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six_over_eight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r_Create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( 6, 8 );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r_Print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six_over_eight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printf(" + ");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one_over_two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=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r_Create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( 1, 2 );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r_Print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one_over_two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printf(" = ");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r_Print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r_Add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six_over_eight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one_over_two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) );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return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0;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  <a:endParaRPr kumimoji="0" lang="zh-TW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179388" y="6481762"/>
            <a:ext cx="8713787" cy="376238"/>
          </a:xfrm>
          <a:prstGeom prst="rect">
            <a:avLst/>
          </a:prstGeom>
          <a:solidFill>
            <a:srgbClr val="CCCE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4762" name="Text Box 10"/>
          <p:cNvSpPr txBox="1">
            <a:spLocks noChangeArrowheads="1"/>
          </p:cNvSpPr>
          <p:nvPr/>
        </p:nvSpPr>
        <p:spPr bwMode="auto">
          <a:xfrm>
            <a:off x="-7938" y="688975"/>
            <a:ext cx="473076" cy="57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3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4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7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8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9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13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14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15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16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17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18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19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20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21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22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23</a:t>
            </a:r>
          </a:p>
        </p:txBody>
      </p:sp>
      <p:grpSp>
        <p:nvGrpSpPr>
          <p:cNvPr id="74767" name="Group 15"/>
          <p:cNvGrpSpPr>
            <a:grpSpLocks/>
          </p:cNvGrpSpPr>
          <p:nvPr/>
        </p:nvGrpSpPr>
        <p:grpSpPr bwMode="auto">
          <a:xfrm>
            <a:off x="6338888" y="2359025"/>
            <a:ext cx="2692400" cy="863600"/>
            <a:chOff x="2880" y="2704"/>
            <a:chExt cx="1696" cy="544"/>
          </a:xfrm>
          <a:solidFill>
            <a:srgbClr val="CCFFCC"/>
          </a:solidFill>
        </p:grpSpPr>
        <p:sp>
          <p:nvSpPr>
            <p:cNvPr id="74766" name="AutoShape 14"/>
            <p:cNvSpPr>
              <a:spLocks noChangeArrowheads="1"/>
            </p:cNvSpPr>
            <p:nvPr/>
          </p:nvSpPr>
          <p:spPr bwMode="auto">
            <a:xfrm>
              <a:off x="2880" y="2704"/>
              <a:ext cx="1696" cy="544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graphicFrame>
          <p:nvGraphicFramePr>
            <p:cNvPr id="74764" name="Object 12"/>
            <p:cNvGraphicFramePr>
              <a:graphicFrameLocks noChangeAspect="1"/>
            </p:cNvGraphicFramePr>
            <p:nvPr/>
          </p:nvGraphicFramePr>
          <p:xfrm>
            <a:off x="2880" y="2704"/>
            <a:ext cx="1696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46040" imgH="431640" progId="Equation.3">
                    <p:embed/>
                  </p:oleObj>
                </mc:Choice>
                <mc:Fallback>
                  <p:oleObj name="Equation" r:id="rId3" imgW="1346040" imgH="431640" progId="Equation.3">
                    <p:embed/>
                    <p:pic>
                      <p:nvPicPr>
                        <p:cNvPr id="74764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704"/>
                          <a:ext cx="1696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68" name="Text Box 16"/>
          <p:cNvSpPr txBox="1">
            <a:spLocks noChangeArrowheads="1"/>
          </p:cNvSpPr>
          <p:nvPr/>
        </p:nvSpPr>
        <p:spPr bwMode="auto">
          <a:xfrm>
            <a:off x="288925" y="6491288"/>
            <a:ext cx="6331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3 / 4</a:t>
            </a:r>
          </a:p>
        </p:txBody>
      </p:sp>
      <p:sp>
        <p:nvSpPr>
          <p:cNvPr id="74769" name="Text Box 17"/>
          <p:cNvSpPr txBox="1">
            <a:spLocks noChangeArrowheads="1"/>
          </p:cNvSpPr>
          <p:nvPr/>
        </p:nvSpPr>
        <p:spPr bwMode="auto">
          <a:xfrm>
            <a:off x="971550" y="6486525"/>
            <a:ext cx="379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+ </a:t>
            </a:r>
          </a:p>
        </p:txBody>
      </p:sp>
      <p:sp>
        <p:nvSpPr>
          <p:cNvPr id="74770" name="Text Box 18"/>
          <p:cNvSpPr txBox="1">
            <a:spLocks noChangeArrowheads="1"/>
          </p:cNvSpPr>
          <p:nvPr/>
        </p:nvSpPr>
        <p:spPr bwMode="auto">
          <a:xfrm>
            <a:off x="1381125" y="6486525"/>
            <a:ext cx="6331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1 / 2</a:t>
            </a:r>
          </a:p>
        </p:txBody>
      </p:sp>
      <p:sp>
        <p:nvSpPr>
          <p:cNvPr id="74771" name="Text Box 19"/>
          <p:cNvSpPr txBox="1">
            <a:spLocks noChangeArrowheads="1"/>
          </p:cNvSpPr>
          <p:nvPr/>
        </p:nvSpPr>
        <p:spPr bwMode="auto">
          <a:xfrm>
            <a:off x="2205038" y="6491288"/>
            <a:ext cx="126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=</a:t>
            </a:r>
          </a:p>
        </p:txBody>
      </p:sp>
      <p:sp>
        <p:nvSpPr>
          <p:cNvPr id="74772" name="Text Box 20"/>
          <p:cNvSpPr txBox="1">
            <a:spLocks noChangeArrowheads="1"/>
          </p:cNvSpPr>
          <p:nvPr/>
        </p:nvSpPr>
        <p:spPr bwMode="auto">
          <a:xfrm>
            <a:off x="2493963" y="6496050"/>
            <a:ext cx="6331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5 / 4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681FD8B-0AC5-24F0-D07A-5E2DCE4BCD30}"/>
              </a:ext>
            </a:extLst>
          </p:cNvPr>
          <p:cNvGrpSpPr/>
          <p:nvPr/>
        </p:nvGrpSpPr>
        <p:grpSpPr>
          <a:xfrm>
            <a:off x="5804225" y="3916549"/>
            <a:ext cx="1576072" cy="1040943"/>
            <a:chOff x="5804225" y="3916549"/>
            <a:chExt cx="1576072" cy="1040943"/>
          </a:xfrm>
        </p:grpSpPr>
        <p:sp>
          <p:nvSpPr>
            <p:cNvPr id="2" name="Rectangle 25">
              <a:extLst>
                <a:ext uri="{FF2B5EF4-FFF2-40B4-BE49-F238E27FC236}">
                  <a16:creationId xmlns:a16="http://schemas.microsoft.com/office/drawing/2014/main" id="{6F392FA7-7ACD-B95E-8835-A88CC88BA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7116" y="4254560"/>
              <a:ext cx="842964" cy="3385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sz="16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6</a:t>
              </a:r>
              <a:endParaRPr lang="zh-TW" altLang="en-US" sz="16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3" name="Rectangle 26">
              <a:extLst>
                <a:ext uri="{FF2B5EF4-FFF2-40B4-BE49-F238E27FC236}">
                  <a16:creationId xmlns:a16="http://schemas.microsoft.com/office/drawing/2014/main" id="{AC52E0AA-8FBA-2E30-7761-C04DB7EBB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7116" y="4600181"/>
              <a:ext cx="842964" cy="3385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sz="16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8</a:t>
              </a:r>
              <a:endParaRPr lang="zh-TW" altLang="en-US" sz="16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0A031803-1D7B-700E-AC6F-248958A2F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4264648"/>
              <a:ext cx="52129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16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num</a:t>
              </a:r>
            </a:p>
          </p:txBody>
        </p:sp>
        <p:sp>
          <p:nvSpPr>
            <p:cNvPr id="5" name="Text Box 30">
              <a:extLst>
                <a:ext uri="{FF2B5EF4-FFF2-40B4-BE49-F238E27FC236}">
                  <a16:creationId xmlns:a16="http://schemas.microsoft.com/office/drawing/2014/main" id="{1F5243C8-A017-F4E0-2CA5-F3AFE83FA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9952" y="4618938"/>
              <a:ext cx="52129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16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den</a:t>
              </a:r>
            </a:p>
          </p:txBody>
        </p:sp>
        <p:sp>
          <p:nvSpPr>
            <p:cNvPr id="6" name="Text Box 31">
              <a:extLst>
                <a:ext uri="{FF2B5EF4-FFF2-40B4-BE49-F238E27FC236}">
                  <a16:creationId xmlns:a16="http://schemas.microsoft.com/office/drawing/2014/main" id="{1324B4AB-2203-D070-5D72-6E7223C9F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4225" y="3916549"/>
              <a:ext cx="15760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1400" b="0" dirty="0" err="1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six_over_eight</a:t>
              </a:r>
              <a:endParaRPr lang="en-US" altLang="zh-TW" sz="1400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D98FD09-47A2-9554-33EA-1F21DFF5B57C}"/>
              </a:ext>
            </a:extLst>
          </p:cNvPr>
          <p:cNvGrpSpPr/>
          <p:nvPr/>
        </p:nvGrpSpPr>
        <p:grpSpPr>
          <a:xfrm>
            <a:off x="7805147" y="3881511"/>
            <a:ext cx="1377300" cy="1054596"/>
            <a:chOff x="7805147" y="3881511"/>
            <a:chExt cx="1377300" cy="1054596"/>
          </a:xfrm>
        </p:grpSpPr>
        <p:sp>
          <p:nvSpPr>
            <p:cNvPr id="7" name="Rectangle 25">
              <a:extLst>
                <a:ext uri="{FF2B5EF4-FFF2-40B4-BE49-F238E27FC236}">
                  <a16:creationId xmlns:a16="http://schemas.microsoft.com/office/drawing/2014/main" id="{272BBE93-EB88-A454-FA79-59FEEFF10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3613" y="4268261"/>
              <a:ext cx="694187" cy="3385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sz="16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1</a:t>
              </a:r>
              <a:endParaRPr lang="zh-TW" altLang="en-US" sz="16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8" name="Rectangle 26">
              <a:extLst>
                <a:ext uri="{FF2B5EF4-FFF2-40B4-BE49-F238E27FC236}">
                  <a16:creationId xmlns:a16="http://schemas.microsoft.com/office/drawing/2014/main" id="{09380CA1-C4F5-21C2-AA6A-2AC249122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3613" y="4597553"/>
              <a:ext cx="694187" cy="33855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algn="ctr"/>
              <a:r>
                <a:rPr lang="en-HK" altLang="zh-TW" sz="16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2</a:t>
              </a:r>
              <a:endParaRPr lang="zh-TW" altLang="en-US" sz="16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  <p:sp>
          <p:nvSpPr>
            <p:cNvPr id="9" name="Text Box 28">
              <a:extLst>
                <a:ext uri="{FF2B5EF4-FFF2-40B4-BE49-F238E27FC236}">
                  <a16:creationId xmlns:a16="http://schemas.microsoft.com/office/drawing/2014/main" id="{E6161631-53CA-D76D-48EF-7EFE6F55C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449" y="4241692"/>
              <a:ext cx="52129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16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num</a:t>
              </a:r>
            </a:p>
          </p:txBody>
        </p:sp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29A5FC6C-2F26-5FF2-3982-6C33171A9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8001" y="4595982"/>
              <a:ext cx="52129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1600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den</a:t>
              </a:r>
            </a:p>
          </p:txBody>
        </p:sp>
        <p:sp>
          <p:nvSpPr>
            <p:cNvPr id="11" name="Text Box 31">
              <a:extLst>
                <a:ext uri="{FF2B5EF4-FFF2-40B4-BE49-F238E27FC236}">
                  <a16:creationId xmlns:a16="http://schemas.microsoft.com/office/drawing/2014/main" id="{0DD713DC-282A-F0C8-085A-9FE54B1C2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5147" y="3881511"/>
              <a:ext cx="13773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r>
                <a:rPr lang="en-US" altLang="zh-TW" sz="1400" b="0" dirty="0" err="1">
                  <a:solidFill>
                    <a:srgbClr val="01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one_over_two</a:t>
              </a:r>
              <a:endParaRPr lang="en-US" altLang="zh-TW" sz="1400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7E6953F-2D20-C4ED-281C-33656D0B67D1}"/>
              </a:ext>
            </a:extLst>
          </p:cNvPr>
          <p:cNvSpPr txBox="1"/>
          <p:nvPr/>
        </p:nvSpPr>
        <p:spPr>
          <a:xfrm>
            <a:off x="7375091" y="4219624"/>
            <a:ext cx="8778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TW" sz="3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+</a:t>
            </a:r>
            <a:endParaRPr lang="en-HK" sz="3600" b="1" dirty="0"/>
          </a:p>
        </p:txBody>
      </p:sp>
    </p:spTree>
    <p:extLst>
      <p:ext uri="{BB962C8B-B14F-4D97-AF65-F5344CB8AC3E}">
        <p14:creationId xmlns:p14="http://schemas.microsoft.com/office/powerpoint/2010/main" val="420436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47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476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476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47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476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476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476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476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476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7476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8" grpId="0"/>
      <p:bldP spid="74769" grpId="0"/>
      <p:bldP spid="74770" grpId="0"/>
      <p:bldP spid="74771" grpId="0"/>
      <p:bldP spid="7477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3. More Structures</a:t>
            </a:r>
            <a:endParaRPr lang="zh-TW" altLang="en-US" dirty="0">
              <a:ea typeface="新細明體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zh-TW" dirty="0">
                <a:ea typeface="新細明體"/>
                <a:cs typeface="Calibri"/>
              </a:rPr>
              <a:t>3.1. Array in Structures</a:t>
            </a:r>
            <a:endParaRPr lang="en-US" altLang="zh-TW" dirty="0">
              <a:ea typeface="新細明體"/>
            </a:endParaRP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n-US" altLang="zh-TW" dirty="0">
              <a:ea typeface="新細明體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ea typeface="新細明體"/>
              </a:rPr>
              <a:t>3.2. Array of Structures</a:t>
            </a:r>
            <a:endParaRPr lang="en-US" sz="3200" dirty="0">
              <a:ea typeface="新細明體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  </a:t>
            </a:r>
            <a:r>
              <a:rPr lang="en-US" altLang="zh-TW" sz="2000" dirty="0" err="1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student_list</a:t>
            </a: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[100];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dirty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TW" dirty="0">
                <a:ea typeface="新細明體"/>
              </a:rPr>
              <a:t>3.3. Nested Structures</a:t>
            </a:r>
            <a:endParaRPr lang="en-US" altLang="zh-TW" dirty="0">
              <a:ea typeface="新細明體"/>
              <a:cs typeface="Calibri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struct student 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  char          name[30];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		  struct date   dob;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000" dirty="0">
                <a:solidFill>
                  <a:srgbClr val="CC66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	</a:t>
            </a:r>
            <a:r>
              <a:rPr lang="en-US" altLang="zh-TW" sz="2000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848766-186B-7941-8803-61F64AB9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58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4E2F42-6396-49A4-A5C7-7FC29CAB9E6C}" type="slidenum">
              <a:rPr kumimoji="0" lang="zh-TW" altLang="en-US" sz="10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TW" sz="1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457200" y="1625600"/>
            <a:ext cx="8382000" cy="1371600"/>
          </a:xfrm>
          <a:prstGeom prst="rect">
            <a:avLst/>
          </a:prstGeom>
          <a:solidFill>
            <a:srgbClr val="3366FF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/* Define the type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person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*/</a:t>
            </a: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1125" y="0"/>
            <a:ext cx="8229600" cy="714375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</a:rPr>
              <a:t>3.1. Array Members of Structures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457200" y="714375"/>
            <a:ext cx="8686800" cy="61436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#include &lt;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stdio.h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&gt;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#define NAMEMAX 100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person {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surname[NAMEMAX+1];   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//</a:t>
            </a:r>
            <a:r>
              <a:rPr kumimoji="0" lang="en-US" altLang="zh-TW" sz="180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reserve 1 char for null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forename[NAMEMAX+1];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age;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main() {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person computer = { "Machine", "Computing", 50 };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person user;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printf("Your surname? ");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Consolas"/>
                <a:ea typeface="新細明體"/>
              </a:rPr>
              <a:t>scanf</a:t>
            </a: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("%s",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user.surname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);</a:t>
            </a:r>
            <a:endParaRPr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printf("Your forename? ");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  <a:latin typeface="Consolas"/>
                <a:ea typeface="新細明體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/>
                <a:ea typeface="新細明體" panose="02020500000000000000" pitchFamily="18" charset="-120"/>
              </a:rPr>
              <a:t>scanf</a:t>
            </a:r>
            <a:r>
              <a:rPr lang="en-US" dirty="0">
                <a:solidFill>
                  <a:srgbClr val="000000"/>
                </a:solidFill>
                <a:latin typeface="Consolas"/>
                <a:ea typeface="新細明體" panose="02020500000000000000" pitchFamily="18" charset="-120"/>
              </a:rPr>
              <a:t>("%s", </a:t>
            </a:r>
            <a:r>
              <a:rPr kumimoji="0" lang="en-US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 panose="02020500000000000000" pitchFamily="18" charset="-120"/>
              </a:rPr>
              <a:t>user.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forename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新細明體"/>
              </a:rPr>
              <a:t>);</a:t>
            </a:r>
            <a:endParaRPr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/>
              <a:ea typeface="新細明體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printf("Dear %c. %s\n",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user.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highlight>
                  <a:srgbClr val="CC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forename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[0]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user.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surname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);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printf("I am %s.\n", </a:t>
            </a:r>
            <a:r>
              <a:rPr kumimoji="0" lang="en-US" altLang="zh-TW" sz="18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computer.forename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);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return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0;</a:t>
            </a:r>
          </a:p>
          <a:p>
            <a:pPr marL="0" marR="0" lvl="0" indent="0" algn="l" defTabSz="4635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714375"/>
            <a:ext cx="461963" cy="61436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17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19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21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5932488" y="4005263"/>
            <a:ext cx="2925801" cy="1200329"/>
          </a:xfrm>
          <a:prstGeom prst="rect">
            <a:avLst/>
          </a:prstGeom>
          <a:solidFill>
            <a:srgbClr val="CCCE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Your surname?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WAY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  <a:sym typeface="Symbol" panose="05050102010706020507" pitchFamily="18" charset="2"/>
              </a:rPr>
              <a:t>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Your forename?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P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CC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eter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  <a:sym typeface="Symbol" panose="05050102010706020507" pitchFamily="18" charset="2"/>
              </a:rPr>
              <a:t></a:t>
            </a: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Dear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P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highlight>
                  <a:srgbClr val="FF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WAY</a:t>
            </a:r>
          </a:p>
          <a:p>
            <a:pPr marL="0" marR="0" lvl="0" indent="0" algn="l" defTabSz="463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 am 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Computing</a:t>
            </a: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55555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89384" y="2040"/>
            <a:ext cx="8229600" cy="1143000"/>
          </a:xfrm>
        </p:spPr>
        <p:txBody>
          <a:bodyPr/>
          <a:lstStyle/>
          <a:p>
            <a:r>
              <a:rPr lang="en-US" altLang="zh-TW" dirty="0">
                <a:ea typeface="新細明體"/>
              </a:rPr>
              <a:t>3.1. Array Members of Structures</a:t>
            </a:r>
          </a:p>
        </p:txBody>
      </p:sp>
      <p:graphicFrame>
        <p:nvGraphicFramePr>
          <p:cNvPr id="56391" name="Group 7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339716"/>
              </p:ext>
            </p:extLst>
          </p:nvPr>
        </p:nvGraphicFramePr>
        <p:xfrm>
          <a:off x="438070" y="978484"/>
          <a:ext cx="8229600" cy="5066792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3886508136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88174952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624331077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Entities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Meaning/ 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Type/ 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298750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computer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whole structure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struct person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402787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computer.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surname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CC"/>
                        </a:highlight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whole string member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surname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char []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"Machine"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789529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computer.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surname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[0]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st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character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of string 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computer.surname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char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'M'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919471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computer.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CCFFCC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forename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[4]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</a:t>
                      </a:r>
                      <a:r>
                        <a:rPr kumimoji="0" lang="en-US" altLang="zh-TW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character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of </a:t>
                      </a: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computer.forename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char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   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'u'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111150"/>
                  </a:ext>
                </a:extLst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computer.age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The member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age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int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anose="02020500000000000000" pitchFamily="18" charset="-120"/>
                        </a:rPr>
                        <a:t>    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411637"/>
                  </a:ext>
                </a:extLst>
              </a:tr>
            </a:tbl>
          </a:graphicData>
        </a:graphic>
      </p:graphicFrame>
      <p:sp>
        <p:nvSpPr>
          <p:cNvPr id="56392" name="Text Box 72"/>
          <p:cNvSpPr txBox="1">
            <a:spLocks noChangeArrowheads="1"/>
          </p:cNvSpPr>
          <p:nvPr/>
        </p:nvSpPr>
        <p:spPr bwMode="auto">
          <a:xfrm>
            <a:off x="863" y="5686306"/>
            <a:ext cx="2967479" cy="11695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4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person {</a:t>
            </a:r>
            <a:endParaRPr lang="en-US" altLang="zh-TW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CC"/>
                </a:highlight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surname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[NAMEMAX+1];</a:t>
            </a:r>
            <a:endParaRPr lang="en-US" altLang="zh-TW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14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CFFCC"/>
                </a:highlight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forename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[NAMEMAX+1];</a:t>
            </a:r>
            <a:endParaRPr lang="en-US" altLang="zh-TW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14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400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age;</a:t>
            </a:r>
            <a:endParaRPr lang="en-US" altLang="zh-TW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};</a:t>
            </a:r>
            <a:endParaRPr kumimoji="0" lang="zh-TW" altLang="en-US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9C91B-79A9-9A4F-B234-1CF4EECE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567193F-7C33-05C5-08CD-550398698D88}"/>
              </a:ext>
            </a:extLst>
          </p:cNvPr>
          <p:cNvSpPr txBox="1"/>
          <p:nvPr/>
        </p:nvSpPr>
        <p:spPr>
          <a:xfrm>
            <a:off x="1752600" y="6508037"/>
            <a:ext cx="653951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person computer = { 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"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M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achine"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C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"Comp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u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CFFCC"/>
                </a:highlight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ting"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50 };</a:t>
            </a:r>
            <a:endParaRPr lang="en-HK" sz="1600" dirty="0"/>
          </a:p>
        </p:txBody>
      </p:sp>
    </p:spTree>
    <p:extLst>
      <p:ext uri="{BB962C8B-B14F-4D97-AF65-F5344CB8AC3E}">
        <p14:creationId xmlns:p14="http://schemas.microsoft.com/office/powerpoint/2010/main" val="116999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9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EC1D4B0-C3F3-4826-3136-8E83ECBE7691}"/>
              </a:ext>
            </a:extLst>
          </p:cNvPr>
          <p:cNvSpPr/>
          <p:nvPr/>
        </p:nvSpPr>
        <p:spPr>
          <a:xfrm>
            <a:off x="461964" y="1932675"/>
            <a:ext cx="8682036" cy="4302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</a:rPr>
              <a:t>3.2. Array of Structures</a:t>
            </a:r>
            <a:endParaRPr lang="zh-TW" altLang="en-US" dirty="0">
              <a:ea typeface="新細明體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38" y="1099458"/>
            <a:ext cx="8932985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Structures may occur as an array.</a:t>
            </a: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Example:</a:t>
            </a:r>
          </a:p>
          <a:p>
            <a:pPr lvl="4">
              <a:lnSpc>
                <a:spcPct val="80000"/>
              </a:lnSpc>
            </a:pPr>
            <a:endParaRPr lang="en-US" altLang="zh-TW" sz="1600" dirty="0"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b="1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1800" b="1" dirty="0">
                <a:latin typeface="Consolas" panose="020B0609020204030204" pitchFamily="49" charset="0"/>
                <a:ea typeface="新細明體" panose="02020500000000000000" pitchFamily="18" charset="-120"/>
              </a:rPr>
              <a:t> student 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id[11];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name[40];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mark;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};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main(void) {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b="1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lang="en-US" altLang="zh-TW" sz="1800" b="1" dirty="0">
                <a:latin typeface="Consolas" panose="020B0609020204030204" pitchFamily="49" charset="0"/>
                <a:ea typeface="新細明體" panose="02020500000000000000" pitchFamily="18" charset="-120"/>
              </a:rPr>
              <a:t> student   </a:t>
            </a:r>
            <a:r>
              <a:rPr lang="en-US" altLang="zh-TW" sz="1800" dirty="0" err="1">
                <a:latin typeface="Consolas" panose="020B0609020204030204" pitchFamily="49" charset="0"/>
                <a:ea typeface="新細明體" panose="02020500000000000000" pitchFamily="18" charset="-120"/>
              </a:rPr>
              <a:t>student_list</a:t>
            </a:r>
            <a:r>
              <a:rPr lang="en-US" altLang="zh-TW" sz="1800" dirty="0">
                <a:solidFill>
                  <a:srgbClr val="FF33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[100]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student_list</a:t>
            </a:r>
            <a:r>
              <a:rPr lang="en-US" altLang="zh-TW" sz="1800" u="sng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[0]</a:t>
            </a:r>
            <a:r>
              <a:rPr lang="en-US" altLang="zh-TW" sz="18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800" dirty="0">
                <a:solidFill>
                  <a:srgbClr val="0070C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mark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= 98;  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// mark of the </a:t>
            </a:r>
            <a:r>
              <a:rPr lang="en-US" altLang="zh-TW" sz="1800" u="sng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1</a:t>
            </a:r>
            <a:r>
              <a:rPr lang="en-US" altLang="zh-TW" sz="1800" u="sng" baseline="30000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st</a:t>
            </a:r>
            <a:r>
              <a:rPr lang="en-US" altLang="zh-TW" sz="1800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student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  <a:sym typeface="Wingdings" panose="05000000000000000000" pitchFamily="2" charset="2"/>
              </a:rPr>
              <a:t> 98</a:t>
            </a:r>
            <a:endParaRPr lang="en-US" altLang="zh-TW" sz="1800" dirty="0">
              <a:solidFill>
                <a:srgbClr val="00B050"/>
              </a:solidFill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// check the </a:t>
            </a:r>
            <a:r>
              <a:rPr lang="en-US" altLang="zh-TW" sz="180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second digit of id</a:t>
            </a:r>
            <a:r>
              <a:rPr lang="en-US" altLang="zh-TW" sz="1800" dirty="0">
                <a:solidFill>
                  <a:srgbClr val="00B05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of the </a:t>
            </a:r>
            <a:r>
              <a:rPr lang="en-US" altLang="zh-TW" sz="1800" u="sng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2</a:t>
            </a:r>
            <a:r>
              <a:rPr lang="en-US" altLang="zh-TW" sz="1800" u="sng" baseline="30000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nd</a:t>
            </a:r>
            <a:r>
              <a:rPr lang="en-US" altLang="zh-TW" sz="1800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 student</a:t>
            </a:r>
            <a:endParaRPr lang="en-US" altLang="zh-TW" sz="1800" dirty="0">
              <a:highlight>
                <a:srgbClr val="FFFF00"/>
              </a:highlight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if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( </a:t>
            </a:r>
            <a:r>
              <a:rPr lang="en-US" altLang="zh-TW" sz="18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student_list</a:t>
            </a:r>
            <a:r>
              <a:rPr lang="en-US" altLang="zh-TW" sz="1800" u="sng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[1]</a:t>
            </a:r>
            <a:r>
              <a:rPr lang="en-US" altLang="zh-TW" sz="18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</a:t>
            </a:r>
            <a:r>
              <a:rPr lang="en-US" altLang="zh-TW" sz="1800" dirty="0">
                <a:solidFill>
                  <a:srgbClr val="FF0000"/>
                </a:solidFill>
                <a:highlight>
                  <a:srgbClr val="00FFFF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id[1]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== '0' 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   printf("Admitted before 2010/11");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8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return</a:t>
            </a: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 0;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1800" dirty="0">
                <a:latin typeface="Consolas" panose="020B0609020204030204" pitchFamily="49" charset="0"/>
                <a:ea typeface="新細明體" panose="02020500000000000000" pitchFamily="18" charset="-120"/>
              </a:rPr>
              <a:t>}</a:t>
            </a:r>
            <a:endParaRPr lang="zh-TW" altLang="en-US" sz="1800" dirty="0">
              <a:latin typeface="Consolas" panose="020B0609020204030204" pitchFamily="49" charset="0"/>
              <a:ea typeface="新細明體" panose="02020500000000000000" pitchFamily="18" charset="-12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5A9D17-C7A8-5D4D-9CB0-355D4B0A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86B22B3-30D2-020D-5148-F346A44E8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86016"/>
              </p:ext>
            </p:extLst>
          </p:nvPr>
        </p:nvGraphicFramePr>
        <p:xfrm>
          <a:off x="4969329" y="1348146"/>
          <a:ext cx="4114800" cy="1742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1582839038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312295213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15960397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150031744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3355808806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3354769184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3093490979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431830892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844315257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970797726"/>
                    </a:ext>
                  </a:extLst>
                </a:gridCol>
              </a:tblGrid>
              <a:tr h="294640">
                <a:tc gridSpan="10"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CUHK SID Format before and after 2010/11</a:t>
                      </a:r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04705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[0]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[1]</a:t>
                      </a:r>
                      <a:endParaRPr lang="zh-HK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[2]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[3]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[4]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[5]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[6]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[7]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[8]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[9]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60542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5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5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2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3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4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5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6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606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0</a:t>
                      </a:r>
                      <a:endParaRPr lang="zh-HK" altLang="en-US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0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1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2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3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4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dirty="0"/>
                        <a:t>5</a:t>
                      </a:r>
                      <a:endParaRPr lang="zh-HK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altLang="zh-HK" dirty="0"/>
                        <a:t>6</a:t>
                      </a:r>
                      <a:endParaRPr lang="zh-HK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56046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A609D0D0-E84F-5EE8-76AC-47F81FEEB3B3}"/>
              </a:ext>
            </a:extLst>
          </p:cNvPr>
          <p:cNvSpPr txBox="1"/>
          <p:nvPr/>
        </p:nvSpPr>
        <p:spPr>
          <a:xfrm>
            <a:off x="3103686" y="2397600"/>
            <a:ext cx="1995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student_list</a:t>
            </a:r>
            <a:r>
              <a:rPr lang="en-US" altLang="zh-TW" sz="1400" u="sng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[0</a:t>
            </a:r>
            <a:r>
              <a:rPr lang="en-US" altLang="zh-TW" sz="1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]</a:t>
            </a:r>
            <a:r>
              <a:rPr lang="en-US" altLang="zh-TW" sz="14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.id</a:t>
            </a:r>
            <a:endParaRPr lang="en-HK" sz="14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443B2FD-C687-1D78-61A1-A154D4D11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2675"/>
            <a:ext cx="461963" cy="430271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kumimoji="0" lang="en-US" altLang="zh-TW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kumimoji="0" lang="en-US" altLang="zh-TW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kumimoji="0" lang="en-US" altLang="zh-TW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1A90BFA-4EE0-0EE3-13FD-CB2A0DF2E7AD}"/>
              </a:ext>
            </a:extLst>
          </p:cNvPr>
          <p:cNvSpPr txBox="1"/>
          <p:nvPr/>
        </p:nvSpPr>
        <p:spPr>
          <a:xfrm>
            <a:off x="3110384" y="2744093"/>
            <a:ext cx="1995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student_list</a:t>
            </a:r>
            <a:r>
              <a:rPr lang="en-US" altLang="zh-TW" sz="1400" u="sng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[1</a:t>
            </a:r>
            <a:r>
              <a:rPr lang="en-US" altLang="zh-TW" sz="14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  <a:ea typeface="新細明體" panose="02020500000000000000" pitchFamily="18" charset="-120"/>
              </a:rPr>
              <a:t>]</a:t>
            </a:r>
            <a:r>
              <a:rPr lang="en-US" altLang="zh-TW" sz="1400" dirty="0">
                <a:solidFill>
                  <a:srgbClr val="FF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.id</a:t>
            </a:r>
            <a:endParaRPr lang="en-HK" sz="1400" dirty="0"/>
          </a:p>
        </p:txBody>
      </p:sp>
    </p:spTree>
    <p:extLst>
      <p:ext uri="{BB962C8B-B14F-4D97-AF65-F5344CB8AC3E}">
        <p14:creationId xmlns:p14="http://schemas.microsoft.com/office/powerpoint/2010/main" val="15190289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4073B6F-849A-4C42-B529-C02F39402EE8}" type="slidenum">
              <a:rPr kumimoji="0" lang="zh-TW" altLang="en-US" sz="10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TW" sz="1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68631" name="Group 23"/>
          <p:cNvGrpSpPr>
            <a:grpSpLocks/>
          </p:cNvGrpSpPr>
          <p:nvPr/>
        </p:nvGrpSpPr>
        <p:grpSpPr bwMode="auto">
          <a:xfrm>
            <a:off x="533400" y="1219200"/>
            <a:ext cx="8001000" cy="2209800"/>
            <a:chOff x="336" y="1632"/>
            <a:chExt cx="5040" cy="1728"/>
          </a:xfrm>
        </p:grpSpPr>
        <p:sp>
          <p:nvSpPr>
            <p:cNvPr id="68629" name="Rectangle 21"/>
            <p:cNvSpPr>
              <a:spLocks noChangeArrowheads="1"/>
            </p:cNvSpPr>
            <p:nvPr/>
          </p:nvSpPr>
          <p:spPr bwMode="auto">
            <a:xfrm>
              <a:off x="336" y="1632"/>
              <a:ext cx="5040" cy="172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array variable </a:t>
              </a:r>
              <a:r>
                <a:rPr kumimoji="0" lang="en-US" altLang="zh-TW" sz="1800" u="none" strike="noStrike" kern="1200" cap="none" spc="0" normalizeH="0" baseline="0" noProof="0" dirty="0" err="1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nsolas" panose="020B0609020204030204" pitchFamily="49" charset="0"/>
                  <a:ea typeface="新細明體" panose="02020500000000000000" pitchFamily="18" charset="-120"/>
                  <a:cs typeface="+mn-cs"/>
                </a:rPr>
                <a:t>student_list</a:t>
              </a:r>
              <a:endPara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endParaRPr>
            </a:p>
          </p:txBody>
        </p:sp>
        <p:grpSp>
          <p:nvGrpSpPr>
            <p:cNvPr id="68617" name="Group 9"/>
            <p:cNvGrpSpPr>
              <a:grpSpLocks/>
            </p:cNvGrpSpPr>
            <p:nvPr/>
          </p:nvGrpSpPr>
          <p:grpSpPr bwMode="auto">
            <a:xfrm>
              <a:off x="432" y="2016"/>
              <a:ext cx="1392" cy="1248"/>
              <a:chOff x="432" y="1536"/>
              <a:chExt cx="1392" cy="1248"/>
            </a:xfrm>
          </p:grpSpPr>
          <p:sp>
            <p:nvSpPr>
              <p:cNvPr id="68612" name="Rectangle 4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392" cy="1248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student_list</a:t>
                </a: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[0]</a:t>
                </a:r>
              </a:p>
            </p:txBody>
          </p:sp>
          <p:sp>
            <p:nvSpPr>
              <p:cNvPr id="68613" name="Rectangle 5"/>
              <p:cNvSpPr>
                <a:spLocks noChangeArrowheads="1"/>
              </p:cNvSpPr>
              <p:nvPr/>
            </p:nvSpPr>
            <p:spPr bwMode="auto">
              <a:xfrm>
                <a:off x="792" y="1824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id[]</a:t>
                </a:r>
              </a:p>
            </p:txBody>
          </p:sp>
          <p:sp>
            <p:nvSpPr>
              <p:cNvPr id="68614" name="Rectangle 6"/>
              <p:cNvSpPr>
                <a:spLocks noChangeArrowheads="1"/>
              </p:cNvSpPr>
              <p:nvPr/>
            </p:nvSpPr>
            <p:spPr bwMode="auto">
              <a:xfrm>
                <a:off x="792" y="2160"/>
                <a:ext cx="672" cy="240"/>
              </a:xfrm>
              <a:prstGeom prst="rect">
                <a:avLst/>
              </a:prstGeom>
              <a:solidFill>
                <a:schemeClr val="accent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name[]</a:t>
                </a:r>
              </a:p>
            </p:txBody>
          </p:sp>
          <p:sp>
            <p:nvSpPr>
              <p:cNvPr id="68616" name="Rectangle 8"/>
              <p:cNvSpPr>
                <a:spLocks noChangeArrowheads="1"/>
              </p:cNvSpPr>
              <p:nvPr/>
            </p:nvSpPr>
            <p:spPr bwMode="auto">
              <a:xfrm>
                <a:off x="792" y="2496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mark</a:t>
                </a:r>
              </a:p>
            </p:txBody>
          </p:sp>
        </p:grpSp>
        <p:grpSp>
          <p:nvGrpSpPr>
            <p:cNvPr id="68618" name="Group 10"/>
            <p:cNvGrpSpPr>
              <a:grpSpLocks/>
            </p:cNvGrpSpPr>
            <p:nvPr/>
          </p:nvGrpSpPr>
          <p:grpSpPr bwMode="auto">
            <a:xfrm>
              <a:off x="1824" y="2016"/>
              <a:ext cx="1392" cy="1248"/>
              <a:chOff x="432" y="1536"/>
              <a:chExt cx="1392" cy="1248"/>
            </a:xfrm>
          </p:grpSpPr>
          <p:sp>
            <p:nvSpPr>
              <p:cNvPr id="68619" name="Rectangle 11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392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student_list</a:t>
                </a: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[1]</a:t>
                </a:r>
              </a:p>
            </p:txBody>
          </p:sp>
          <p:sp>
            <p:nvSpPr>
              <p:cNvPr id="68620" name="Rectangle 12"/>
              <p:cNvSpPr>
                <a:spLocks noChangeArrowheads="1"/>
              </p:cNvSpPr>
              <p:nvPr/>
            </p:nvSpPr>
            <p:spPr bwMode="auto">
              <a:xfrm>
                <a:off x="792" y="1824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id[]</a:t>
                </a:r>
              </a:p>
            </p:txBody>
          </p:sp>
          <p:sp>
            <p:nvSpPr>
              <p:cNvPr id="68621" name="Rectangle 13"/>
              <p:cNvSpPr>
                <a:spLocks noChangeArrowheads="1"/>
              </p:cNvSpPr>
              <p:nvPr/>
            </p:nvSpPr>
            <p:spPr bwMode="auto">
              <a:xfrm>
                <a:off x="792" y="2160"/>
                <a:ext cx="672" cy="240"/>
              </a:xfrm>
              <a:prstGeom prst="rect">
                <a:avLst/>
              </a:prstGeom>
              <a:solidFill>
                <a:schemeClr val="accent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name[]</a:t>
                </a:r>
              </a:p>
            </p:txBody>
          </p:sp>
          <p:sp>
            <p:nvSpPr>
              <p:cNvPr id="68622" name="Rectangle 14"/>
              <p:cNvSpPr>
                <a:spLocks noChangeArrowheads="1"/>
              </p:cNvSpPr>
              <p:nvPr/>
            </p:nvSpPr>
            <p:spPr bwMode="auto">
              <a:xfrm>
                <a:off x="792" y="2496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mark</a:t>
                </a:r>
              </a:p>
            </p:txBody>
          </p:sp>
        </p:grpSp>
        <p:grpSp>
          <p:nvGrpSpPr>
            <p:cNvPr id="68623" name="Group 15"/>
            <p:cNvGrpSpPr>
              <a:grpSpLocks/>
            </p:cNvGrpSpPr>
            <p:nvPr/>
          </p:nvGrpSpPr>
          <p:grpSpPr bwMode="auto">
            <a:xfrm>
              <a:off x="3840" y="2016"/>
              <a:ext cx="1392" cy="1248"/>
              <a:chOff x="432" y="1536"/>
              <a:chExt cx="1392" cy="1248"/>
            </a:xfrm>
          </p:grpSpPr>
          <p:sp>
            <p:nvSpPr>
              <p:cNvPr id="68624" name="Rectangle 16"/>
              <p:cNvSpPr>
                <a:spLocks noChangeArrowheads="1"/>
              </p:cNvSpPr>
              <p:nvPr/>
            </p:nvSpPr>
            <p:spPr bwMode="auto">
              <a:xfrm>
                <a:off x="432" y="1536"/>
                <a:ext cx="1392" cy="124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student_list</a:t>
                </a: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[99]</a:t>
                </a:r>
              </a:p>
            </p:txBody>
          </p:sp>
          <p:sp>
            <p:nvSpPr>
              <p:cNvPr id="68625" name="Rectangle 17"/>
              <p:cNvSpPr>
                <a:spLocks noChangeArrowheads="1"/>
              </p:cNvSpPr>
              <p:nvPr/>
            </p:nvSpPr>
            <p:spPr bwMode="auto">
              <a:xfrm>
                <a:off x="792" y="1824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id[]</a:t>
                </a:r>
              </a:p>
            </p:txBody>
          </p:sp>
          <p:sp>
            <p:nvSpPr>
              <p:cNvPr id="68626" name="Rectangle 18"/>
              <p:cNvSpPr>
                <a:spLocks noChangeArrowheads="1"/>
              </p:cNvSpPr>
              <p:nvPr/>
            </p:nvSpPr>
            <p:spPr bwMode="auto">
              <a:xfrm>
                <a:off x="792" y="2160"/>
                <a:ext cx="672" cy="240"/>
              </a:xfrm>
              <a:prstGeom prst="rect">
                <a:avLst/>
              </a:prstGeom>
              <a:solidFill>
                <a:schemeClr val="accent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name[]</a:t>
                </a:r>
              </a:p>
            </p:txBody>
          </p:sp>
          <p:sp>
            <p:nvSpPr>
              <p:cNvPr id="68627" name="Rectangle 19"/>
              <p:cNvSpPr>
                <a:spLocks noChangeArrowheads="1"/>
              </p:cNvSpPr>
              <p:nvPr/>
            </p:nvSpPr>
            <p:spPr bwMode="auto">
              <a:xfrm>
                <a:off x="792" y="2496"/>
                <a:ext cx="672" cy="24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新細明體" panose="02020500000000000000" pitchFamily="18" charset="-120"/>
                    <a:cs typeface="+mn-cs"/>
                  </a:rPr>
                  <a:t>mark</a:t>
                </a:r>
              </a:p>
            </p:txBody>
          </p:sp>
        </p:grpSp>
        <p:sp>
          <p:nvSpPr>
            <p:cNvPr id="68628" name="Text Box 20"/>
            <p:cNvSpPr txBox="1">
              <a:spLocks noChangeArrowheads="1"/>
            </p:cNvSpPr>
            <p:nvPr/>
          </p:nvSpPr>
          <p:spPr bwMode="auto">
            <a:xfrm>
              <a:off x="3388" y="2471"/>
              <a:ext cx="216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anose="02020500000000000000" pitchFamily="18" charset="-120"/>
                  <a:cs typeface="+mn-cs"/>
                </a:rPr>
                <a:t>…</a:t>
              </a:r>
            </a:p>
          </p:txBody>
        </p:sp>
      </p:grpSp>
      <p:graphicFrame>
        <p:nvGraphicFramePr>
          <p:cNvPr id="68689" name="Group 8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3724"/>
              </p:ext>
            </p:extLst>
          </p:nvPr>
        </p:nvGraphicFramePr>
        <p:xfrm>
          <a:off x="76200" y="3505200"/>
          <a:ext cx="8991599" cy="3200400"/>
        </p:xfrm>
        <a:graphic>
          <a:graphicData uri="http://schemas.openxmlformats.org/drawingml/2006/table">
            <a:tbl>
              <a:tblPr/>
              <a:tblGrid>
                <a:gridCol w="3768552">
                  <a:extLst>
                    <a:ext uri="{9D8B030D-6E8A-4147-A177-3AD203B41FA5}">
                      <a16:colId xmlns:a16="http://schemas.microsoft.com/office/drawing/2014/main" val="1668499845"/>
                    </a:ext>
                  </a:extLst>
                </a:gridCol>
                <a:gridCol w="5223047">
                  <a:extLst>
                    <a:ext uri="{9D8B030D-6E8A-4147-A177-3AD203B41FA5}">
                      <a16:colId xmlns:a16="http://schemas.microsoft.com/office/drawing/2014/main" val="3856715146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Entities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Meaning/ 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100393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student_list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An array of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struct student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437008"/>
                  </a:ext>
                </a:extLst>
              </a:tr>
              <a:tr h="754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student_list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[2]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FF"/>
                        </a:highlight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3</a:t>
                      </a:r>
                      <a:r>
                        <a:rPr kumimoji="0" lang="en-US" altLang="zh-TW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rd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 student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element of the array,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a variable of type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struct student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252796"/>
                  </a:ext>
                </a:extLst>
              </a:tr>
              <a:tr h="746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student_list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[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]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.name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name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 of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the (i+1)</a:t>
                      </a:r>
                      <a:r>
                        <a:rPr kumimoji="0" lang="en-US" altLang="zh-TW" sz="20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th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 student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array, a string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新細明體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8844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student_list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[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]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.name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onsolas" panose="020B0609020204030204" pitchFamily="49" charset="0"/>
                          <a:ea typeface="新細明體"/>
                        </a:rPr>
                        <a:t>[j]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(j+1)</a:t>
                      </a:r>
                      <a:r>
                        <a:rPr kumimoji="0" lang="en-US" altLang="zh-TW" sz="20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th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 character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 of 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name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 of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the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(i+1)</a:t>
                      </a:r>
                      <a:r>
                        <a:rPr kumimoji="0" lang="en-US" altLang="zh-TW" sz="2000" b="0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th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Calibri" panose="020F0502020204030204" pitchFamily="34" charset="0"/>
                          <a:ea typeface="新細明體"/>
                        </a:rPr>
                        <a:t> student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新細明體"/>
                        </a:rPr>
                        <a:t>in the array, a single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/>
                        </a:rPr>
                        <a:t>char</a:t>
                      </a:r>
                      <a:endParaRPr kumimoji="0" lang="zh-TW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327822"/>
                  </a:ext>
                </a:extLst>
              </a:tr>
            </a:tbl>
          </a:graphicData>
        </a:graphic>
      </p:graphicFrame>
      <p:sp>
        <p:nvSpPr>
          <p:cNvPr id="68692" name="Rectangle 84"/>
          <p:cNvSpPr>
            <a:spLocks noChangeArrowheads="1"/>
          </p:cNvSpPr>
          <p:nvPr/>
        </p:nvSpPr>
        <p:spPr bwMode="auto">
          <a:xfrm>
            <a:off x="5105400" y="1693409"/>
            <a:ext cx="990600" cy="15970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D2D1AABE-2EF7-374E-8DEC-EE8CC24A9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/>
          <a:p>
            <a:r>
              <a:rPr lang="en-US" altLang="zh-TW" dirty="0">
                <a:ea typeface="新細明體"/>
              </a:rPr>
              <a:t>3.2. Array of Structures</a:t>
            </a:r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14930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F100A9-3ADE-4C1E-BEDF-F35E7A8B6E99}" type="slidenum">
              <a:rPr kumimoji="0" lang="zh-TW" altLang="en-US" sz="100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TW" sz="1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457200" y="2174875"/>
            <a:ext cx="8686800" cy="1219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461963" y="1412875"/>
            <a:ext cx="8686800" cy="7620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80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93736" y="-76519"/>
            <a:ext cx="8229600" cy="981075"/>
          </a:xfrm>
        </p:spPr>
        <p:txBody>
          <a:bodyPr/>
          <a:lstStyle/>
          <a:p>
            <a:r>
              <a:rPr lang="en-US" altLang="zh-TW" sz="3400" dirty="0">
                <a:ea typeface="新細明體" panose="02020500000000000000" pitchFamily="18" charset="-120"/>
              </a:rPr>
              <a:t>3.3. Nested Structures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457200" y="730250"/>
            <a:ext cx="8686800" cy="6127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#include &lt;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stdio.h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&gt;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#include &lt;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string.h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&gt;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date {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day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month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year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book {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     author[30];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     title[50]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char         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publisher[30];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       edition;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struct date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date_of_pub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};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main(void) {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struct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book  booklist[100];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strcpy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booklist[0].author,    "Al Kelley, Ira Pohl" );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strcpy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booklist[0].title,     "C By Dissection" );</a:t>
            </a:r>
          </a:p>
          <a:p>
            <a:pPr lv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strcpy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( booklist[0].publisher, 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"Pearson" 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);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TW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booklist[0].edition = 4;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booklist[0]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.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date_of_pub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.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day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= 30;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booklist[0]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.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date_of_pub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.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month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= 10;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 booklist[0]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.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date_of_pub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.</a:t>
            </a:r>
            <a:r>
              <a:rPr kumimoji="0" lang="en-US" altLang="zh-TW" sz="160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year</a:t>
            </a: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  = 2000;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</a:t>
            </a:r>
          </a:p>
          <a:p>
            <a:pPr marL="0" marR="0" lvl="0" indent="0" algn="l" defTabSz="4635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  <a:ea typeface="新細明體" panose="02020500000000000000" pitchFamily="18" charset="-120"/>
              </a:rPr>
              <a:t>   ...</a:t>
            </a:r>
            <a:endParaRPr kumimoji="0" lang="en-US" altLang="zh-TW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0" y="730250"/>
            <a:ext cx="461963" cy="6127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>
            <a:spAutoFit/>
          </a:bodyPr>
          <a:lstStyle>
            <a:lvl1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463550"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46355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1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2</a:t>
            </a:r>
            <a:endParaRPr kumimoji="0" lang="en-US" altLang="zh-TW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3</a:t>
            </a:r>
            <a:endParaRPr kumimoji="0" lang="en-US" altLang="zh-TW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4</a:t>
            </a:r>
            <a:endParaRPr kumimoji="0" lang="en-US" altLang="zh-TW" sz="1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5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6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7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8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10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11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12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13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14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15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16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17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18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19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20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21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22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23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24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25</a:t>
            </a:r>
          </a:p>
          <a:p>
            <a:pPr marL="0" marR="0" lvl="0" indent="0" algn="l" defTabSz="46355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zh-TW" sz="160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76808" name="AutoShape 8"/>
          <p:cNvSpPr>
            <a:spLocks noChangeArrowheads="1"/>
          </p:cNvSpPr>
          <p:nvPr/>
        </p:nvSpPr>
        <p:spPr bwMode="auto">
          <a:xfrm>
            <a:off x="5774155" y="5199747"/>
            <a:ext cx="2605535" cy="442674"/>
          </a:xfrm>
          <a:prstGeom prst="wedgeRoundRectCallout">
            <a:avLst>
              <a:gd name="adj1" fmla="val -172756"/>
              <a:gd name="adj2" fmla="val 108589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Multiple levels of dots!</a:t>
            </a:r>
          </a:p>
        </p:txBody>
      </p:sp>
      <p:sp>
        <p:nvSpPr>
          <p:cNvPr id="2" name="Rectangle 25">
            <a:extLst>
              <a:ext uri="{FF2B5EF4-FFF2-40B4-BE49-F238E27FC236}">
                <a16:creationId xmlns:a16="http://schemas.microsoft.com/office/drawing/2014/main" id="{79A04542-55E9-1CF0-F9F9-1EDF054D2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981" y="1436916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kumimoji="0" lang="en-US" altLang="zh-TW" sz="16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Al Kelley, Ira Pohl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9577DB7E-394E-A491-F558-15F367E28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981" y="1778717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kumimoji="0" lang="en-US" altLang="zh-TW" sz="16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C By Dissection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4" name="Text Box 28">
            <a:extLst>
              <a:ext uri="{FF2B5EF4-FFF2-40B4-BE49-F238E27FC236}">
                <a16:creationId xmlns:a16="http://schemas.microsoft.com/office/drawing/2014/main" id="{5E40D695-623B-667A-5B4C-C4696E11A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9910" y="1427826"/>
            <a:ext cx="9444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author</a:t>
            </a:r>
          </a:p>
        </p:txBody>
      </p:sp>
      <p:sp>
        <p:nvSpPr>
          <p:cNvPr id="5" name="Text Box 30">
            <a:extLst>
              <a:ext uri="{FF2B5EF4-FFF2-40B4-BE49-F238E27FC236}">
                <a16:creationId xmlns:a16="http://schemas.microsoft.com/office/drawing/2014/main" id="{871A995C-5E8C-CB21-2F1F-A16A266C4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227" y="1764500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title</a:t>
            </a:r>
          </a:p>
        </p:txBody>
      </p:sp>
      <p:sp>
        <p:nvSpPr>
          <p:cNvPr id="6" name="Text Box 31">
            <a:extLst>
              <a:ext uri="{FF2B5EF4-FFF2-40B4-BE49-F238E27FC236}">
                <a16:creationId xmlns:a16="http://schemas.microsoft.com/office/drawing/2014/main" id="{B37BD34A-591A-5806-9F56-DEA6CCF27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1080" y="1002915"/>
            <a:ext cx="17363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booklist[0]</a:t>
            </a: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A4D48D28-2572-148A-9CDD-A75C10CB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06" y="2116175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kumimoji="0" lang="en-US" altLang="zh-TW" sz="16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Pearson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Text Box 30">
            <a:extLst>
              <a:ext uri="{FF2B5EF4-FFF2-40B4-BE49-F238E27FC236}">
                <a16:creationId xmlns:a16="http://schemas.microsoft.com/office/drawing/2014/main" id="{F6C2DE33-FA5C-8C99-3E02-20F15B072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1088" y="2114599"/>
            <a:ext cx="13244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publisher</a:t>
            </a:r>
          </a:p>
        </p:txBody>
      </p:sp>
      <p:sp>
        <p:nvSpPr>
          <p:cNvPr id="9" name="Rectangle 26">
            <a:extLst>
              <a:ext uri="{FF2B5EF4-FFF2-40B4-BE49-F238E27FC236}">
                <a16:creationId xmlns:a16="http://schemas.microsoft.com/office/drawing/2014/main" id="{0BF7F27A-D4DF-1CE9-7DA4-66D6B388B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9217" y="2454729"/>
            <a:ext cx="2859368" cy="338554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kumimoji="0" lang="en-US" altLang="zh-TW" sz="16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新細明體" panose="02020500000000000000" pitchFamily="18" charset="-120"/>
                <a:cs typeface="+mn-cs"/>
              </a:rPr>
              <a:t>4</a:t>
            </a:r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8D9DA2CB-1155-BF47-5180-F9B51767D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275" y="2471839"/>
            <a:ext cx="10711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edition</a:t>
            </a:r>
          </a:p>
        </p:txBody>
      </p:sp>
      <p:sp>
        <p:nvSpPr>
          <p:cNvPr id="12" name="Rectangle 26">
            <a:extLst>
              <a:ext uri="{FF2B5EF4-FFF2-40B4-BE49-F238E27FC236}">
                <a16:creationId xmlns:a16="http://schemas.microsoft.com/office/drawing/2014/main" id="{5477E6B0-79E1-FB27-8039-D3D937C79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329" y="2796400"/>
            <a:ext cx="2859368" cy="135421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en-HK" altLang="zh-TW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algn="ctr"/>
            <a:endParaRPr lang="zh-TW" altLang="en-US" sz="16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3" name="Text Box 30">
            <a:extLst>
              <a:ext uri="{FF2B5EF4-FFF2-40B4-BE49-F238E27FC236}">
                <a16:creationId xmlns:a16="http://schemas.microsoft.com/office/drawing/2014/main" id="{49DC79D6-AD33-6F85-B33F-8C816F0FC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890811"/>
            <a:ext cx="15776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 err="1">
                <a:solidFill>
                  <a:srgbClr val="FF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date_of_pub</a:t>
            </a:r>
            <a:endParaRPr lang="en-US" altLang="zh-TW" b="0" dirty="0">
              <a:solidFill>
                <a:srgbClr val="FF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85BCEEE-93F8-2525-CE56-92A31A753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254" y="2967378"/>
            <a:ext cx="2073275" cy="1015663"/>
          </a:xfrm>
          <a:prstGeom prst="rect">
            <a:avLst/>
          </a:prstGeom>
          <a:solidFill>
            <a:srgbClr val="FFF8D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F05A485D-E854-5459-49F4-0DB95E39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979" y="3295893"/>
            <a:ext cx="1076325" cy="37623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9510DB85-587D-E891-821F-CFC487E14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979" y="3643833"/>
            <a:ext cx="1076325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2000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52DCA94C-C9EB-A858-F0ED-48148E48C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616" y="2945055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day</a:t>
            </a: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CEF21B9B-EA3A-5049-C811-B9D29B031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7329" y="3311768"/>
            <a:ext cx="817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month</a:t>
            </a:r>
          </a:p>
        </p:txBody>
      </p:sp>
      <p:sp>
        <p:nvSpPr>
          <p:cNvPr id="20" name="Text Box 14">
            <a:extLst>
              <a:ext uri="{FF2B5EF4-FFF2-40B4-BE49-F238E27FC236}">
                <a16:creationId xmlns:a16="http://schemas.microsoft.com/office/drawing/2014/main" id="{B6136642-75F6-0397-9EB5-EB5D1ECEA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316" y="3657843"/>
            <a:ext cx="6912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r>
              <a:rPr lang="en-US" altLang="zh-TW" b="0" dirty="0">
                <a:solidFill>
                  <a:srgbClr val="01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year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EFDDDB7C-4F6D-14AD-391C-43FE28F31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857" y="2909806"/>
            <a:ext cx="1076325" cy="37623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algn="ctr"/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30</a:t>
            </a:r>
            <a:endParaRPr lang="zh-TW" altLang="en-US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159A2CB6-0FC0-0A47-707F-9100EEEC3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23" y="5207010"/>
            <a:ext cx="2605535" cy="442674"/>
          </a:xfrm>
          <a:prstGeom prst="wedgeRoundRectCallout">
            <a:avLst>
              <a:gd name="adj1" fmla="val -138288"/>
              <a:gd name="adj2" fmla="val 123344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Multiple levels of dots!</a:t>
            </a:r>
          </a:p>
        </p:txBody>
      </p:sp>
    </p:spTree>
    <p:extLst>
      <p:ext uri="{BB962C8B-B14F-4D97-AF65-F5344CB8AC3E}">
        <p14:creationId xmlns:p14="http://schemas.microsoft.com/office/powerpoint/2010/main" val="3588621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Summary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numCol="1" rtlCol="0" anchor="t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 structure is a means for a programmer to group related variables into one "container".</a:t>
            </a:r>
          </a:p>
          <a:p>
            <a:pPr>
              <a:lnSpc>
                <a:spcPct val="110000"/>
              </a:lnSpc>
            </a:pPr>
            <a:r>
              <a:rPr lang="en-US" dirty="0"/>
              <a:t>Each member of a structure is like a regular variable. Their main difference is in the syntax.</a:t>
            </a:r>
          </a:p>
          <a:p>
            <a:pPr>
              <a:lnSpc>
                <a:spcPct val="110000"/>
              </a:lnSpc>
            </a:pPr>
            <a:r>
              <a:rPr lang="en-US" dirty="0"/>
              <a:t>Syntax which you should remember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Defining a structure (with and without </a:t>
            </a:r>
            <a:r>
              <a:rPr lang="en-US" dirty="0">
                <a:latin typeface="Consolas"/>
                <a:cs typeface="Consolas" panose="020B0609020204030204" pitchFamily="49" charset="0"/>
              </a:rPr>
              <a:t>typedef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Using structure and accessing members of a structure </a:t>
            </a:r>
            <a:r>
              <a:rPr lang="en-US" altLang="zh-TW" sz="2400" dirty="0">
                <a:ea typeface="新細明體"/>
              </a:rPr>
              <a:t>by the member operator “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.</a:t>
            </a:r>
            <a:r>
              <a:rPr lang="en-US" altLang="zh-TW" sz="2400" dirty="0">
                <a:ea typeface="新細明體"/>
              </a:rPr>
              <a:t>”.</a:t>
            </a:r>
            <a:endParaRPr lang="en-US" altLang="zh-TW" sz="1000" dirty="0">
              <a:ea typeface="新細明體" panose="02020500000000000000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dirty="0">
                <a:ea typeface="新細明體"/>
              </a:rPr>
              <a:t>Structure assignment can potentially be expensive.</a:t>
            </a:r>
            <a:endParaRPr lang="en-US" altLang="zh-TW" dirty="0">
              <a:ea typeface="新細明體" panose="02020500000000000000" pitchFamily="18" charset="-120"/>
            </a:endParaRPr>
          </a:p>
          <a:p>
            <a:pPr>
              <a:lnSpc>
                <a:spcPct val="110000"/>
              </a:lnSpc>
            </a:pPr>
            <a:r>
              <a:rPr lang="en-US" altLang="zh-TW" dirty="0">
                <a:ea typeface="新細明體"/>
              </a:rPr>
              <a:t>Structure values can be passed as function parameters and also returned from functions.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Structures can be members of other structures. (Nested structures)</a:t>
            </a:r>
            <a:endParaRPr lang="en-US" altLang="zh-TW" dirty="0">
              <a:ea typeface="新細明體" panose="02020500000000000000" pitchFamily="18" charset="-120"/>
            </a:endParaRPr>
          </a:p>
          <a:p>
            <a:pPr>
              <a:lnSpc>
                <a:spcPct val="110000"/>
              </a:lnSpc>
            </a:pPr>
            <a:endParaRPr lang="en-US" altLang="zh-TW" dirty="0">
              <a:ea typeface="新細明體"/>
              <a:cs typeface="Calibri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5FC73F-B530-CE4A-85F9-A8A642B4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03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ed,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10 C Structures</a:t>
            </a:r>
          </a:p>
          <a:p>
            <a:pPr lvl="1"/>
            <a:r>
              <a:rPr lang="en-US" dirty="0"/>
              <a:t>Sections 10.1 – 10.4: Structure Basics</a:t>
            </a:r>
          </a:p>
          <a:p>
            <a:pPr lvl="1"/>
            <a:r>
              <a:rPr lang="en-US" dirty="0"/>
              <a:t>Section 10.5: Using Structures with Functions</a:t>
            </a:r>
          </a:p>
          <a:p>
            <a:pPr lvl="1"/>
            <a:r>
              <a:rPr lang="en-US" dirty="0"/>
              <a:t>Section 10.6: typedef</a:t>
            </a:r>
          </a:p>
          <a:p>
            <a:pPr lvl="1"/>
            <a:r>
              <a:rPr lang="en-US" dirty="0"/>
              <a:t>Section 10.7: A Practical Example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069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6101</TotalTime>
  <Words>4505</Words>
  <Application>Microsoft Office PowerPoint</Application>
  <PresentationFormat>如螢幕大小 (4:3)</PresentationFormat>
  <Paragraphs>1210</Paragraphs>
  <Slides>40</Slides>
  <Notes>34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9" baseType="lpstr">
      <vt:lpstr>Google Sans</vt:lpstr>
      <vt:lpstr>新細明體</vt:lpstr>
      <vt:lpstr>Arial</vt:lpstr>
      <vt:lpstr>Calibri</vt:lpstr>
      <vt:lpstr>Cambria Math</vt:lpstr>
      <vt:lpstr>Consolas</vt:lpstr>
      <vt:lpstr>Wingdings</vt:lpstr>
      <vt:lpstr>Office Theme</vt:lpstr>
      <vt:lpstr>Equation</vt:lpstr>
      <vt:lpstr>Structures</vt:lpstr>
      <vt:lpstr>Outline</vt:lpstr>
      <vt:lpstr>1. Introduction</vt:lpstr>
      <vt:lpstr>1.1. Defining a Structure Type (Syntax)</vt:lpstr>
      <vt:lpstr>1.1. Defining a Structure Type</vt:lpstr>
      <vt:lpstr>1.1. Defining a Structure Type</vt:lpstr>
      <vt:lpstr>1.1. Defining a Structure Type</vt:lpstr>
      <vt:lpstr>1.1. Altogether: Global Structure Type</vt:lpstr>
      <vt:lpstr>1.2. Another Example</vt:lpstr>
      <vt:lpstr>1.2. Another Example</vt:lpstr>
      <vt:lpstr>1.2. Another Example</vt:lpstr>
      <vt:lpstr>1.2. Another Example</vt:lpstr>
      <vt:lpstr>1.2. Another Example</vt:lpstr>
      <vt:lpstr>1.3. More Structure Examples</vt:lpstr>
      <vt:lpstr>1.4. Accessing struct Members</vt:lpstr>
      <vt:lpstr>1.4. Accessing struct Members</vt:lpstr>
      <vt:lpstr>1.4. Accessing struct Members  (Another Example)</vt:lpstr>
      <vt:lpstr>1.5. Initializing Structures</vt:lpstr>
      <vt:lpstr>1.5. Initializing Structures</vt:lpstr>
      <vt:lpstr>1.5. Initializing Structures (More Examples)</vt:lpstr>
      <vt:lpstr>1.6. Assignment of Structures</vt:lpstr>
      <vt:lpstr>1.6. Assignment of Structures</vt:lpstr>
      <vt:lpstr>1.6. Assignment of Structures</vt:lpstr>
      <vt:lpstr>1.7. Defining an alias to an existing data type</vt:lpstr>
      <vt:lpstr>1.7. Defining an alias to an existing data type</vt:lpstr>
      <vt:lpstr>1.7. Combining typedef with structure definition</vt:lpstr>
      <vt:lpstr>1.7. More typedef examples </vt:lpstr>
      <vt:lpstr>2. Structures and Functions</vt:lpstr>
      <vt:lpstr>2.1. Structures as Function Parameters</vt:lpstr>
      <vt:lpstr>2.1. Structures as Function Parameters</vt:lpstr>
      <vt:lpstr>2.2. Structures as Function Return Values</vt:lpstr>
      <vt:lpstr>2.3. Structures as BOTH Parameters and Return Values</vt:lpstr>
      <vt:lpstr>3. More Structures</vt:lpstr>
      <vt:lpstr>3.1. Array Members of Structures</vt:lpstr>
      <vt:lpstr>3.1. Array Members of Structures</vt:lpstr>
      <vt:lpstr>3.2. Array of Structures</vt:lpstr>
      <vt:lpstr>3.2. Array of Structures</vt:lpstr>
      <vt:lpstr>3.3. Nested Structures</vt:lpstr>
      <vt:lpstr>Summary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</dc:title>
  <dc:subject/>
  <cp:keywords/>
  <dc:description/>
  <cp:lastModifiedBy>Yim Pan Chui, Dr. (CSD)</cp:lastModifiedBy>
  <cp:revision>1</cp:revision>
  <dcterms:created xsi:type="dcterms:W3CDTF">2011-07-19T12:51:33Z</dcterms:created>
  <dcterms:modified xsi:type="dcterms:W3CDTF">2024-07-04T08:09:43Z</dcterms:modified>
  <cp:category/>
</cp:coreProperties>
</file>