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34" r:id="rId2"/>
    <p:sldId id="367" r:id="rId3"/>
    <p:sldId id="369" r:id="rId4"/>
    <p:sldId id="373" r:id="rId5"/>
    <p:sldId id="377" r:id="rId6"/>
    <p:sldId id="370" r:id="rId7"/>
    <p:sldId id="374" r:id="rId8"/>
    <p:sldId id="375" r:id="rId9"/>
    <p:sldId id="372" r:id="rId10"/>
    <p:sldId id="378" r:id="rId11"/>
    <p:sldId id="380" r:id="rId12"/>
    <p:sldId id="379" r:id="rId13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7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Chuck jee Chau (CSD)" initials="CjC(" lastIdx="2" clrIdx="1">
    <p:extLst>
      <p:ext uri="{19B8F6BF-5375-455C-9EA6-DF929625EA0E}">
        <p15:presenceInfo xmlns:p15="http://schemas.microsoft.com/office/powerpoint/2012/main" userId="Chuck jee Chau (CSD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99FF"/>
    <a:srgbClr val="CCFFCC"/>
    <a:srgbClr val="0000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A550AF-0566-442B-A5FF-DA55B9A68A92}" v="22" dt="2024-10-15T21:26:02.457"/>
    <p1510:client id="{E053E2CF-97BC-433E-8B0C-F727B0F633C6}" v="49" dt="2024-10-16T20:44:04.7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71" autoAdjust="0"/>
    <p:restoredTop sz="51699" autoAdjust="0"/>
  </p:normalViewPr>
  <p:slideViewPr>
    <p:cSldViewPr>
      <p:cViewPr varScale="1">
        <p:scale>
          <a:sx n="112" d="100"/>
          <a:sy n="112" d="100"/>
        </p:scale>
        <p:origin x="129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1437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13474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CCDB3368-4BD5-EF40-AFE2-BBD42B2458A5}"/>
    <pc:docChg chg="addSld delSld modSld sldOrd">
      <pc:chgData name="William Hui (IEG)" userId="S::kyhui@cuhk.edu.hk::07728535-8fdc-4325-b24f-20cc4d58a3a3" providerId="AD" clId="Web-{CCDB3368-4BD5-EF40-AFE2-BBD42B2458A5}" dt="2019-09-20T14:53:45.095" v="496" actId="20577"/>
      <pc:docMkLst>
        <pc:docMk/>
      </pc:docMkLst>
      <pc:sldChg chg="modSp">
        <pc:chgData name="William Hui (IEG)" userId="S::kyhui@cuhk.edu.hk::07728535-8fdc-4325-b24f-20cc4d58a3a3" providerId="AD" clId="Web-{CCDB3368-4BD5-EF40-AFE2-BBD42B2458A5}" dt="2019-09-20T08:52:14.146" v="178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CCDB3368-4BD5-EF40-AFE2-BBD42B2458A5}" dt="2019-09-20T08:52:14.146" v="178" actId="20577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07.771" v="336" actId="20577"/>
        <pc:sldMkLst>
          <pc:docMk/>
          <pc:sldMk cId="1800300312" sldId="314"/>
        </pc:sldMkLst>
        <pc:spChg chg="mod">
          <ac:chgData name="William Hui (IEG)" userId="S::kyhui@cuhk.edu.hk::07728535-8fdc-4325-b24f-20cc4d58a3a3" providerId="AD" clId="Web-{CCDB3368-4BD5-EF40-AFE2-BBD42B2458A5}" dt="2019-09-20T09:08:07.771" v="336" actId="20577"/>
          <ac:spMkLst>
            <pc:docMk/>
            <pc:sldMk cId="1800300312" sldId="314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10.881" v="339" actId="20577"/>
        <pc:sldMkLst>
          <pc:docMk/>
          <pc:sldMk cId="914536711" sldId="317"/>
        </pc:sldMkLst>
        <pc:spChg chg="mod">
          <ac:chgData name="William Hui (IEG)" userId="S::kyhui@cuhk.edu.hk::07728535-8fdc-4325-b24f-20cc4d58a3a3" providerId="AD" clId="Web-{CCDB3368-4BD5-EF40-AFE2-BBD42B2458A5}" dt="2019-09-20T09:08:10.881" v="339" actId="20577"/>
          <ac:spMkLst>
            <pc:docMk/>
            <pc:sldMk cId="914536711" sldId="317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14.975" v="342" actId="20577"/>
        <pc:sldMkLst>
          <pc:docMk/>
          <pc:sldMk cId="2226101510" sldId="319"/>
        </pc:sldMkLst>
        <pc:spChg chg="mod">
          <ac:chgData name="William Hui (IEG)" userId="S::kyhui@cuhk.edu.hk::07728535-8fdc-4325-b24f-20cc4d58a3a3" providerId="AD" clId="Web-{CCDB3368-4BD5-EF40-AFE2-BBD42B2458A5}" dt="2019-09-20T09:08:14.975" v="342" actId="20577"/>
          <ac:spMkLst>
            <pc:docMk/>
            <pc:sldMk cId="2226101510" sldId="319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17.396" v="345" actId="20577"/>
        <pc:sldMkLst>
          <pc:docMk/>
          <pc:sldMk cId="1216653165" sldId="320"/>
        </pc:sldMkLst>
        <pc:spChg chg="mod">
          <ac:chgData name="William Hui (IEG)" userId="S::kyhui@cuhk.edu.hk::07728535-8fdc-4325-b24f-20cc4d58a3a3" providerId="AD" clId="Web-{CCDB3368-4BD5-EF40-AFE2-BBD42B2458A5}" dt="2019-09-20T09:08:17.396" v="345" actId="20577"/>
          <ac:spMkLst>
            <pc:docMk/>
            <pc:sldMk cId="1216653165" sldId="320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20.193" v="347" actId="20577"/>
        <pc:sldMkLst>
          <pc:docMk/>
          <pc:sldMk cId="1830487195" sldId="321"/>
        </pc:sldMkLst>
        <pc:spChg chg="mod">
          <ac:chgData name="William Hui (IEG)" userId="S::kyhui@cuhk.edu.hk::07728535-8fdc-4325-b24f-20cc4d58a3a3" providerId="AD" clId="Web-{CCDB3368-4BD5-EF40-AFE2-BBD42B2458A5}" dt="2019-09-20T09:08:20.193" v="347" actId="20577"/>
          <ac:spMkLst>
            <pc:docMk/>
            <pc:sldMk cId="1830487195" sldId="321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22.771" v="350" actId="20577"/>
        <pc:sldMkLst>
          <pc:docMk/>
          <pc:sldMk cId="1929478062" sldId="322"/>
        </pc:sldMkLst>
        <pc:spChg chg="mod">
          <ac:chgData name="William Hui (IEG)" userId="S::kyhui@cuhk.edu.hk::07728535-8fdc-4325-b24f-20cc4d58a3a3" providerId="AD" clId="Web-{CCDB3368-4BD5-EF40-AFE2-BBD42B2458A5}" dt="2019-09-20T09:08:22.771" v="350" actId="20577"/>
          <ac:spMkLst>
            <pc:docMk/>
            <pc:sldMk cId="1929478062" sldId="322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34.193" v="360" actId="20577"/>
        <pc:sldMkLst>
          <pc:docMk/>
          <pc:sldMk cId="1438276141" sldId="323"/>
        </pc:sldMkLst>
        <pc:spChg chg="mod">
          <ac:chgData name="William Hui (IEG)" userId="S::kyhui@cuhk.edu.hk::07728535-8fdc-4325-b24f-20cc4d58a3a3" providerId="AD" clId="Web-{CCDB3368-4BD5-EF40-AFE2-BBD42B2458A5}" dt="2019-09-20T09:08:34.193" v="360" actId="20577"/>
          <ac:spMkLst>
            <pc:docMk/>
            <pc:sldMk cId="1438276141" sldId="323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43.553" v="369" actId="20577"/>
        <pc:sldMkLst>
          <pc:docMk/>
          <pc:sldMk cId="1230929561" sldId="325"/>
        </pc:sldMkLst>
        <pc:spChg chg="mod">
          <ac:chgData name="William Hui (IEG)" userId="S::kyhui@cuhk.edu.hk::07728535-8fdc-4325-b24f-20cc4d58a3a3" providerId="AD" clId="Web-{CCDB3368-4BD5-EF40-AFE2-BBD42B2458A5}" dt="2019-09-20T09:08:43.553" v="369" actId="20577"/>
          <ac:spMkLst>
            <pc:docMk/>
            <pc:sldMk cId="1230929561" sldId="325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44.209" v="371" actId="20577"/>
        <pc:sldMkLst>
          <pc:docMk/>
          <pc:sldMk cId="4008021819" sldId="326"/>
        </pc:sldMkLst>
        <pc:spChg chg="mod">
          <ac:chgData name="William Hui (IEG)" userId="S::kyhui@cuhk.edu.hk::07728535-8fdc-4325-b24f-20cc4d58a3a3" providerId="AD" clId="Web-{CCDB3368-4BD5-EF40-AFE2-BBD42B2458A5}" dt="2019-09-20T09:08:44.209" v="371" actId="20577"/>
          <ac:spMkLst>
            <pc:docMk/>
            <pc:sldMk cId="4008021819" sldId="326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31.131" v="358" actId="20577"/>
        <pc:sldMkLst>
          <pc:docMk/>
          <pc:sldMk cId="1667810930" sldId="329"/>
        </pc:sldMkLst>
        <pc:spChg chg="mod">
          <ac:chgData name="William Hui (IEG)" userId="S::kyhui@cuhk.edu.hk::07728535-8fdc-4325-b24f-20cc4d58a3a3" providerId="AD" clId="Web-{CCDB3368-4BD5-EF40-AFE2-BBD42B2458A5}" dt="2019-09-20T09:08:31.131" v="358" actId="20577"/>
          <ac:spMkLst>
            <pc:docMk/>
            <pc:sldMk cId="1667810930" sldId="329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38.459" v="363" actId="20577"/>
        <pc:sldMkLst>
          <pc:docMk/>
          <pc:sldMk cId="2997350601" sldId="330"/>
        </pc:sldMkLst>
        <pc:spChg chg="mod">
          <ac:chgData name="William Hui (IEG)" userId="S::kyhui@cuhk.edu.hk::07728535-8fdc-4325-b24f-20cc4d58a3a3" providerId="AD" clId="Web-{CCDB3368-4BD5-EF40-AFE2-BBD42B2458A5}" dt="2019-09-20T09:08:38.459" v="363" actId="20577"/>
          <ac:spMkLst>
            <pc:docMk/>
            <pc:sldMk cId="2997350601" sldId="330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9:02.396" v="374" actId="20577"/>
        <pc:sldMkLst>
          <pc:docMk/>
          <pc:sldMk cId="4034358189" sldId="331"/>
        </pc:sldMkLst>
        <pc:spChg chg="mod">
          <ac:chgData name="William Hui (IEG)" userId="S::kyhui@cuhk.edu.hk::07728535-8fdc-4325-b24f-20cc4d58a3a3" providerId="AD" clId="Web-{CCDB3368-4BD5-EF40-AFE2-BBD42B2458A5}" dt="2019-09-20T09:09:02.396" v="374" actId="20577"/>
          <ac:spMkLst>
            <pc:docMk/>
            <pc:sldMk cId="4034358189" sldId="331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9:05.100" v="376" actId="20577"/>
        <pc:sldMkLst>
          <pc:docMk/>
          <pc:sldMk cId="1782371758" sldId="332"/>
        </pc:sldMkLst>
        <pc:spChg chg="mod">
          <ac:chgData name="William Hui (IEG)" userId="S::kyhui@cuhk.edu.hk::07728535-8fdc-4325-b24f-20cc4d58a3a3" providerId="AD" clId="Web-{CCDB3368-4BD5-EF40-AFE2-BBD42B2458A5}" dt="2019-09-20T09:09:05.100" v="376" actId="20577"/>
          <ac:spMkLst>
            <pc:docMk/>
            <pc:sldMk cId="1782371758" sldId="332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8:50:49.458" v="0" actId="20577"/>
        <pc:sldMkLst>
          <pc:docMk/>
          <pc:sldMk cId="1971017547" sldId="334"/>
        </pc:sldMkLst>
        <pc:spChg chg="mod">
          <ac:chgData name="William Hui (IEG)" userId="S::kyhui@cuhk.edu.hk::07728535-8fdc-4325-b24f-20cc4d58a3a3" providerId="AD" clId="Web-{CCDB3368-4BD5-EF40-AFE2-BBD42B2458A5}" dt="2019-09-20T08:50:49.458" v="0" actId="20577"/>
          <ac:spMkLst>
            <pc:docMk/>
            <pc:sldMk cId="1971017547" sldId="334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CDB3368-4BD5-EF40-AFE2-BBD42B2458A5}" dt="2019-09-20T09:08:25.240" v="352" actId="20577"/>
        <pc:sldMkLst>
          <pc:docMk/>
          <pc:sldMk cId="3933665154" sldId="335"/>
        </pc:sldMkLst>
        <pc:spChg chg="mod">
          <ac:chgData name="William Hui (IEG)" userId="S::kyhui@cuhk.edu.hk::07728535-8fdc-4325-b24f-20cc4d58a3a3" providerId="AD" clId="Web-{CCDB3368-4BD5-EF40-AFE2-BBD42B2458A5}" dt="2019-09-20T09:08:25.240" v="352" actId="20577"/>
          <ac:spMkLst>
            <pc:docMk/>
            <pc:sldMk cId="3933665154" sldId="335"/>
            <ac:spMk id="2" creationId="{00000000-0000-0000-0000-000000000000}"/>
          </ac:spMkLst>
        </pc:spChg>
      </pc:sldChg>
      <pc:sldChg chg="addSp delSp modSp add">
        <pc:chgData name="William Hui (IEG)" userId="S::kyhui@cuhk.edu.hk::07728535-8fdc-4325-b24f-20cc4d58a3a3" providerId="AD" clId="Web-{CCDB3368-4BD5-EF40-AFE2-BBD42B2458A5}" dt="2019-09-20T09:08:28.334" v="355" actId="20577"/>
        <pc:sldMkLst>
          <pc:docMk/>
          <pc:sldMk cId="3053758298" sldId="337"/>
        </pc:sldMkLst>
        <pc:spChg chg="add mod">
          <ac:chgData name="William Hui (IEG)" userId="S::kyhui@cuhk.edu.hk::07728535-8fdc-4325-b24f-20cc4d58a3a3" providerId="AD" clId="Web-{CCDB3368-4BD5-EF40-AFE2-BBD42B2458A5}" dt="2019-09-20T09:08:28.334" v="355" actId="20577"/>
          <ac:spMkLst>
            <pc:docMk/>
            <pc:sldMk cId="3053758298" sldId="337"/>
            <ac:spMk id="2" creationId="{F49C56AE-6B52-4166-832C-0D774AB8C915}"/>
          </ac:spMkLst>
        </pc:spChg>
        <pc:spChg chg="del">
          <ac:chgData name="William Hui (IEG)" userId="S::kyhui@cuhk.edu.hk::07728535-8fdc-4325-b24f-20cc4d58a3a3" providerId="AD" clId="Web-{CCDB3368-4BD5-EF40-AFE2-BBD42B2458A5}" dt="2019-09-20T09:00:55.052" v="266"/>
          <ac:spMkLst>
            <pc:docMk/>
            <pc:sldMk cId="3053758298" sldId="337"/>
            <ac:spMk id="11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1:13.662" v="275" actId="1076"/>
          <ac:spMkLst>
            <pc:docMk/>
            <pc:sldMk cId="3053758298" sldId="337"/>
            <ac:spMk id="32775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1:13.490" v="272" actId="1076"/>
          <ac:spMkLst>
            <pc:docMk/>
            <pc:sldMk cId="3053758298" sldId="337"/>
            <ac:spMk id="32776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1:13.522" v="273" actId="1076"/>
          <ac:spMkLst>
            <pc:docMk/>
            <pc:sldMk cId="3053758298" sldId="337"/>
            <ac:spMk id="32777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1:13.553" v="274" actId="1076"/>
          <ac:spMkLst>
            <pc:docMk/>
            <pc:sldMk cId="3053758298" sldId="337"/>
            <ac:spMk id="32778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CCDB3368-4BD5-EF40-AFE2-BBD42B2458A5}" dt="2019-09-20T09:08:40.037" v="366" actId="20577"/>
        <pc:sldMkLst>
          <pc:docMk/>
          <pc:sldMk cId="2511448755" sldId="338"/>
        </pc:sldMkLst>
        <pc:spChg chg="mod">
          <ac:chgData name="William Hui (IEG)" userId="S::kyhui@cuhk.edu.hk::07728535-8fdc-4325-b24f-20cc4d58a3a3" providerId="AD" clId="Web-{CCDB3368-4BD5-EF40-AFE2-BBD42B2458A5}" dt="2019-09-20T09:08:40.037" v="366" actId="20577"/>
          <ac:spMkLst>
            <pc:docMk/>
            <pc:sldMk cId="2511448755" sldId="338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4:25.162" v="330" actId="20577"/>
          <ac:spMkLst>
            <pc:docMk/>
            <pc:sldMk cId="2511448755" sldId="338"/>
            <ac:spMk id="3" creationId="{00000000-0000-0000-0000-000000000000}"/>
          </ac:spMkLst>
        </pc:spChg>
        <pc:spChg chg="mod">
          <ac:chgData name="William Hui (IEG)" userId="S::kyhui@cuhk.edu.hk::07728535-8fdc-4325-b24f-20cc4d58a3a3" providerId="AD" clId="Web-{CCDB3368-4BD5-EF40-AFE2-BBD42B2458A5}" dt="2019-09-20T09:04:14.256" v="328" actId="1076"/>
          <ac:spMkLst>
            <pc:docMk/>
            <pc:sldMk cId="2511448755" sldId="338"/>
            <ac:spMk id="5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CCDB3368-4BD5-EF40-AFE2-BBD42B2458A5}" dt="2019-09-20T09:59:40.357" v="452" actId="20577"/>
        <pc:sldMkLst>
          <pc:docMk/>
          <pc:sldMk cId="603012574" sldId="340"/>
        </pc:sldMkLst>
        <pc:spChg chg="mod">
          <ac:chgData name="William Hui (IEG)" userId="S::kyhui@cuhk.edu.hk::07728535-8fdc-4325-b24f-20cc4d58a3a3" providerId="AD" clId="Web-{CCDB3368-4BD5-EF40-AFE2-BBD42B2458A5}" dt="2019-09-20T09:59:40.357" v="452" actId="20577"/>
          <ac:spMkLst>
            <pc:docMk/>
            <pc:sldMk cId="603012574" sldId="340"/>
            <ac:spMk id="11267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CCDB3368-4BD5-EF40-AFE2-BBD42B2458A5}" dt="2019-09-20T09:59:35.341" v="450" actId="20577"/>
        <pc:sldMkLst>
          <pc:docMk/>
          <pc:sldMk cId="3065214440" sldId="341"/>
        </pc:sldMkLst>
        <pc:spChg chg="mod">
          <ac:chgData name="William Hui (IEG)" userId="S::kyhui@cuhk.edu.hk::07728535-8fdc-4325-b24f-20cc4d58a3a3" providerId="AD" clId="Web-{CCDB3368-4BD5-EF40-AFE2-BBD42B2458A5}" dt="2019-09-20T09:59:35.341" v="450" actId="20577"/>
          <ac:spMkLst>
            <pc:docMk/>
            <pc:sldMk cId="3065214440" sldId="341"/>
            <ac:spMk id="11267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CCDB3368-4BD5-EF40-AFE2-BBD42B2458A5}" dt="2019-09-20T09:59:30.107" v="443" actId="20577"/>
        <pc:sldMkLst>
          <pc:docMk/>
          <pc:sldMk cId="285388258" sldId="342"/>
        </pc:sldMkLst>
        <pc:spChg chg="mod">
          <ac:chgData name="William Hui (IEG)" userId="S::kyhui@cuhk.edu.hk::07728535-8fdc-4325-b24f-20cc4d58a3a3" providerId="AD" clId="Web-{CCDB3368-4BD5-EF40-AFE2-BBD42B2458A5}" dt="2019-09-20T09:59:30.107" v="443" actId="20577"/>
          <ac:spMkLst>
            <pc:docMk/>
            <pc:sldMk cId="285388258" sldId="342"/>
            <ac:spMk id="11267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D1595F0A-D1F8-1698-F3C8-DE6AD52AED83}"/>
    <pc:docChg chg="delSld modSld">
      <pc:chgData name="William Hui (IEG)" userId="S::kyhui@cuhk.edu.hk::07728535-8fdc-4325-b24f-20cc4d58a3a3" providerId="AD" clId="Web-{D1595F0A-D1F8-1698-F3C8-DE6AD52AED83}" dt="2019-09-20T07:15:01.683" v="383" actId="20577"/>
      <pc:docMkLst>
        <pc:docMk/>
      </pc:docMkLst>
      <pc:sldChg chg="modSp">
        <pc:chgData name="William Hui (IEG)" userId="S::kyhui@cuhk.edu.hk::07728535-8fdc-4325-b24f-20cc4d58a3a3" providerId="AD" clId="Web-{D1595F0A-D1F8-1698-F3C8-DE6AD52AED83}" dt="2019-09-20T07:11:35.557" v="380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D1595F0A-D1F8-1698-F3C8-DE6AD52AED83}" dt="2019-09-20T07:11:35.557" v="380" actId="20577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D1595F0A-D1F8-1698-F3C8-DE6AD52AED83}" dt="2019-09-20T06:53:41.539" v="0" actId="20577"/>
        <pc:sldMkLst>
          <pc:docMk/>
          <pc:sldMk cId="1971017547" sldId="334"/>
        </pc:sldMkLst>
        <pc:spChg chg="mod">
          <ac:chgData name="William Hui (IEG)" userId="S::kyhui@cuhk.edu.hk::07728535-8fdc-4325-b24f-20cc4d58a3a3" providerId="AD" clId="Web-{D1595F0A-D1F8-1698-F3C8-DE6AD52AED83}" dt="2019-09-20T06:53:41.539" v="0" actId="20577"/>
          <ac:spMkLst>
            <pc:docMk/>
            <pc:sldMk cId="1971017547" sldId="334"/>
            <ac:spMk id="2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8E022243-8F4B-45B6-96EF-FA38D388773F}"/>
    <pc:docChg chg="modSld">
      <pc:chgData name="Yim Pan Chui, Dr. (CSD)" userId="06f431c5-cc1a-4439-a61b-5f3af947c103" providerId="ADAL" clId="{8E022243-8F4B-45B6-96EF-FA38D388773F}" dt="2024-07-04T07:35:43.595" v="0"/>
      <pc:docMkLst>
        <pc:docMk/>
      </pc:docMkLst>
      <pc:sldChg chg="modAnim">
        <pc:chgData name="Yim Pan Chui, Dr. (CSD)" userId="06f431c5-cc1a-4439-a61b-5f3af947c103" providerId="ADAL" clId="{8E022243-8F4B-45B6-96EF-FA38D388773F}" dt="2024-07-04T07:35:43.595" v="0"/>
        <pc:sldMkLst>
          <pc:docMk/>
          <pc:sldMk cId="1438276141" sldId="323"/>
        </pc:sldMkLst>
      </pc:sldChg>
    </pc:docChg>
  </pc:docChgLst>
  <pc:docChgLst>
    <pc:chgData name="William Hui (IEG)" userId="S::kyhui@cuhk.edu.hk::07728535-8fdc-4325-b24f-20cc4d58a3a3" providerId="AD" clId="Web-{D418A6A0-382F-0D02-BDEC-943C2D78C899}"/>
    <pc:docChg chg="addSld delSld modSld sldOrd">
      <pc:chgData name="William Hui (IEG)" userId="S::kyhui@cuhk.edu.hk::07728535-8fdc-4325-b24f-20cc4d58a3a3" providerId="AD" clId="Web-{D418A6A0-382F-0D02-BDEC-943C2D78C899}" dt="2019-09-21T13:30:11.138" v="1182" actId="20577"/>
      <pc:docMkLst>
        <pc:docMk/>
      </pc:docMkLst>
      <pc:sldChg chg="modSp">
        <pc:chgData name="William Hui (IEG)" userId="S::kyhui@cuhk.edu.hk::07728535-8fdc-4325-b24f-20cc4d58a3a3" providerId="AD" clId="Web-{D418A6A0-382F-0D02-BDEC-943C2D78C899}" dt="2019-09-21T13:29:23.965" v="1098" actId="20577"/>
        <pc:sldMkLst>
          <pc:docMk/>
          <pc:sldMk cId="613261591" sldId="344"/>
        </pc:sldMkLst>
        <pc:spChg chg="mod">
          <ac:chgData name="William Hui (IEG)" userId="S::kyhui@cuhk.edu.hk::07728535-8fdc-4325-b24f-20cc4d58a3a3" providerId="AD" clId="Web-{D418A6A0-382F-0D02-BDEC-943C2D78C899}" dt="2019-09-21T13:29:23.965" v="1098" actId="20577"/>
          <ac:spMkLst>
            <pc:docMk/>
            <pc:sldMk cId="613261591" sldId="344"/>
            <ac:spMk id="3" creationId="{5D20287B-1D55-4497-8ABC-99E56093C4E6}"/>
          </ac:spMkLst>
        </pc:spChg>
        <pc:spChg chg="mod">
          <ac:chgData name="William Hui (IEG)" userId="S::kyhui@cuhk.edu.hk::07728535-8fdc-4325-b24f-20cc4d58a3a3" providerId="AD" clId="Web-{D418A6A0-382F-0D02-BDEC-943C2D78C899}" dt="2019-09-21T12:18:44.730" v="347" actId="20577"/>
          <ac:spMkLst>
            <pc:docMk/>
            <pc:sldMk cId="613261591" sldId="344"/>
            <ac:spMk id="8" creationId="{00000000-0000-0000-0000-000000000000}"/>
          </ac:spMkLst>
        </pc:spChg>
      </pc:sldChg>
      <pc:sldChg chg="addSp modSp add ord replId">
        <pc:chgData name="William Hui (IEG)" userId="S::kyhui@cuhk.edu.hk::07728535-8fdc-4325-b24f-20cc4d58a3a3" providerId="AD" clId="Web-{D418A6A0-382F-0D02-BDEC-943C2D78C899}" dt="2019-09-21T13:24:14.690" v="717" actId="20577"/>
        <pc:sldMkLst>
          <pc:docMk/>
          <pc:sldMk cId="1034927969" sldId="351"/>
        </pc:sldMkLst>
        <pc:spChg chg="mod">
          <ac:chgData name="William Hui (IEG)" userId="S::kyhui@cuhk.edu.hk::07728535-8fdc-4325-b24f-20cc4d58a3a3" providerId="AD" clId="Web-{D418A6A0-382F-0D02-BDEC-943C2D78C899}" dt="2019-09-21T13:24:14.690" v="717" actId="20577"/>
          <ac:spMkLst>
            <pc:docMk/>
            <pc:sldMk cId="1034927969" sldId="351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D418A6A0-382F-0D02-BDEC-943C2D78C899}" dt="2019-09-21T12:16:59.026" v="288" actId="20577"/>
          <ac:spMkLst>
            <pc:docMk/>
            <pc:sldMk cId="1034927969" sldId="351"/>
            <ac:spMk id="3" creationId="{00000000-0000-0000-0000-000000000000}"/>
          </ac:spMkLst>
        </pc:spChg>
        <pc:spChg chg="add mod">
          <ac:chgData name="William Hui (IEG)" userId="S::kyhui@cuhk.edu.hk::07728535-8fdc-4325-b24f-20cc4d58a3a3" providerId="AD" clId="Web-{D418A6A0-382F-0D02-BDEC-943C2D78C899}" dt="2019-09-21T12:16:17.432" v="248" actId="20577"/>
          <ac:spMkLst>
            <pc:docMk/>
            <pc:sldMk cId="1034927969" sldId="351"/>
            <ac:spMk id="6" creationId="{A9D0D890-8309-4CC7-93B4-79FAF48B6695}"/>
          </ac:spMkLst>
        </pc:spChg>
        <pc:spChg chg="add mod">
          <ac:chgData name="William Hui (IEG)" userId="S::kyhui@cuhk.edu.hk::07728535-8fdc-4325-b24f-20cc4d58a3a3" providerId="AD" clId="Web-{D418A6A0-382F-0D02-BDEC-943C2D78C899}" dt="2019-09-21T12:19:11.043" v="405" actId="20577"/>
          <ac:spMkLst>
            <pc:docMk/>
            <pc:sldMk cId="1034927969" sldId="351"/>
            <ac:spMk id="8" creationId="{624133B4-9A77-4D2F-860A-BF1B65B38DA0}"/>
          </ac:spMkLst>
        </pc:spChg>
      </pc:sldChg>
      <pc:sldChg chg="modSp new">
        <pc:chgData name="William Hui (IEG)" userId="S::kyhui@cuhk.edu.hk::07728535-8fdc-4325-b24f-20cc4d58a3a3" providerId="AD" clId="Web-{D418A6A0-382F-0D02-BDEC-943C2D78C899}" dt="2019-09-21T13:24:17.768" v="720" actId="20577"/>
        <pc:sldMkLst>
          <pc:docMk/>
          <pc:sldMk cId="3135408265" sldId="352"/>
        </pc:sldMkLst>
        <pc:spChg chg="mod">
          <ac:chgData name="William Hui (IEG)" userId="S::kyhui@cuhk.edu.hk::07728535-8fdc-4325-b24f-20cc4d58a3a3" providerId="AD" clId="Web-{D418A6A0-382F-0D02-BDEC-943C2D78C899}" dt="2019-09-21T13:24:17.768" v="720" actId="20577"/>
          <ac:spMkLst>
            <pc:docMk/>
            <pc:sldMk cId="3135408265" sldId="352"/>
            <ac:spMk id="2" creationId="{67B7F4DD-AED8-4E12-8EA8-AF2269439A55}"/>
          </ac:spMkLst>
        </pc:spChg>
        <pc:spChg chg="mod">
          <ac:chgData name="William Hui (IEG)" userId="S::kyhui@cuhk.edu.hk::07728535-8fdc-4325-b24f-20cc4d58a3a3" providerId="AD" clId="Web-{D418A6A0-382F-0D02-BDEC-943C2D78C899}" dt="2019-09-21T13:18:29.523" v="712" actId="20577"/>
          <ac:spMkLst>
            <pc:docMk/>
            <pc:sldMk cId="3135408265" sldId="352"/>
            <ac:spMk id="3" creationId="{2E282BE5-BD08-4837-B8CB-1715195633DF}"/>
          </ac:spMkLst>
        </pc:spChg>
      </pc:sldChg>
      <pc:sldChg chg="modSp add">
        <pc:chgData name="William Hui (IEG)" userId="S::kyhui@cuhk.edu.hk::07728535-8fdc-4325-b24f-20cc4d58a3a3" providerId="AD" clId="Web-{D418A6A0-382F-0D02-BDEC-943C2D78C899}" dt="2019-09-21T13:13:36.858" v="479" actId="14100"/>
        <pc:sldMkLst>
          <pc:docMk/>
          <pc:sldMk cId="965270603" sldId="353"/>
        </pc:sldMkLst>
        <pc:spChg chg="mod">
          <ac:chgData name="William Hui (IEG)" userId="S::kyhui@cuhk.edu.hk::07728535-8fdc-4325-b24f-20cc4d58a3a3" providerId="AD" clId="Web-{D418A6A0-382F-0D02-BDEC-943C2D78C899}" dt="2019-09-21T13:13:36.858" v="479" actId="14100"/>
          <ac:spMkLst>
            <pc:docMk/>
            <pc:sldMk cId="965270603" sldId="353"/>
            <ac:spMk id="27657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418A6A0-382F-0D02-BDEC-943C2D78C899}" dt="2019-09-21T13:24:23.206" v="726" actId="20577"/>
        <pc:sldMkLst>
          <pc:docMk/>
          <pc:sldMk cId="3295559441" sldId="354"/>
        </pc:sldMkLst>
        <pc:spChg chg="mod">
          <ac:chgData name="William Hui (IEG)" userId="S::kyhui@cuhk.edu.hk::07728535-8fdc-4325-b24f-20cc4d58a3a3" providerId="AD" clId="Web-{D418A6A0-382F-0D02-BDEC-943C2D78C899}" dt="2019-09-21T13:24:23.206" v="726" actId="20577"/>
          <ac:spMkLst>
            <pc:docMk/>
            <pc:sldMk cId="3295559441" sldId="354"/>
            <ac:spMk id="13" creationId="{00000000-0000-0000-0000-000000000000}"/>
          </ac:spMkLst>
        </pc:spChg>
        <pc:spChg chg="mod">
          <ac:chgData name="William Hui (IEG)" userId="S::kyhui@cuhk.edu.hk::07728535-8fdc-4325-b24f-20cc4d58a3a3" providerId="AD" clId="Web-{D418A6A0-382F-0D02-BDEC-943C2D78C899}" dt="2019-09-21T13:13:27.732" v="475" actId="20577"/>
          <ac:spMkLst>
            <pc:docMk/>
            <pc:sldMk cId="3295559441" sldId="354"/>
            <ac:spMk id="26631" creationId="{00000000-0000-0000-0000-000000000000}"/>
          </ac:spMkLst>
        </pc:spChg>
      </pc:sldChg>
      <pc:sldChg chg="addSp modSp add">
        <pc:chgData name="William Hui (IEG)" userId="S::kyhui@cuhk.edu.hk::07728535-8fdc-4325-b24f-20cc4d58a3a3" providerId="AD" clId="Web-{D418A6A0-382F-0D02-BDEC-943C2D78C899}" dt="2019-09-21T13:24:22.753" v="723" actId="20577"/>
        <pc:sldMkLst>
          <pc:docMk/>
          <pc:sldMk cId="591816102" sldId="355"/>
        </pc:sldMkLst>
        <pc:spChg chg="add mod">
          <ac:chgData name="William Hui (IEG)" userId="S::kyhui@cuhk.edu.hk::07728535-8fdc-4325-b24f-20cc4d58a3a3" providerId="AD" clId="Web-{D418A6A0-382F-0D02-BDEC-943C2D78C899}" dt="2019-09-21T13:12:55.044" v="463" actId="1076"/>
          <ac:spMkLst>
            <pc:docMk/>
            <pc:sldMk cId="591816102" sldId="355"/>
            <ac:spMk id="2" creationId="{B2C96DD5-C561-4584-982E-A7B77FD50B44}"/>
          </ac:spMkLst>
        </pc:spChg>
        <pc:spChg chg="mod">
          <ac:chgData name="William Hui (IEG)" userId="S::kyhui@cuhk.edu.hk::07728535-8fdc-4325-b24f-20cc4d58a3a3" providerId="AD" clId="Web-{D418A6A0-382F-0D02-BDEC-943C2D78C899}" dt="2019-09-21T13:24:22.753" v="723" actId="20577"/>
          <ac:spMkLst>
            <pc:docMk/>
            <pc:sldMk cId="591816102" sldId="355"/>
            <ac:spMk id="25603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418A6A0-382F-0D02-BDEC-943C2D78C899}" dt="2019-09-21T13:25:28.348" v="733" actId="20577"/>
        <pc:sldMkLst>
          <pc:docMk/>
          <pc:sldMk cId="3679510911" sldId="356"/>
        </pc:sldMkLst>
        <pc:spChg chg="mod">
          <ac:chgData name="William Hui (IEG)" userId="S::kyhui@cuhk.edu.hk::07728535-8fdc-4325-b24f-20cc4d58a3a3" providerId="AD" clId="Web-{D418A6A0-382F-0D02-BDEC-943C2D78C899}" dt="2019-09-21T13:25:28.348" v="733" actId="20577"/>
          <ac:spMkLst>
            <pc:docMk/>
            <pc:sldMk cId="3679510911" sldId="356"/>
            <ac:spMk id="22531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D418A6A0-382F-0D02-BDEC-943C2D78C899}" dt="2019-09-21T13:25:10.629" v="731" actId="20577"/>
        <pc:sldMkLst>
          <pc:docMk/>
          <pc:sldMk cId="1741911581" sldId="357"/>
        </pc:sldMkLst>
        <pc:spChg chg="mod">
          <ac:chgData name="William Hui (IEG)" userId="S::kyhui@cuhk.edu.hk::07728535-8fdc-4325-b24f-20cc4d58a3a3" providerId="AD" clId="Web-{D418A6A0-382F-0D02-BDEC-943C2D78C899}" dt="2019-09-21T13:25:10.629" v="731" actId="20577"/>
          <ac:spMkLst>
            <pc:docMk/>
            <pc:sldMk cId="1741911581" sldId="357"/>
            <ac:spMk id="21507" creationId="{00000000-0000-0000-0000-000000000000}"/>
          </ac:spMkLst>
        </pc:spChg>
      </pc:sldChg>
      <pc:sldChg chg="modSp new ord">
        <pc:chgData name="William Hui (IEG)" userId="S::kyhui@cuhk.edu.hk::07728535-8fdc-4325-b24f-20cc4d58a3a3" providerId="AD" clId="Web-{D418A6A0-382F-0D02-BDEC-943C2D78C899}" dt="2019-09-21T13:30:11.138" v="1181" actId="20577"/>
        <pc:sldMkLst>
          <pc:docMk/>
          <pc:sldMk cId="2472890935" sldId="358"/>
        </pc:sldMkLst>
        <pc:spChg chg="mod">
          <ac:chgData name="William Hui (IEG)" userId="S::kyhui@cuhk.edu.hk::07728535-8fdc-4325-b24f-20cc4d58a3a3" providerId="AD" clId="Web-{D418A6A0-382F-0D02-BDEC-943C2D78C899}" dt="2019-09-21T13:25:52.709" v="748" actId="20577"/>
          <ac:spMkLst>
            <pc:docMk/>
            <pc:sldMk cId="2472890935" sldId="358"/>
            <ac:spMk id="2" creationId="{1C9E5359-96DA-439D-B492-80E0A286C89E}"/>
          </ac:spMkLst>
        </pc:spChg>
        <pc:spChg chg="mod">
          <ac:chgData name="William Hui (IEG)" userId="S::kyhui@cuhk.edu.hk::07728535-8fdc-4325-b24f-20cc4d58a3a3" providerId="AD" clId="Web-{D418A6A0-382F-0D02-BDEC-943C2D78C899}" dt="2019-09-21T13:30:11.138" v="1181" actId="20577"/>
          <ac:spMkLst>
            <pc:docMk/>
            <pc:sldMk cId="2472890935" sldId="358"/>
            <ac:spMk id="3" creationId="{6703D752-28EC-476B-A834-38CFC59352B7}"/>
          </ac:spMkLst>
        </pc:spChg>
      </pc:sldChg>
    </pc:docChg>
  </pc:docChgLst>
  <pc:docChgLst>
    <pc:chgData name="William Hui (IEG)" userId="S::kyhui@cuhk.edu.hk::07728535-8fdc-4325-b24f-20cc4d58a3a3" providerId="AD" clId="Web-{783E9276-7FBB-642D-8921-EAC91788C987}"/>
    <pc:docChg chg="addSld delSld modSld">
      <pc:chgData name="William Hui (IEG)" userId="S::kyhui@cuhk.edu.hk::07728535-8fdc-4325-b24f-20cc4d58a3a3" providerId="AD" clId="Web-{783E9276-7FBB-642D-8921-EAC91788C987}" dt="2019-08-24T11:25:08.103" v="122" actId="20577"/>
      <pc:docMkLst>
        <pc:docMk/>
      </pc:docMkLst>
      <pc:sldChg chg="modSp">
        <pc:chgData name="William Hui (IEG)" userId="S::kyhui@cuhk.edu.hk::07728535-8fdc-4325-b24f-20cc4d58a3a3" providerId="AD" clId="Web-{783E9276-7FBB-642D-8921-EAC91788C987}" dt="2019-08-24T11:25:03.728" v="118" actId="20577"/>
        <pc:sldMkLst>
          <pc:docMk/>
          <pc:sldMk cId="2389990707" sldId="268"/>
        </pc:sldMkLst>
        <pc:spChg chg="mod">
          <ac:chgData name="William Hui (IEG)" userId="S::kyhui@cuhk.edu.hk::07728535-8fdc-4325-b24f-20cc4d58a3a3" providerId="AD" clId="Web-{783E9276-7FBB-642D-8921-EAC91788C987}" dt="2019-08-24T11:24:32.306" v="21" actId="20577"/>
          <ac:spMkLst>
            <pc:docMk/>
            <pc:sldMk cId="2389990707" sldId="268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783E9276-7FBB-642D-8921-EAC91788C987}" dt="2019-08-24T11:25:03.728" v="118" actId="20577"/>
          <ac:spMkLst>
            <pc:docMk/>
            <pc:sldMk cId="2389990707" sldId="268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783E9276-7FBB-642D-8921-EAC91788C987}" dt="2019-08-24T11:24:04.447" v="10" actId="20577"/>
        <pc:sldMkLst>
          <pc:docMk/>
          <pc:sldMk cId="1971017547" sldId="334"/>
        </pc:sldMkLst>
        <pc:spChg chg="mod">
          <ac:chgData name="William Hui (IEG)" userId="S::kyhui@cuhk.edu.hk::07728535-8fdc-4325-b24f-20cc4d58a3a3" providerId="AD" clId="Web-{783E9276-7FBB-642D-8921-EAC91788C987}" dt="2019-08-24T11:24:04.447" v="10" actId="20577"/>
          <ac:spMkLst>
            <pc:docMk/>
            <pc:sldMk cId="1971017547" sldId="334"/>
            <ac:spMk id="2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DBF23BF8-0118-864B-BF41-A3F5A498FE4D}"/>
    <pc:docChg chg="custSel">
      <pc:chgData name="Chuck jee Chau (CSD)" userId="7aa7a09e-983f-4214-9e5a-071cbb678e81" providerId="ADAL" clId="{DBF23BF8-0118-864B-BF41-A3F5A498FE4D}" dt="2019-10-11T02:20:20.495" v="8" actId="1592"/>
      <pc:docMkLst>
        <pc:docMk/>
      </pc:docMkLst>
      <pc:sldChg chg="delCm">
        <pc:chgData name="Chuck jee Chau (CSD)" userId="7aa7a09e-983f-4214-9e5a-071cbb678e81" providerId="ADAL" clId="{DBF23BF8-0118-864B-BF41-A3F5A498FE4D}" dt="2019-10-11T02:20:20.484" v="2" actId="1592"/>
        <pc:sldMkLst>
          <pc:docMk/>
          <pc:sldMk cId="1800300312" sldId="314"/>
        </pc:sldMkLst>
      </pc:sldChg>
      <pc:sldChg chg="delCm">
        <pc:chgData name="Chuck jee Chau (CSD)" userId="7aa7a09e-983f-4214-9e5a-071cbb678e81" providerId="ADAL" clId="{DBF23BF8-0118-864B-BF41-A3F5A498FE4D}" dt="2019-10-11T02:20:20.485" v="3" actId="1592"/>
        <pc:sldMkLst>
          <pc:docMk/>
          <pc:sldMk cId="1011948799" sldId="346"/>
        </pc:sldMkLst>
      </pc:sldChg>
      <pc:sldChg chg="delCm">
        <pc:chgData name="Chuck jee Chau (CSD)" userId="7aa7a09e-983f-4214-9e5a-071cbb678e81" providerId="ADAL" clId="{DBF23BF8-0118-864B-BF41-A3F5A498FE4D}" dt="2019-10-11T02:20:20.486" v="4" actId="1592"/>
        <pc:sldMkLst>
          <pc:docMk/>
          <pc:sldMk cId="1034927969" sldId="351"/>
        </pc:sldMkLst>
      </pc:sldChg>
      <pc:sldChg chg="delCm">
        <pc:chgData name="Chuck jee Chau (CSD)" userId="7aa7a09e-983f-4214-9e5a-071cbb678e81" providerId="ADAL" clId="{DBF23BF8-0118-864B-BF41-A3F5A498FE4D}" dt="2019-10-11T02:20:20.489" v="6" actId="1592"/>
        <pc:sldMkLst>
          <pc:docMk/>
          <pc:sldMk cId="3135408265" sldId="352"/>
        </pc:sldMkLst>
      </pc:sldChg>
      <pc:sldChg chg="delCm">
        <pc:chgData name="Chuck jee Chau (CSD)" userId="7aa7a09e-983f-4214-9e5a-071cbb678e81" providerId="ADAL" clId="{DBF23BF8-0118-864B-BF41-A3F5A498FE4D}" dt="2019-10-11T02:20:20.495" v="8" actId="1592"/>
        <pc:sldMkLst>
          <pc:docMk/>
          <pc:sldMk cId="591816102" sldId="355"/>
        </pc:sldMkLst>
      </pc:sldChg>
      <pc:sldChg chg="delCm">
        <pc:chgData name="Chuck jee Chau (CSD)" userId="7aa7a09e-983f-4214-9e5a-071cbb678e81" providerId="ADAL" clId="{DBF23BF8-0118-864B-BF41-A3F5A498FE4D}" dt="2019-10-11T02:20:20.480" v="0" actId="1592"/>
        <pc:sldMkLst>
          <pc:docMk/>
          <pc:sldMk cId="3114149895" sldId="362"/>
        </pc:sldMkLst>
      </pc:sldChg>
      <pc:sldChg chg="delCm">
        <pc:chgData name="Chuck jee Chau (CSD)" userId="7aa7a09e-983f-4214-9e5a-071cbb678e81" providerId="ADAL" clId="{DBF23BF8-0118-864B-BF41-A3F5A498FE4D}" dt="2019-10-11T02:20:20.482" v="1" actId="1592"/>
        <pc:sldMkLst>
          <pc:docMk/>
          <pc:sldMk cId="2472512755" sldId="363"/>
        </pc:sldMkLst>
      </pc:sldChg>
      <pc:sldChg chg="delCm">
        <pc:chgData name="Chuck jee Chau (CSD)" userId="7aa7a09e-983f-4214-9e5a-071cbb678e81" providerId="ADAL" clId="{DBF23BF8-0118-864B-BF41-A3F5A498FE4D}" dt="2019-10-11T02:20:20.488" v="5" actId="1592"/>
        <pc:sldMkLst>
          <pc:docMk/>
          <pc:sldMk cId="2847907901" sldId="365"/>
        </pc:sldMkLst>
      </pc:sldChg>
    </pc:docChg>
  </pc:docChgLst>
  <pc:docChgLst>
    <pc:chgData name="William Hui (IEG)" userId="S::kyhui@cuhk.edu.hk::07728535-8fdc-4325-b24f-20cc4d58a3a3" providerId="AD" clId="Web-{4F728AA8-4FBC-7E87-49F9-84D4130A1BFF}"/>
    <pc:docChg chg="addSld modSld sldOrd">
      <pc:chgData name="William Hui (IEG)" userId="S::kyhui@cuhk.edu.hk::07728535-8fdc-4325-b24f-20cc4d58a3a3" providerId="AD" clId="Web-{4F728AA8-4FBC-7E87-49F9-84D4130A1BFF}" dt="2019-09-21T11:54:46.561" v="1888" actId="20577"/>
      <pc:docMkLst>
        <pc:docMk/>
      </pc:docMkLst>
      <pc:sldChg chg="modSp">
        <pc:chgData name="William Hui (IEG)" userId="S::kyhui@cuhk.edu.hk::07728535-8fdc-4325-b24f-20cc4d58a3a3" providerId="AD" clId="Web-{4F728AA8-4FBC-7E87-49F9-84D4130A1BFF}" dt="2019-09-21T11:04:45.336" v="248" actId="20577"/>
        <pc:sldMkLst>
          <pc:docMk/>
          <pc:sldMk cId="1800300312" sldId="314"/>
        </pc:sldMkLst>
        <pc:spChg chg="mod">
          <ac:chgData name="William Hui (IEG)" userId="S::kyhui@cuhk.edu.hk::07728535-8fdc-4325-b24f-20cc4d58a3a3" providerId="AD" clId="Web-{4F728AA8-4FBC-7E87-49F9-84D4130A1BFF}" dt="2019-09-21T11:04:45.336" v="248" actId="20577"/>
          <ac:spMkLst>
            <pc:docMk/>
            <pc:sldMk cId="1800300312" sldId="314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F728AA8-4FBC-7E87-49F9-84D4130A1BFF}" dt="2019-09-21T11:13:26.889" v="523" actId="20577"/>
        <pc:sldMkLst>
          <pc:docMk/>
          <pc:sldMk cId="914536711" sldId="317"/>
        </pc:sldMkLst>
        <pc:spChg chg="mod">
          <ac:chgData name="William Hui (IEG)" userId="S::kyhui@cuhk.edu.hk::07728535-8fdc-4325-b24f-20cc4d58a3a3" providerId="AD" clId="Web-{4F728AA8-4FBC-7E87-49F9-84D4130A1BFF}" dt="2019-09-21T11:05:53.103" v="296" actId="20577"/>
          <ac:spMkLst>
            <pc:docMk/>
            <pc:sldMk cId="914536711" sldId="317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13:26.889" v="523" actId="20577"/>
          <ac:spMkLst>
            <pc:docMk/>
            <pc:sldMk cId="914536711" sldId="317"/>
            <ac:spMk id="8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F728AA8-4FBC-7E87-49F9-84D4130A1BFF}" dt="2019-09-21T11:06:02.728" v="304" actId="20577"/>
        <pc:sldMkLst>
          <pc:docMk/>
          <pc:sldMk cId="2226101510" sldId="319"/>
        </pc:sldMkLst>
        <pc:spChg chg="mod">
          <ac:chgData name="William Hui (IEG)" userId="S::kyhui@cuhk.edu.hk::07728535-8fdc-4325-b24f-20cc4d58a3a3" providerId="AD" clId="Web-{4F728AA8-4FBC-7E87-49F9-84D4130A1BFF}" dt="2019-09-21T11:06:02.728" v="304" actId="20577"/>
          <ac:spMkLst>
            <pc:docMk/>
            <pc:sldMk cId="2226101510" sldId="319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F728AA8-4FBC-7E87-49F9-84D4130A1BFF}" dt="2019-09-21T11:06:08.025" v="309" actId="20577"/>
        <pc:sldMkLst>
          <pc:docMk/>
          <pc:sldMk cId="1216653165" sldId="320"/>
        </pc:sldMkLst>
        <pc:spChg chg="mod">
          <ac:chgData name="William Hui (IEG)" userId="S::kyhui@cuhk.edu.hk::07728535-8fdc-4325-b24f-20cc4d58a3a3" providerId="AD" clId="Web-{4F728AA8-4FBC-7E87-49F9-84D4130A1BFF}" dt="2019-09-21T11:06:08.025" v="309" actId="20577"/>
          <ac:spMkLst>
            <pc:docMk/>
            <pc:sldMk cId="1216653165" sldId="320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F728AA8-4FBC-7E87-49F9-84D4130A1BFF}" dt="2019-09-21T11:06:20.994" v="313" actId="20577"/>
        <pc:sldMkLst>
          <pc:docMk/>
          <pc:sldMk cId="1830487195" sldId="321"/>
        </pc:sldMkLst>
        <pc:spChg chg="mod">
          <ac:chgData name="William Hui (IEG)" userId="S::kyhui@cuhk.edu.hk::07728535-8fdc-4325-b24f-20cc4d58a3a3" providerId="AD" clId="Web-{4F728AA8-4FBC-7E87-49F9-84D4130A1BFF}" dt="2019-09-21T11:06:20.994" v="313" actId="20577"/>
          <ac:spMkLst>
            <pc:docMk/>
            <pc:sldMk cId="1830487195" sldId="321"/>
            <ac:spMk id="2" creationId="{00000000-0000-0000-0000-000000000000}"/>
          </ac:spMkLst>
        </pc:spChg>
      </pc:sldChg>
      <pc:sldChg chg="addSp modSp">
        <pc:chgData name="William Hui (IEG)" userId="S::kyhui@cuhk.edu.hk::07728535-8fdc-4325-b24f-20cc4d58a3a3" providerId="AD" clId="Web-{4F728AA8-4FBC-7E87-49F9-84D4130A1BFF}" dt="2019-09-21T11:51:43.696" v="1559" actId="20577"/>
        <pc:sldMkLst>
          <pc:docMk/>
          <pc:sldMk cId="1929478062" sldId="322"/>
        </pc:sldMkLst>
        <pc:spChg chg="mod">
          <ac:chgData name="William Hui (IEG)" userId="S::kyhui@cuhk.edu.hk::07728535-8fdc-4325-b24f-20cc4d58a3a3" providerId="AD" clId="Web-{4F728AA8-4FBC-7E87-49F9-84D4130A1BFF}" dt="2019-09-21T11:06:23.275" v="316" actId="20577"/>
          <ac:spMkLst>
            <pc:docMk/>
            <pc:sldMk cId="1929478062" sldId="322"/>
            <ac:spMk id="2" creationId="{00000000-0000-0000-0000-000000000000}"/>
          </ac:spMkLst>
        </pc:spChg>
        <pc:spChg chg="add mod">
          <ac:chgData name="William Hui (IEG)" userId="S::kyhui@cuhk.edu.hk::07728535-8fdc-4325-b24f-20cc4d58a3a3" providerId="AD" clId="Web-{4F728AA8-4FBC-7E87-49F9-84D4130A1BFF}" dt="2019-09-21T11:51:43.696" v="1559" actId="20577"/>
          <ac:spMkLst>
            <pc:docMk/>
            <pc:sldMk cId="1929478062" sldId="322"/>
            <ac:spMk id="3" creationId="{231B3B66-CAEF-49BA-8BC1-D27971053EDE}"/>
          </ac:spMkLst>
        </pc:spChg>
        <pc:spChg chg="mod">
          <ac:chgData name="William Hui (IEG)" userId="S::kyhui@cuhk.edu.hk::07728535-8fdc-4325-b24f-20cc4d58a3a3" providerId="AD" clId="Web-{4F728AA8-4FBC-7E87-49F9-84D4130A1BFF}" dt="2019-09-21T11:02:50.726" v="173" actId="20577"/>
          <ac:spMkLst>
            <pc:docMk/>
            <pc:sldMk cId="1929478062" sldId="322"/>
            <ac:spMk id="8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4F728AA8-4FBC-7E87-49F9-84D4130A1BFF}" dt="2019-09-21T11:13:43.733" v="535" actId="20577"/>
        <pc:sldMkLst>
          <pc:docMk/>
          <pc:sldMk cId="3053758298" sldId="337"/>
        </pc:sldMkLst>
        <pc:spChg chg="mod">
          <ac:chgData name="William Hui (IEG)" userId="S::kyhui@cuhk.edu.hk::07728535-8fdc-4325-b24f-20cc4d58a3a3" providerId="AD" clId="Web-{4F728AA8-4FBC-7E87-49F9-84D4130A1BFF}" dt="2019-09-21T10:56:08.092" v="1" actId="20577"/>
          <ac:spMkLst>
            <pc:docMk/>
            <pc:sldMk cId="3053758298" sldId="337"/>
            <ac:spMk id="2" creationId="{F49C56AE-6B52-4166-832C-0D774AB8C915}"/>
          </ac:spMkLst>
        </pc:spChg>
        <pc:spChg chg="mod">
          <ac:chgData name="William Hui (IEG)" userId="S::kyhui@cuhk.edu.hk::07728535-8fdc-4325-b24f-20cc4d58a3a3" providerId="AD" clId="Web-{4F728AA8-4FBC-7E87-49F9-84D4130A1BFF}" dt="2019-09-21T11:13:43.733" v="535" actId="20577"/>
          <ac:spMkLst>
            <pc:docMk/>
            <pc:sldMk cId="3053758298" sldId="337"/>
            <ac:spMk id="32778" creationId="{00000000-0000-0000-0000-000000000000}"/>
          </ac:spMkLst>
        </pc:spChg>
      </pc:sldChg>
      <pc:sldChg chg="addSp modSp add replId">
        <pc:chgData name="William Hui (IEG)" userId="S::kyhui@cuhk.edu.hk::07728535-8fdc-4325-b24f-20cc4d58a3a3" providerId="AD" clId="Web-{4F728AA8-4FBC-7E87-49F9-84D4130A1BFF}" dt="2019-09-21T11:54:46.452" v="1886" actId="20577"/>
        <pc:sldMkLst>
          <pc:docMk/>
          <pc:sldMk cId="613261591" sldId="344"/>
        </pc:sldMkLst>
        <pc:spChg chg="mod">
          <ac:chgData name="William Hui (IEG)" userId="S::kyhui@cuhk.edu.hk::07728535-8fdc-4325-b24f-20cc4d58a3a3" providerId="AD" clId="Web-{4F728AA8-4FBC-7E87-49F9-84D4130A1BFF}" dt="2019-09-21T11:06:29.369" v="322" actId="20577"/>
          <ac:spMkLst>
            <pc:docMk/>
            <pc:sldMk cId="613261591" sldId="344"/>
            <ac:spMk id="2" creationId="{00000000-0000-0000-0000-000000000000}"/>
          </ac:spMkLst>
        </pc:spChg>
        <pc:spChg chg="add mod">
          <ac:chgData name="William Hui (IEG)" userId="S::kyhui@cuhk.edu.hk::07728535-8fdc-4325-b24f-20cc4d58a3a3" providerId="AD" clId="Web-{4F728AA8-4FBC-7E87-49F9-84D4130A1BFF}" dt="2019-09-21T11:54:46.452" v="1886" actId="20577"/>
          <ac:spMkLst>
            <pc:docMk/>
            <pc:sldMk cId="613261591" sldId="344"/>
            <ac:spMk id="3" creationId="{5D20287B-1D55-4497-8ABC-99E56093C4E6}"/>
          </ac:spMkLst>
        </pc:spChg>
      </pc:sldChg>
      <pc:sldChg chg="modSp new ord">
        <pc:chgData name="William Hui (IEG)" userId="S::kyhui@cuhk.edu.hk::07728535-8fdc-4325-b24f-20cc4d58a3a3" providerId="AD" clId="Web-{4F728AA8-4FBC-7E87-49F9-84D4130A1BFF}" dt="2019-09-21T11:36:04.412" v="766" actId="20577"/>
        <pc:sldMkLst>
          <pc:docMk/>
          <pc:sldMk cId="1273528718" sldId="345"/>
        </pc:sldMkLst>
        <pc:spChg chg="mod">
          <ac:chgData name="William Hui (IEG)" userId="S::kyhui@cuhk.edu.hk::07728535-8fdc-4325-b24f-20cc4d58a3a3" providerId="AD" clId="Web-{4F728AA8-4FBC-7E87-49F9-84D4130A1BFF}" dt="2019-09-21T11:06:50.041" v="329" actId="20577"/>
          <ac:spMkLst>
            <pc:docMk/>
            <pc:sldMk cId="1273528718" sldId="345"/>
            <ac:spMk id="2" creationId="{9A5AE64F-3D42-4673-83E8-0B6DB52D930F}"/>
          </ac:spMkLst>
        </pc:spChg>
        <pc:spChg chg="mod">
          <ac:chgData name="William Hui (IEG)" userId="S::kyhui@cuhk.edu.hk::07728535-8fdc-4325-b24f-20cc4d58a3a3" providerId="AD" clId="Web-{4F728AA8-4FBC-7E87-49F9-84D4130A1BFF}" dt="2019-09-21T11:36:04.412" v="766" actId="20577"/>
          <ac:spMkLst>
            <pc:docMk/>
            <pc:sldMk cId="1273528718" sldId="345"/>
            <ac:spMk id="3" creationId="{0078C46A-76AB-4851-BCBA-1BE465DF0437}"/>
          </ac:spMkLst>
        </pc:spChg>
      </pc:sldChg>
      <pc:sldChg chg="modSp add replId">
        <pc:chgData name="William Hui (IEG)" userId="S::kyhui@cuhk.edu.hk::07728535-8fdc-4325-b24f-20cc4d58a3a3" providerId="AD" clId="Web-{4F728AA8-4FBC-7E87-49F9-84D4130A1BFF}" dt="2019-09-21T11:53:57.888" v="1754" actId="1076"/>
        <pc:sldMkLst>
          <pc:docMk/>
          <pc:sldMk cId="1011948799" sldId="346"/>
        </pc:sldMkLst>
        <pc:spChg chg="mod">
          <ac:chgData name="William Hui (IEG)" userId="S::kyhui@cuhk.edu.hk::07728535-8fdc-4325-b24f-20cc4d58a3a3" providerId="AD" clId="Web-{4F728AA8-4FBC-7E87-49F9-84D4130A1BFF}" dt="2019-09-21T11:06:26.462" v="319" actId="20577"/>
          <ac:spMkLst>
            <pc:docMk/>
            <pc:sldMk cId="1011948799" sldId="346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53:57.888" v="1754" actId="1076"/>
          <ac:spMkLst>
            <pc:docMk/>
            <pc:sldMk cId="1011948799" sldId="346"/>
            <ac:spMk id="3" creationId="{231B3B66-CAEF-49BA-8BC1-D27971053EDE}"/>
          </ac:spMkLst>
        </pc:spChg>
        <pc:spChg chg="mod">
          <ac:chgData name="William Hui (IEG)" userId="S::kyhui@cuhk.edu.hk::07728535-8fdc-4325-b24f-20cc4d58a3a3" providerId="AD" clId="Web-{4F728AA8-4FBC-7E87-49F9-84D4130A1BFF}" dt="2019-09-21T11:53:04.964" v="1610" actId="20577"/>
          <ac:spMkLst>
            <pc:docMk/>
            <pc:sldMk cId="1011948799" sldId="346"/>
            <ac:spMk id="8" creationId="{00000000-0000-0000-0000-000000000000}"/>
          </ac:spMkLst>
        </pc:spChg>
      </pc:sldChg>
      <pc:sldChg chg="modSp add replId">
        <pc:chgData name="William Hui (IEG)" userId="S::kyhui@cuhk.edu.hk::07728535-8fdc-4325-b24f-20cc4d58a3a3" providerId="AD" clId="Web-{4F728AA8-4FBC-7E87-49F9-84D4130A1BFF}" dt="2019-09-21T11:37:23.088" v="885" actId="20577"/>
        <pc:sldMkLst>
          <pc:docMk/>
          <pc:sldMk cId="1092699906" sldId="347"/>
        </pc:sldMkLst>
        <pc:spChg chg="mod">
          <ac:chgData name="William Hui (IEG)" userId="S::kyhui@cuhk.edu.hk::07728535-8fdc-4325-b24f-20cc4d58a3a3" providerId="AD" clId="Web-{4F728AA8-4FBC-7E87-49F9-84D4130A1BFF}" dt="2019-09-21T11:37:23.088" v="885" actId="20577"/>
          <ac:spMkLst>
            <pc:docMk/>
            <pc:sldMk cId="1092699906" sldId="347"/>
            <ac:spMk id="3" creationId="{0078C46A-76AB-4851-BCBA-1BE465DF0437}"/>
          </ac:spMkLst>
        </pc:spChg>
      </pc:sldChg>
      <pc:sldChg chg="addSp delSp modSp add ord replId delAnim">
        <pc:chgData name="William Hui (IEG)" userId="S::kyhui@cuhk.edu.hk::07728535-8fdc-4325-b24f-20cc4d58a3a3" providerId="AD" clId="Web-{4F728AA8-4FBC-7E87-49F9-84D4130A1BFF}" dt="2019-09-21T11:46:35.730" v="1086" actId="1076"/>
        <pc:sldMkLst>
          <pc:docMk/>
          <pc:sldMk cId="2019434099" sldId="348"/>
        </pc:sldMkLst>
        <pc:spChg chg="mod">
          <ac:chgData name="William Hui (IEG)" userId="S::kyhui@cuhk.edu.hk::07728535-8fdc-4325-b24f-20cc4d58a3a3" providerId="AD" clId="Web-{4F728AA8-4FBC-7E87-49F9-84D4130A1BFF}" dt="2019-09-21T11:37:47.057" v="892" actId="20577"/>
          <ac:spMkLst>
            <pc:docMk/>
            <pc:sldMk cId="2019434099" sldId="348"/>
            <ac:spMk id="2" creationId="{00000000-0000-0000-0000-000000000000}"/>
          </ac:spMkLst>
        </pc:spChg>
        <pc:spChg chg="del">
          <ac:chgData name="William Hui (IEG)" userId="S::kyhui@cuhk.edu.hk::07728535-8fdc-4325-b24f-20cc4d58a3a3" providerId="AD" clId="Web-{4F728AA8-4FBC-7E87-49F9-84D4130A1BFF}" dt="2019-09-21T11:37:52.307" v="895"/>
          <ac:spMkLst>
            <pc:docMk/>
            <pc:sldMk cId="2019434099" sldId="348"/>
            <ac:spMk id="3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40:48.672" v="1004" actId="14100"/>
          <ac:spMkLst>
            <pc:docMk/>
            <pc:sldMk cId="2019434099" sldId="348"/>
            <ac:spMk id="5" creationId="{00000000-0000-0000-0000-000000000000}"/>
          </ac:spMkLst>
        </pc:spChg>
        <pc:spChg chg="del">
          <ac:chgData name="William Hui (IEG)" userId="S::kyhui@cuhk.edu.hk::07728535-8fdc-4325-b24f-20cc4d58a3a3" providerId="AD" clId="Web-{4F728AA8-4FBC-7E87-49F9-84D4130A1BFF}" dt="2019-09-21T11:39:15.669" v="947"/>
          <ac:spMkLst>
            <pc:docMk/>
            <pc:sldMk cId="2019434099" sldId="348"/>
            <ac:spMk id="6" creationId="{00000000-0000-0000-0000-000000000000}"/>
          </ac:spMkLst>
        </pc:spChg>
        <pc:spChg chg="add del mod">
          <ac:chgData name="William Hui (IEG)" userId="S::kyhui@cuhk.edu.hk::07728535-8fdc-4325-b24f-20cc4d58a3a3" providerId="AD" clId="Web-{4F728AA8-4FBC-7E87-49F9-84D4130A1BFF}" dt="2019-09-21T11:39:40.264" v="960"/>
          <ac:spMkLst>
            <pc:docMk/>
            <pc:sldMk cId="2019434099" sldId="348"/>
            <ac:spMk id="8" creationId="{AB9FD382-A581-48AA-8096-21ABC749F307}"/>
          </ac:spMkLst>
        </pc:spChg>
        <pc:spChg chg="add mod">
          <ac:chgData name="William Hui (IEG)" userId="S::kyhui@cuhk.edu.hk::07728535-8fdc-4325-b24f-20cc4d58a3a3" providerId="AD" clId="Web-{4F728AA8-4FBC-7E87-49F9-84D4130A1BFF}" dt="2019-09-21T11:46:35.730" v="1086" actId="1076"/>
          <ac:spMkLst>
            <pc:docMk/>
            <pc:sldMk cId="2019434099" sldId="348"/>
            <ac:spMk id="9" creationId="{FE634F5F-ACE1-4D88-AB0A-7A22D697D53C}"/>
          </ac:spMkLst>
        </pc:spChg>
        <pc:grpChg chg="del">
          <ac:chgData name="William Hui (IEG)" userId="S::kyhui@cuhk.edu.hk::07728535-8fdc-4325-b24f-20cc4d58a3a3" providerId="AD" clId="Web-{4F728AA8-4FBC-7E87-49F9-84D4130A1BFF}" dt="2019-09-21T11:37:55.307" v="896"/>
          <ac:grpSpMkLst>
            <pc:docMk/>
            <pc:sldMk cId="2019434099" sldId="348"/>
            <ac:grpSpMk id="24" creationId="{00000000-0000-0000-0000-000000000000}"/>
          </ac:grpSpMkLst>
        </pc:grpChg>
      </pc:sldChg>
      <pc:sldChg chg="addSp delSp modSp add replId">
        <pc:chgData name="William Hui (IEG)" userId="S::kyhui@cuhk.edu.hk::07728535-8fdc-4325-b24f-20cc4d58a3a3" providerId="AD" clId="Web-{4F728AA8-4FBC-7E87-49F9-84D4130A1BFF}" dt="2019-09-21T11:50:38.429" v="1448" actId="20577"/>
        <pc:sldMkLst>
          <pc:docMk/>
          <pc:sldMk cId="2415219606" sldId="349"/>
        </pc:sldMkLst>
        <pc:spChg chg="add mod">
          <ac:chgData name="William Hui (IEG)" userId="S::kyhui@cuhk.edu.hk::07728535-8fdc-4325-b24f-20cc4d58a3a3" providerId="AD" clId="Web-{4F728AA8-4FBC-7E87-49F9-84D4130A1BFF}" dt="2019-09-21T11:47:53.596" v="1198" actId="20577"/>
          <ac:spMkLst>
            <pc:docMk/>
            <pc:sldMk cId="2415219606" sldId="349"/>
            <ac:spMk id="3" creationId="{AC644283-EFA9-45ED-B2CC-11984A48BDC4}"/>
          </ac:spMkLst>
        </pc:spChg>
        <pc:spChg chg="mod">
          <ac:chgData name="William Hui (IEG)" userId="S::kyhui@cuhk.edu.hk::07728535-8fdc-4325-b24f-20cc4d58a3a3" providerId="AD" clId="Web-{4F728AA8-4FBC-7E87-49F9-84D4130A1BFF}" dt="2019-09-21T11:50:38.429" v="1448" actId="20577"/>
          <ac:spMkLst>
            <pc:docMk/>
            <pc:sldMk cId="2415219606" sldId="349"/>
            <ac:spMk id="5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40:37.625" v="1002" actId="14100"/>
          <ac:spMkLst>
            <pc:docMk/>
            <pc:sldMk cId="2415219606" sldId="349"/>
            <ac:spMk id="6" creationId="{00000000-0000-0000-0000-000000000000}"/>
          </ac:spMkLst>
        </pc:spChg>
        <pc:spChg chg="del">
          <ac:chgData name="William Hui (IEG)" userId="S::kyhui@cuhk.edu.hk::07728535-8fdc-4325-b24f-20cc4d58a3a3" providerId="AD" clId="Web-{4F728AA8-4FBC-7E87-49F9-84D4130A1BFF}" dt="2019-09-21T11:39:45.827" v="961"/>
          <ac:spMkLst>
            <pc:docMk/>
            <pc:sldMk cId="2415219606" sldId="349"/>
            <ac:spMk id="8" creationId="{AB9FD382-A581-48AA-8096-21ABC749F307}"/>
          </ac:spMkLst>
        </pc:spChg>
      </pc:sldChg>
      <pc:sldChg chg="modSp add replId">
        <pc:chgData name="William Hui (IEG)" userId="S::kyhui@cuhk.edu.hk::07728535-8fdc-4325-b24f-20cc4d58a3a3" providerId="AD" clId="Web-{4F728AA8-4FBC-7E87-49F9-84D4130A1BFF}" dt="2019-09-21T11:50:45.351" v="1450" actId="14100"/>
        <pc:sldMkLst>
          <pc:docMk/>
          <pc:sldMk cId="3406095453" sldId="350"/>
        </pc:sldMkLst>
        <pc:spChg chg="mod">
          <ac:chgData name="William Hui (IEG)" userId="S::kyhui@cuhk.edu.hk::07728535-8fdc-4325-b24f-20cc4d58a3a3" providerId="AD" clId="Web-{4F728AA8-4FBC-7E87-49F9-84D4130A1BFF}" dt="2019-09-21T11:48:51.910" v="1384" actId="14100"/>
          <ac:spMkLst>
            <pc:docMk/>
            <pc:sldMk cId="3406095453" sldId="350"/>
            <ac:spMk id="3" creationId="{AC644283-EFA9-45ED-B2CC-11984A48BDC4}"/>
          </ac:spMkLst>
        </pc:spChg>
        <pc:spChg chg="mod">
          <ac:chgData name="William Hui (IEG)" userId="S::kyhui@cuhk.edu.hk::07728535-8fdc-4325-b24f-20cc4d58a3a3" providerId="AD" clId="Web-{4F728AA8-4FBC-7E87-49F9-84D4130A1BFF}" dt="2019-09-21T11:50:30.085" v="1443" actId="20577"/>
          <ac:spMkLst>
            <pc:docMk/>
            <pc:sldMk cId="3406095453" sldId="350"/>
            <ac:spMk id="5" creationId="{00000000-0000-0000-0000-000000000000}"/>
          </ac:spMkLst>
        </pc:spChg>
        <pc:spChg chg="mod">
          <ac:chgData name="William Hui (IEG)" userId="S::kyhui@cuhk.edu.hk::07728535-8fdc-4325-b24f-20cc4d58a3a3" providerId="AD" clId="Web-{4F728AA8-4FBC-7E87-49F9-84D4130A1BFF}" dt="2019-09-21T11:50:45.351" v="1450" actId="14100"/>
          <ac:spMkLst>
            <pc:docMk/>
            <pc:sldMk cId="3406095453" sldId="350"/>
            <ac:spMk id="6" creationId="{00000000-0000-0000-0000-000000000000}"/>
          </ac:spMkLst>
        </pc:spChg>
      </pc:sldChg>
    </pc:docChg>
  </pc:docChgLst>
  <pc:docChgLst>
    <pc:chgData name="Pui Kit Ma (IEG)" userId="7491770a-93d8-4fd6-9e87-099644e11076" providerId="ADAL" clId="{E053E2CF-97BC-433E-8B0C-F727B0F633C6}"/>
    <pc:docChg chg="undo redo custSel addSld delSld modSld">
      <pc:chgData name="Pui Kit Ma (IEG)" userId="7491770a-93d8-4fd6-9e87-099644e11076" providerId="ADAL" clId="{E053E2CF-97BC-433E-8B0C-F727B0F633C6}" dt="2024-10-16T20:44:04.727" v="1233" actId="13926"/>
      <pc:docMkLst>
        <pc:docMk/>
      </pc:docMkLst>
      <pc:sldChg chg="modSp mod">
        <pc:chgData name="Pui Kit Ma (IEG)" userId="7491770a-93d8-4fd6-9e87-099644e11076" providerId="ADAL" clId="{E053E2CF-97BC-433E-8B0C-F727B0F633C6}" dt="2024-10-16T15:53:44.469" v="22" actId="20577"/>
        <pc:sldMkLst>
          <pc:docMk/>
          <pc:sldMk cId="1971017547" sldId="334"/>
        </pc:sldMkLst>
        <pc:spChg chg="mod">
          <ac:chgData name="Pui Kit Ma (IEG)" userId="7491770a-93d8-4fd6-9e87-099644e11076" providerId="ADAL" clId="{E053E2CF-97BC-433E-8B0C-F727B0F633C6}" dt="2024-10-16T15:53:44.469" v="22" actId="20577"/>
          <ac:spMkLst>
            <pc:docMk/>
            <pc:sldMk cId="1971017547" sldId="334"/>
            <ac:spMk id="2" creationId="{00000000-0000-0000-0000-000000000000}"/>
          </ac:spMkLst>
        </pc:spChg>
      </pc:sldChg>
      <pc:sldChg chg="modSp mod">
        <pc:chgData name="Pui Kit Ma (IEG)" userId="7491770a-93d8-4fd6-9e87-099644e11076" providerId="ADAL" clId="{E053E2CF-97BC-433E-8B0C-F727B0F633C6}" dt="2024-10-16T20:33:47.753" v="966" actId="20577"/>
        <pc:sldMkLst>
          <pc:docMk/>
          <pc:sldMk cId="2961939164" sldId="367"/>
        </pc:sldMkLst>
        <pc:spChg chg="mod">
          <ac:chgData name="Pui Kit Ma (IEG)" userId="7491770a-93d8-4fd6-9e87-099644e11076" providerId="ADAL" clId="{E053E2CF-97BC-433E-8B0C-F727B0F633C6}" dt="2024-10-16T20:33:47.753" v="966" actId="20577"/>
          <ac:spMkLst>
            <pc:docMk/>
            <pc:sldMk cId="2961939164" sldId="367"/>
            <ac:spMk id="2" creationId="{1C9E5359-96DA-439D-B492-80E0A286C89E}"/>
          </ac:spMkLst>
        </pc:spChg>
      </pc:sldChg>
      <pc:sldChg chg="modSp mod">
        <pc:chgData name="Pui Kit Ma (IEG)" userId="7491770a-93d8-4fd6-9e87-099644e11076" providerId="ADAL" clId="{E053E2CF-97BC-433E-8B0C-F727B0F633C6}" dt="2024-10-16T20:34:50.945" v="1014" actId="20577"/>
        <pc:sldMkLst>
          <pc:docMk/>
          <pc:sldMk cId="1340907346" sldId="369"/>
        </pc:sldMkLst>
        <pc:spChg chg="mod">
          <ac:chgData name="Pui Kit Ma (IEG)" userId="7491770a-93d8-4fd6-9e87-099644e11076" providerId="ADAL" clId="{E053E2CF-97BC-433E-8B0C-F727B0F633C6}" dt="2024-10-16T20:34:50.945" v="1014" actId="20577"/>
          <ac:spMkLst>
            <pc:docMk/>
            <pc:sldMk cId="1340907346" sldId="369"/>
            <ac:spMk id="2" creationId="{00000000-0000-0000-0000-000000000000}"/>
          </ac:spMkLst>
        </pc:spChg>
        <pc:spChg chg="mod">
          <ac:chgData name="Pui Kit Ma (IEG)" userId="7491770a-93d8-4fd6-9e87-099644e11076" providerId="ADAL" clId="{E053E2CF-97BC-433E-8B0C-F727B0F633C6}" dt="2024-10-16T20:34:49.308" v="1012" actId="13926"/>
          <ac:spMkLst>
            <pc:docMk/>
            <pc:sldMk cId="1340907346" sldId="369"/>
            <ac:spMk id="14" creationId="{00000000-0000-0000-0000-000000000000}"/>
          </ac:spMkLst>
        </pc:spChg>
      </pc:sldChg>
      <pc:sldChg chg="modSp mod">
        <pc:chgData name="Pui Kit Ma (IEG)" userId="7491770a-93d8-4fd6-9e87-099644e11076" providerId="ADAL" clId="{E053E2CF-97BC-433E-8B0C-F727B0F633C6}" dt="2024-10-16T20:40:16.420" v="1103" actId="20577"/>
        <pc:sldMkLst>
          <pc:docMk/>
          <pc:sldMk cId="501939076" sldId="370"/>
        </pc:sldMkLst>
        <pc:spChg chg="mod">
          <ac:chgData name="Pui Kit Ma (IEG)" userId="7491770a-93d8-4fd6-9e87-099644e11076" providerId="ADAL" clId="{E053E2CF-97BC-433E-8B0C-F727B0F633C6}" dt="2024-10-16T20:40:16.420" v="1103" actId="20577"/>
          <ac:spMkLst>
            <pc:docMk/>
            <pc:sldMk cId="501939076" sldId="370"/>
            <ac:spMk id="2" creationId="{AE2AE5CC-8E5C-BF96-CC3D-E1A335B034EA}"/>
          </ac:spMkLst>
        </pc:spChg>
        <pc:spChg chg="mod">
          <ac:chgData name="Pui Kit Ma (IEG)" userId="7491770a-93d8-4fd6-9e87-099644e11076" providerId="ADAL" clId="{E053E2CF-97BC-433E-8B0C-F727B0F633C6}" dt="2024-10-16T20:36:26.901" v="1026" actId="20577"/>
          <ac:spMkLst>
            <pc:docMk/>
            <pc:sldMk cId="501939076" sldId="370"/>
            <ac:spMk id="3" creationId="{A80C9852-1BF7-FF50-D7FA-3A5224D54271}"/>
          </ac:spMkLst>
        </pc:spChg>
      </pc:sldChg>
      <pc:sldChg chg="addSp modSp mod modAnim">
        <pc:chgData name="Pui Kit Ma (IEG)" userId="7491770a-93d8-4fd6-9e87-099644e11076" providerId="ADAL" clId="{E053E2CF-97BC-433E-8B0C-F727B0F633C6}" dt="2024-10-16T20:41:03.239" v="1147"/>
        <pc:sldMkLst>
          <pc:docMk/>
          <pc:sldMk cId="2296092872" sldId="372"/>
        </pc:sldMkLst>
        <pc:spChg chg="mod">
          <ac:chgData name="Pui Kit Ma (IEG)" userId="7491770a-93d8-4fd6-9e87-099644e11076" providerId="ADAL" clId="{E053E2CF-97BC-433E-8B0C-F727B0F633C6}" dt="2024-10-16T20:40:45.757" v="1146" actId="20577"/>
          <ac:spMkLst>
            <pc:docMk/>
            <pc:sldMk cId="2296092872" sldId="372"/>
            <ac:spMk id="3" creationId="{60D307A5-158D-CDA3-906E-BE99F61D59A3}"/>
          </ac:spMkLst>
        </pc:spChg>
        <pc:spChg chg="add mod">
          <ac:chgData name="Pui Kit Ma (IEG)" userId="7491770a-93d8-4fd6-9e87-099644e11076" providerId="ADAL" clId="{E053E2CF-97BC-433E-8B0C-F727B0F633C6}" dt="2024-10-16T16:41:50.937" v="580" actId="13926"/>
          <ac:spMkLst>
            <pc:docMk/>
            <pc:sldMk cId="2296092872" sldId="372"/>
            <ac:spMk id="6" creationId="{571A28C1-4F00-4F1E-E702-A3D188BE07E1}"/>
          </ac:spMkLst>
        </pc:spChg>
        <pc:spChg chg="add mod">
          <ac:chgData name="Pui Kit Ma (IEG)" userId="7491770a-93d8-4fd6-9e87-099644e11076" providerId="ADAL" clId="{E053E2CF-97BC-433E-8B0C-F727B0F633C6}" dt="2024-10-16T16:41:47.035" v="579" actId="13926"/>
          <ac:spMkLst>
            <pc:docMk/>
            <pc:sldMk cId="2296092872" sldId="372"/>
            <ac:spMk id="7" creationId="{5AF9F9EC-133E-8CFA-F459-5098EF747AB4}"/>
          </ac:spMkLst>
        </pc:spChg>
      </pc:sldChg>
      <pc:sldChg chg="addSp delSp modSp mod">
        <pc:chgData name="Pui Kit Ma (IEG)" userId="7491770a-93d8-4fd6-9e87-099644e11076" providerId="ADAL" clId="{E053E2CF-97BC-433E-8B0C-F727B0F633C6}" dt="2024-10-16T16:34:34.188" v="425" actId="1076"/>
        <pc:sldMkLst>
          <pc:docMk/>
          <pc:sldMk cId="3779392824" sldId="373"/>
        </pc:sldMkLst>
        <pc:spChg chg="add mod">
          <ac:chgData name="Pui Kit Ma (IEG)" userId="7491770a-93d8-4fd6-9e87-099644e11076" providerId="ADAL" clId="{E053E2CF-97BC-433E-8B0C-F727B0F633C6}" dt="2024-10-16T15:57:33.506" v="94" actId="20577"/>
          <ac:spMkLst>
            <pc:docMk/>
            <pc:sldMk cId="3779392824" sldId="373"/>
            <ac:spMk id="3" creationId="{616496AF-D23F-8A94-F0AF-D940991D2BF9}"/>
          </ac:spMkLst>
        </pc:spChg>
        <pc:spChg chg="add del">
          <ac:chgData name="Pui Kit Ma (IEG)" userId="7491770a-93d8-4fd6-9e87-099644e11076" providerId="ADAL" clId="{E053E2CF-97BC-433E-8B0C-F727B0F633C6}" dt="2024-10-16T16:22:09.517" v="155" actId="478"/>
          <ac:spMkLst>
            <pc:docMk/>
            <pc:sldMk cId="3779392824" sldId="373"/>
            <ac:spMk id="6" creationId="{0F6A8028-8EB4-72C3-C180-CD138C2E8B1F}"/>
          </ac:spMkLst>
        </pc:spChg>
        <pc:spChg chg="add mod">
          <ac:chgData name="Pui Kit Ma (IEG)" userId="7491770a-93d8-4fd6-9e87-099644e11076" providerId="ADAL" clId="{E053E2CF-97BC-433E-8B0C-F727B0F633C6}" dt="2024-10-16T16:34:34.188" v="425" actId="1076"/>
          <ac:spMkLst>
            <pc:docMk/>
            <pc:sldMk cId="3779392824" sldId="373"/>
            <ac:spMk id="7" creationId="{FEA493A9-62F5-16C5-C15B-E062BA52D542}"/>
          </ac:spMkLst>
        </pc:spChg>
        <pc:spChg chg="mod">
          <ac:chgData name="Pui Kit Ma (IEG)" userId="7491770a-93d8-4fd6-9e87-099644e11076" providerId="ADAL" clId="{E053E2CF-97BC-433E-8B0C-F727B0F633C6}" dt="2024-10-16T16:34:11.215" v="402" actId="1076"/>
          <ac:spMkLst>
            <pc:docMk/>
            <pc:sldMk cId="3779392824" sldId="373"/>
            <ac:spMk id="14" creationId="{00000000-0000-0000-0000-000000000000}"/>
          </ac:spMkLst>
        </pc:spChg>
      </pc:sldChg>
      <pc:sldChg chg="modSp mod">
        <pc:chgData name="Pui Kit Ma (IEG)" userId="7491770a-93d8-4fd6-9e87-099644e11076" providerId="ADAL" clId="{E053E2CF-97BC-433E-8B0C-F727B0F633C6}" dt="2024-10-16T16:37:21.796" v="463" actId="13926"/>
        <pc:sldMkLst>
          <pc:docMk/>
          <pc:sldMk cId="3882093801" sldId="374"/>
        </pc:sldMkLst>
        <pc:spChg chg="mod">
          <ac:chgData name="Pui Kit Ma (IEG)" userId="7491770a-93d8-4fd6-9e87-099644e11076" providerId="ADAL" clId="{E053E2CF-97BC-433E-8B0C-F727B0F633C6}" dt="2024-10-16T16:37:21.796" v="463" actId="13926"/>
          <ac:spMkLst>
            <pc:docMk/>
            <pc:sldMk cId="3882093801" sldId="374"/>
            <ac:spMk id="14" creationId="{00000000-0000-0000-0000-000000000000}"/>
          </ac:spMkLst>
        </pc:spChg>
      </pc:sldChg>
      <pc:sldChg chg="modSp mod">
        <pc:chgData name="Pui Kit Ma (IEG)" userId="7491770a-93d8-4fd6-9e87-099644e11076" providerId="ADAL" clId="{E053E2CF-97BC-433E-8B0C-F727B0F633C6}" dt="2024-10-16T20:39:52.061" v="1081" actId="20577"/>
        <pc:sldMkLst>
          <pc:docMk/>
          <pc:sldMk cId="2368900656" sldId="375"/>
        </pc:sldMkLst>
        <pc:spChg chg="mod">
          <ac:chgData name="Pui Kit Ma (IEG)" userId="7491770a-93d8-4fd6-9e87-099644e11076" providerId="ADAL" clId="{E053E2CF-97BC-433E-8B0C-F727B0F633C6}" dt="2024-10-16T20:39:52.061" v="1081" actId="20577"/>
          <ac:spMkLst>
            <pc:docMk/>
            <pc:sldMk cId="2368900656" sldId="375"/>
            <ac:spMk id="10" creationId="{4158EF2F-FDB9-8972-944D-98EF7C2C689E}"/>
          </ac:spMkLst>
        </pc:spChg>
      </pc:sldChg>
      <pc:sldChg chg="del">
        <pc:chgData name="Pui Kit Ma (IEG)" userId="7491770a-93d8-4fd6-9e87-099644e11076" providerId="ADAL" clId="{E053E2CF-97BC-433E-8B0C-F727B0F633C6}" dt="2024-10-16T16:38:54.280" v="464" actId="47"/>
        <pc:sldMkLst>
          <pc:docMk/>
          <pc:sldMk cId="3125165611" sldId="376"/>
        </pc:sldMkLst>
      </pc:sldChg>
      <pc:sldChg chg="new del">
        <pc:chgData name="Pui Kit Ma (IEG)" userId="7491770a-93d8-4fd6-9e87-099644e11076" providerId="ADAL" clId="{E053E2CF-97BC-433E-8B0C-F727B0F633C6}" dt="2024-10-16T16:21:58.933" v="145" actId="47"/>
        <pc:sldMkLst>
          <pc:docMk/>
          <pc:sldMk cId="1315305280" sldId="377"/>
        </pc:sldMkLst>
      </pc:sldChg>
      <pc:sldChg chg="addSp delSp modSp add mod">
        <pc:chgData name="Pui Kit Ma (IEG)" userId="7491770a-93d8-4fd6-9e87-099644e11076" providerId="ADAL" clId="{E053E2CF-97BC-433E-8B0C-F727B0F633C6}" dt="2024-10-16T20:35:52.626" v="1022" actId="207"/>
        <pc:sldMkLst>
          <pc:docMk/>
          <pc:sldMk cId="1676987779" sldId="377"/>
        </pc:sldMkLst>
        <pc:spChg chg="mod">
          <ac:chgData name="Pui Kit Ma (IEG)" userId="7491770a-93d8-4fd6-9e87-099644e11076" providerId="ADAL" clId="{E053E2CF-97BC-433E-8B0C-F727B0F633C6}" dt="2024-10-16T16:22:05.198" v="154" actId="20577"/>
          <ac:spMkLst>
            <pc:docMk/>
            <pc:sldMk cId="1676987779" sldId="377"/>
            <ac:spMk id="2" creationId="{00000000-0000-0000-0000-000000000000}"/>
          </ac:spMkLst>
        </pc:spChg>
        <pc:spChg chg="add mod ord">
          <ac:chgData name="Pui Kit Ma (IEG)" userId="7491770a-93d8-4fd6-9e87-099644e11076" providerId="ADAL" clId="{E053E2CF-97BC-433E-8B0C-F727B0F633C6}" dt="2024-10-16T20:35:40.626" v="1019" actId="167"/>
          <ac:spMkLst>
            <pc:docMk/>
            <pc:sldMk cId="1676987779" sldId="377"/>
            <ac:spMk id="3" creationId="{69210A1F-28EE-E5BB-B70F-6C4BE1D309DE}"/>
          </ac:spMkLst>
        </pc:spChg>
        <pc:spChg chg="del">
          <ac:chgData name="Pui Kit Ma (IEG)" userId="7491770a-93d8-4fd6-9e87-099644e11076" providerId="ADAL" clId="{E053E2CF-97BC-433E-8B0C-F727B0F633C6}" dt="2024-10-16T16:23:58.347" v="272" actId="478"/>
          <ac:spMkLst>
            <pc:docMk/>
            <pc:sldMk cId="1676987779" sldId="377"/>
            <ac:spMk id="5" creationId="{7D5AD794-635C-84D0-A739-9974BA5821A4}"/>
          </ac:spMkLst>
        </pc:spChg>
        <pc:spChg chg="add del mod">
          <ac:chgData name="Pui Kit Ma (IEG)" userId="7491770a-93d8-4fd6-9e87-099644e11076" providerId="ADAL" clId="{E053E2CF-97BC-433E-8B0C-F727B0F633C6}" dt="2024-10-16T20:35:52.626" v="1022" actId="207"/>
          <ac:spMkLst>
            <pc:docMk/>
            <pc:sldMk cId="1676987779" sldId="377"/>
            <ac:spMk id="14" creationId="{00000000-0000-0000-0000-000000000000}"/>
          </ac:spMkLst>
        </pc:spChg>
        <pc:spChg chg="del mod">
          <ac:chgData name="Pui Kit Ma (IEG)" userId="7491770a-93d8-4fd6-9e87-099644e11076" providerId="ADAL" clId="{E053E2CF-97BC-433E-8B0C-F727B0F633C6}" dt="2024-10-16T16:30:05.828" v="381" actId="478"/>
          <ac:spMkLst>
            <pc:docMk/>
            <pc:sldMk cId="1676987779" sldId="377"/>
            <ac:spMk id="15" creationId="{00000000-0000-0000-0000-000000000000}"/>
          </ac:spMkLst>
        </pc:spChg>
        <pc:cxnChg chg="add mod">
          <ac:chgData name="Pui Kit Ma (IEG)" userId="7491770a-93d8-4fd6-9e87-099644e11076" providerId="ADAL" clId="{E053E2CF-97BC-433E-8B0C-F727B0F633C6}" dt="2024-10-16T16:31:02.140" v="391" actId="1076"/>
          <ac:cxnSpMkLst>
            <pc:docMk/>
            <pc:sldMk cId="1676987779" sldId="377"/>
            <ac:cxnSpMk id="6" creationId="{685A7B33-9AE2-47DD-1AEA-0F70D2DF4E45}"/>
          </ac:cxnSpMkLst>
        </pc:cxnChg>
      </pc:sldChg>
      <pc:sldChg chg="addSp modSp new mod">
        <pc:chgData name="Pui Kit Ma (IEG)" userId="7491770a-93d8-4fd6-9e87-099644e11076" providerId="ADAL" clId="{E053E2CF-97BC-433E-8B0C-F727B0F633C6}" dt="2024-10-16T16:59:28.204" v="894" actId="1076"/>
        <pc:sldMkLst>
          <pc:docMk/>
          <pc:sldMk cId="865917426" sldId="378"/>
        </pc:sldMkLst>
        <pc:spChg chg="mod">
          <ac:chgData name="Pui Kit Ma (IEG)" userId="7491770a-93d8-4fd6-9e87-099644e11076" providerId="ADAL" clId="{E053E2CF-97BC-433E-8B0C-F727B0F633C6}" dt="2024-10-16T16:47:59.101" v="742" actId="20577"/>
          <ac:spMkLst>
            <pc:docMk/>
            <pc:sldMk cId="865917426" sldId="378"/>
            <ac:spMk id="2" creationId="{766161B1-E713-3D25-21EF-3DBB52924A74}"/>
          </ac:spMkLst>
        </pc:spChg>
        <pc:spChg chg="mod">
          <ac:chgData name="Pui Kit Ma (IEG)" userId="7491770a-93d8-4fd6-9e87-099644e11076" providerId="ADAL" clId="{E053E2CF-97BC-433E-8B0C-F727B0F633C6}" dt="2024-10-16T16:59:07.578" v="889" actId="13926"/>
          <ac:spMkLst>
            <pc:docMk/>
            <pc:sldMk cId="865917426" sldId="378"/>
            <ac:spMk id="3" creationId="{E1E75023-6080-3AB1-322F-B3DEA4ED6668}"/>
          </ac:spMkLst>
        </pc:spChg>
        <pc:spChg chg="add mod">
          <ac:chgData name="Pui Kit Ma (IEG)" userId="7491770a-93d8-4fd6-9e87-099644e11076" providerId="ADAL" clId="{E053E2CF-97BC-433E-8B0C-F727B0F633C6}" dt="2024-10-16T16:59:13.271" v="890" actId="1076"/>
          <ac:spMkLst>
            <pc:docMk/>
            <pc:sldMk cId="865917426" sldId="378"/>
            <ac:spMk id="6" creationId="{06886DEE-2D01-ED7B-A5C7-A7C7519ECC4C}"/>
          </ac:spMkLst>
        </pc:spChg>
        <pc:spChg chg="add mod">
          <ac:chgData name="Pui Kit Ma (IEG)" userId="7491770a-93d8-4fd6-9e87-099644e11076" providerId="ADAL" clId="{E053E2CF-97BC-433E-8B0C-F727B0F633C6}" dt="2024-10-16T16:59:28.204" v="894" actId="1076"/>
          <ac:spMkLst>
            <pc:docMk/>
            <pc:sldMk cId="865917426" sldId="378"/>
            <ac:spMk id="7" creationId="{37603951-C7A4-B49C-FE9D-DA6BEF5ACFFB}"/>
          </ac:spMkLst>
        </pc:spChg>
      </pc:sldChg>
      <pc:sldChg chg="modSp add mod">
        <pc:chgData name="Pui Kit Ma (IEG)" userId="7491770a-93d8-4fd6-9e87-099644e11076" providerId="ADAL" clId="{E053E2CF-97BC-433E-8B0C-F727B0F633C6}" dt="2024-10-16T17:00:19.340" v="944" actId="20577"/>
        <pc:sldMkLst>
          <pc:docMk/>
          <pc:sldMk cId="3466538141" sldId="379"/>
        </pc:sldMkLst>
        <pc:spChg chg="mod">
          <ac:chgData name="Pui Kit Ma (IEG)" userId="7491770a-93d8-4fd6-9e87-099644e11076" providerId="ADAL" clId="{E053E2CF-97BC-433E-8B0C-F727B0F633C6}" dt="2024-10-16T16:56:59.521" v="794" actId="1076"/>
          <ac:spMkLst>
            <pc:docMk/>
            <pc:sldMk cId="3466538141" sldId="379"/>
            <ac:spMk id="10" creationId="{4158EF2F-FDB9-8972-944D-98EF7C2C689E}"/>
          </ac:spMkLst>
        </pc:spChg>
        <pc:spChg chg="mod">
          <ac:chgData name="Pui Kit Ma (IEG)" userId="7491770a-93d8-4fd6-9e87-099644e11076" providerId="ADAL" clId="{E053E2CF-97BC-433E-8B0C-F727B0F633C6}" dt="2024-10-16T17:00:19.340" v="944" actId="20577"/>
          <ac:spMkLst>
            <pc:docMk/>
            <pc:sldMk cId="3466538141" sldId="379"/>
            <ac:spMk id="14" creationId="{00000000-0000-0000-0000-000000000000}"/>
          </ac:spMkLst>
        </pc:spChg>
      </pc:sldChg>
      <pc:sldChg chg="modSp add mod modAnim">
        <pc:chgData name="Pui Kit Ma (IEG)" userId="7491770a-93d8-4fd6-9e87-099644e11076" providerId="ADAL" clId="{E053E2CF-97BC-433E-8B0C-F727B0F633C6}" dt="2024-10-16T20:44:04.727" v="1233" actId="13926"/>
        <pc:sldMkLst>
          <pc:docMk/>
          <pc:sldMk cId="747677779" sldId="380"/>
        </pc:sldMkLst>
        <pc:spChg chg="mod">
          <ac:chgData name="Pui Kit Ma (IEG)" userId="7491770a-93d8-4fd6-9e87-099644e11076" providerId="ADAL" clId="{E053E2CF-97BC-433E-8B0C-F727B0F633C6}" dt="2024-10-16T20:44:04.727" v="1233" actId="13926"/>
          <ac:spMkLst>
            <pc:docMk/>
            <pc:sldMk cId="747677779" sldId="380"/>
            <ac:spMk id="14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3A172DF7-79F9-486B-BADA-1BE4A83C3175}"/>
    <pc:docChg chg="undo redo custSel addSld delSld modSld">
      <pc:chgData name="Yim Pan Chui, Dr. (CSD)" userId="06f431c5-cc1a-4439-a61b-5f3af947c103" providerId="ADAL" clId="{3A172DF7-79F9-486B-BADA-1BE4A83C3175}" dt="2024-02-23T07:24:16.699" v="869" actId="14100"/>
      <pc:docMkLst>
        <pc:docMk/>
      </pc:docMkLst>
      <pc:sldChg chg="modSp mod">
        <pc:chgData name="Yim Pan Chui, Dr. (CSD)" userId="06f431c5-cc1a-4439-a61b-5f3af947c103" providerId="ADAL" clId="{3A172DF7-79F9-486B-BADA-1BE4A83C3175}" dt="2024-02-22T09:23:34.663" v="216" actId="13926"/>
        <pc:sldMkLst>
          <pc:docMk/>
          <pc:sldMk cId="1216653165" sldId="320"/>
        </pc:sldMkLst>
        <pc:spChg chg="mod">
          <ac:chgData name="Yim Pan Chui, Dr. (CSD)" userId="06f431c5-cc1a-4439-a61b-5f3af947c103" providerId="ADAL" clId="{3A172DF7-79F9-486B-BADA-1BE4A83C3175}" dt="2024-02-22T09:23:34.663" v="216" actId="13926"/>
          <ac:spMkLst>
            <pc:docMk/>
            <pc:sldMk cId="1216653165" sldId="320"/>
            <ac:spMk id="8" creationId="{00000000-0000-0000-0000-000000000000}"/>
          </ac:spMkLst>
        </pc:spChg>
      </pc:sldChg>
      <pc:sldChg chg="addSp modSp mod modAnim">
        <pc:chgData name="Yim Pan Chui, Dr. (CSD)" userId="06f431c5-cc1a-4439-a61b-5f3af947c103" providerId="ADAL" clId="{3A172DF7-79F9-486B-BADA-1BE4A83C3175}" dt="2024-02-23T03:55:33.314" v="600" actId="1076"/>
        <pc:sldMkLst>
          <pc:docMk/>
          <pc:sldMk cId="1438276141" sldId="323"/>
        </pc:sldMkLst>
        <pc:spChg chg="add mod">
          <ac:chgData name="Yim Pan Chui, Dr. (CSD)" userId="06f431c5-cc1a-4439-a61b-5f3af947c103" providerId="ADAL" clId="{3A172DF7-79F9-486B-BADA-1BE4A83C3175}" dt="2024-02-23T03:55:12.443" v="599" actId="113"/>
          <ac:spMkLst>
            <pc:docMk/>
            <pc:sldMk cId="1438276141" sldId="323"/>
            <ac:spMk id="3" creationId="{8D5267A4-E502-0C5C-4A2A-1C66B1492699}"/>
          </ac:spMkLst>
        </pc:spChg>
        <pc:spChg chg="mod">
          <ac:chgData name="Yim Pan Chui, Dr. (CSD)" userId="06f431c5-cc1a-4439-a61b-5f3af947c103" providerId="ADAL" clId="{3A172DF7-79F9-486B-BADA-1BE4A83C3175}" dt="2024-02-23T03:55:33.314" v="600" actId="1076"/>
          <ac:spMkLst>
            <pc:docMk/>
            <pc:sldMk cId="1438276141" sldId="323"/>
            <ac:spMk id="8" creationId="{00000000-0000-0000-0000-000000000000}"/>
          </ac:spMkLst>
        </pc:spChg>
      </pc:sldChg>
      <pc:sldChg chg="modSp mod">
        <pc:chgData name="Yim Pan Chui, Dr. (CSD)" userId="06f431c5-cc1a-4439-a61b-5f3af947c103" providerId="ADAL" clId="{3A172DF7-79F9-486B-BADA-1BE4A83C3175}" dt="2024-02-23T03:11:33.300" v="401" actId="113"/>
        <pc:sldMkLst>
          <pc:docMk/>
          <pc:sldMk cId="1230929561" sldId="325"/>
        </pc:sldMkLst>
        <pc:spChg chg="mod">
          <ac:chgData name="Yim Pan Chui, Dr. (CSD)" userId="06f431c5-cc1a-4439-a61b-5f3af947c103" providerId="ADAL" clId="{3A172DF7-79F9-486B-BADA-1BE4A83C3175}" dt="2024-02-23T03:11:33.300" v="401" actId="113"/>
          <ac:spMkLst>
            <pc:docMk/>
            <pc:sldMk cId="1230929561" sldId="325"/>
            <ac:spMk id="99" creationId="{00000000-0000-0000-0000-000000000000}"/>
          </ac:spMkLst>
        </pc:spChg>
      </pc:sldChg>
      <pc:sldChg chg="modSp del mod">
        <pc:chgData name="Yim Pan Chui, Dr. (CSD)" userId="06f431c5-cc1a-4439-a61b-5f3af947c103" providerId="ADAL" clId="{3A172DF7-79F9-486B-BADA-1BE4A83C3175}" dt="2024-02-23T03:08:52.601" v="397" actId="47"/>
        <pc:sldMkLst>
          <pc:docMk/>
          <pc:sldMk cId="4008021819" sldId="326"/>
        </pc:sldMkLst>
        <pc:spChg chg="mod">
          <ac:chgData name="Yim Pan Chui, Dr. (CSD)" userId="06f431c5-cc1a-4439-a61b-5f3af947c103" providerId="ADAL" clId="{3A172DF7-79F9-486B-BADA-1BE4A83C3175}" dt="2024-02-22T08:09:08.262" v="7" actId="207"/>
          <ac:spMkLst>
            <pc:docMk/>
            <pc:sldMk cId="4008021819" sldId="326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7:17.027" v="0" actId="207"/>
          <ac:spMkLst>
            <pc:docMk/>
            <pc:sldMk cId="4008021819" sldId="326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7:34.154" v="1" actId="207"/>
          <ac:spMkLst>
            <pc:docMk/>
            <pc:sldMk cId="4008021819" sldId="326"/>
            <ac:spMk id="17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8:49.211" v="5" actId="207"/>
          <ac:spMkLst>
            <pc:docMk/>
            <pc:sldMk cId="4008021819" sldId="326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8:02.665" v="2" actId="207"/>
          <ac:spMkLst>
            <pc:docMk/>
            <pc:sldMk cId="4008021819" sldId="326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9:39.970" v="11" actId="13926"/>
          <ac:spMkLst>
            <pc:docMk/>
            <pc:sldMk cId="4008021819" sldId="326"/>
            <ac:spMk id="21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08:14.070" v="3" actId="207"/>
          <ac:spMkLst>
            <pc:docMk/>
            <pc:sldMk cId="4008021819" sldId="326"/>
            <ac:spMk id="27" creationId="{00000000-0000-0000-0000-000000000000}"/>
          </ac:spMkLst>
        </pc:spChg>
      </pc:sldChg>
      <pc:sldChg chg="addSp modSp mod">
        <pc:chgData name="Yim Pan Chui, Dr. (CSD)" userId="06f431c5-cc1a-4439-a61b-5f3af947c103" providerId="ADAL" clId="{3A172DF7-79F9-486B-BADA-1BE4A83C3175}" dt="2024-02-23T07:11:51.285" v="824" actId="6549"/>
        <pc:sldMkLst>
          <pc:docMk/>
          <pc:sldMk cId="1667810930" sldId="329"/>
        </pc:sldMkLst>
        <pc:spChg chg="add mod">
          <ac:chgData name="Yim Pan Chui, Dr. (CSD)" userId="06f431c5-cc1a-4439-a61b-5f3af947c103" providerId="ADAL" clId="{3A172DF7-79F9-486B-BADA-1BE4A83C3175}" dt="2024-02-23T07:11:51.285" v="824" actId="6549"/>
          <ac:spMkLst>
            <pc:docMk/>
            <pc:sldMk cId="1667810930" sldId="329"/>
            <ac:spMk id="3" creationId="{4CCA2B35-A3FA-0F5A-1AF7-06AFBBC1AE1F}"/>
          </ac:spMkLst>
        </pc:spChg>
        <pc:spChg chg="add mod ord">
          <ac:chgData name="Yim Pan Chui, Dr. (CSD)" userId="06f431c5-cc1a-4439-a61b-5f3af947c103" providerId="ADAL" clId="{3A172DF7-79F9-486B-BADA-1BE4A83C3175}" dt="2024-02-23T04:14:17.915" v="718" actId="167"/>
          <ac:spMkLst>
            <pc:docMk/>
            <pc:sldMk cId="1667810930" sldId="329"/>
            <ac:spMk id="5" creationId="{9ABFEB5E-ABED-7DDD-95E7-60E2A22FA326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11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1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17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7:09:16.139" v="811" actId="1036"/>
          <ac:spMkLst>
            <pc:docMk/>
            <pc:sldMk cId="1667810930" sldId="329"/>
            <ac:spMk id="18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20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4:35.038" v="725" actId="1035"/>
          <ac:spMkLst>
            <pc:docMk/>
            <pc:sldMk cId="1667810930" sldId="329"/>
            <ac:spMk id="21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27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42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4:35.038" v="725" actId="1035"/>
          <ac:spMkLst>
            <pc:docMk/>
            <pc:sldMk cId="1667810930" sldId="329"/>
            <ac:spMk id="4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9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3:40.053" v="709" actId="1036"/>
          <ac:spMkLst>
            <pc:docMk/>
            <pc:sldMk cId="1667810930" sldId="329"/>
            <ac:spMk id="96" creationId="{00000000-0000-0000-0000-000000000000}"/>
          </ac:spMkLst>
        </pc:spChg>
        <pc:cxnChg chg="mod">
          <ac:chgData name="Yim Pan Chui, Dr. (CSD)" userId="06f431c5-cc1a-4439-a61b-5f3af947c103" providerId="ADAL" clId="{3A172DF7-79F9-486B-BADA-1BE4A83C3175}" dt="2024-02-23T07:09:16.139" v="811" actId="1036"/>
          <ac:cxnSpMkLst>
            <pc:docMk/>
            <pc:sldMk cId="1667810930" sldId="329"/>
            <ac:cxnSpMk id="7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8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9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7:09:16.139" v="811" actId="1036"/>
          <ac:cxnSpMkLst>
            <pc:docMk/>
            <pc:sldMk cId="1667810930" sldId="329"/>
            <ac:cxnSpMk id="19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58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59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61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75" creationId="{00000000-0000-0000-0000-000000000000}"/>
          </ac:cxnSpMkLst>
        </pc:cxnChg>
        <pc:cxnChg chg="mod">
          <ac:chgData name="Yim Pan Chui, Dr. (CSD)" userId="06f431c5-cc1a-4439-a61b-5f3af947c103" providerId="ADAL" clId="{3A172DF7-79F9-486B-BADA-1BE4A83C3175}" dt="2024-02-23T04:13:40.053" v="709" actId="1036"/>
          <ac:cxnSpMkLst>
            <pc:docMk/>
            <pc:sldMk cId="1667810930" sldId="329"/>
            <ac:cxnSpMk id="85" creationId="{00000000-0000-0000-0000-000000000000}"/>
          </ac:cxnSpMkLst>
        </pc:cxnChg>
      </pc:sldChg>
      <pc:sldChg chg="modSp mod">
        <pc:chgData name="Yim Pan Chui, Dr. (CSD)" userId="06f431c5-cc1a-4439-a61b-5f3af947c103" providerId="ADAL" clId="{3A172DF7-79F9-486B-BADA-1BE4A83C3175}" dt="2024-02-23T04:08:16.618" v="684" actId="6549"/>
        <pc:sldMkLst>
          <pc:docMk/>
          <pc:sldMk cId="2997350601" sldId="330"/>
        </pc:sldMkLst>
        <pc:spChg chg="mod">
          <ac:chgData name="Yim Pan Chui, Dr. (CSD)" userId="06f431c5-cc1a-4439-a61b-5f3af947c103" providerId="ADAL" clId="{3A172DF7-79F9-486B-BADA-1BE4A83C3175}" dt="2024-02-23T03:19:08.363" v="407" actId="1076"/>
          <ac:spMkLst>
            <pc:docMk/>
            <pc:sldMk cId="2997350601" sldId="330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08:16.618" v="684" actId="6549"/>
          <ac:spMkLst>
            <pc:docMk/>
            <pc:sldMk cId="2997350601" sldId="330"/>
            <ac:spMk id="10" creationId="{00000000-0000-0000-0000-000000000000}"/>
          </ac:spMkLst>
        </pc:spChg>
      </pc:sldChg>
      <pc:sldChg chg="modSp mod">
        <pc:chgData name="Yim Pan Chui, Dr. (CSD)" userId="06f431c5-cc1a-4439-a61b-5f3af947c103" providerId="ADAL" clId="{3A172DF7-79F9-486B-BADA-1BE4A83C3175}" dt="2024-02-23T07:24:16.699" v="869" actId="14100"/>
        <pc:sldMkLst>
          <pc:docMk/>
          <pc:sldMk cId="1782371758" sldId="332"/>
        </pc:sldMkLst>
        <pc:spChg chg="mod">
          <ac:chgData name="Yim Pan Chui, Dr. (CSD)" userId="06f431c5-cc1a-4439-a61b-5f3af947c103" providerId="ADAL" clId="{3A172DF7-79F9-486B-BADA-1BE4A83C3175}" dt="2024-02-23T07:23:36.235" v="862" actId="20577"/>
          <ac:spMkLst>
            <pc:docMk/>
            <pc:sldMk cId="1782371758" sldId="332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02:27.947" v="614" actId="113"/>
          <ac:spMkLst>
            <pc:docMk/>
            <pc:sldMk cId="1782371758" sldId="332"/>
            <ac:spMk id="8" creationId="{00000000-0000-0000-0000-000000000000}"/>
          </ac:spMkLst>
        </pc:spChg>
        <pc:cxnChg chg="mod">
          <ac:chgData name="Yim Pan Chui, Dr. (CSD)" userId="06f431c5-cc1a-4439-a61b-5f3af947c103" providerId="ADAL" clId="{3A172DF7-79F9-486B-BADA-1BE4A83C3175}" dt="2024-02-23T07:24:16.699" v="869" actId="14100"/>
          <ac:cxnSpMkLst>
            <pc:docMk/>
            <pc:sldMk cId="1782371758" sldId="332"/>
            <ac:cxnSpMk id="9" creationId="{00000000-0000-0000-0000-000000000000}"/>
          </ac:cxnSpMkLst>
        </pc:cxnChg>
      </pc:sldChg>
      <pc:sldChg chg="addSp modSp mod modAnim">
        <pc:chgData name="Yim Pan Chui, Dr. (CSD)" userId="06f431c5-cc1a-4439-a61b-5f3af947c103" providerId="ADAL" clId="{3A172DF7-79F9-486B-BADA-1BE4A83C3175}" dt="2024-02-22T09:34:05.906" v="229" actId="1076"/>
        <pc:sldMkLst>
          <pc:docMk/>
          <pc:sldMk cId="3053758298" sldId="337"/>
        </pc:sldMkLst>
        <pc:spChg chg="add mod">
          <ac:chgData name="Yim Pan Chui, Dr. (CSD)" userId="06f431c5-cc1a-4439-a61b-5f3af947c103" providerId="ADAL" clId="{3A172DF7-79F9-486B-BADA-1BE4A83C3175}" dt="2024-02-22T09:34:00.252" v="228" actId="1076"/>
          <ac:spMkLst>
            <pc:docMk/>
            <pc:sldMk cId="3053758298" sldId="337"/>
            <ac:spMk id="3" creationId="{F5326183-3297-05DB-B99E-EB4F33A91D4A}"/>
          </ac:spMkLst>
        </pc:spChg>
        <pc:spChg chg="add mod">
          <ac:chgData name="Yim Pan Chui, Dr. (CSD)" userId="06f431c5-cc1a-4439-a61b-5f3af947c103" providerId="ADAL" clId="{3A172DF7-79F9-486B-BADA-1BE4A83C3175}" dt="2024-02-22T09:34:00.252" v="228" actId="1076"/>
          <ac:spMkLst>
            <pc:docMk/>
            <pc:sldMk cId="3053758298" sldId="337"/>
            <ac:spMk id="4" creationId="{3AA7E351-3E4A-B3D1-3199-761BF85328D8}"/>
          </ac:spMkLst>
        </pc:spChg>
        <pc:spChg chg="mod">
          <ac:chgData name="Yim Pan Chui, Dr. (CSD)" userId="06f431c5-cc1a-4439-a61b-5f3af947c103" providerId="ADAL" clId="{3A172DF7-79F9-486B-BADA-1BE4A83C3175}" dt="2024-02-22T09:33:09.611" v="226" actId="13926"/>
          <ac:spMkLst>
            <pc:docMk/>
            <pc:sldMk cId="3053758298" sldId="337"/>
            <ac:spMk id="3277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9:34:05.906" v="229" actId="1076"/>
          <ac:spMkLst>
            <pc:docMk/>
            <pc:sldMk cId="3053758298" sldId="337"/>
            <ac:spMk id="32777" creationId="{00000000-0000-0000-0000-000000000000}"/>
          </ac:spMkLst>
        </pc:spChg>
        <pc:cxnChg chg="add mod">
          <ac:chgData name="Yim Pan Chui, Dr. (CSD)" userId="06f431c5-cc1a-4439-a61b-5f3af947c103" providerId="ADAL" clId="{3A172DF7-79F9-486B-BADA-1BE4A83C3175}" dt="2024-02-22T09:34:00.252" v="228" actId="1076"/>
          <ac:cxnSpMkLst>
            <pc:docMk/>
            <pc:sldMk cId="3053758298" sldId="337"/>
            <ac:cxnSpMk id="5" creationId="{12DF7F7F-B6C4-5B5D-C831-E9B8F2C4BA57}"/>
          </ac:cxnSpMkLst>
        </pc:cxnChg>
        <pc:cxnChg chg="add mod">
          <ac:chgData name="Yim Pan Chui, Dr. (CSD)" userId="06f431c5-cc1a-4439-a61b-5f3af947c103" providerId="ADAL" clId="{3A172DF7-79F9-486B-BADA-1BE4A83C3175}" dt="2024-02-22T09:34:00.252" v="228" actId="1076"/>
          <ac:cxnSpMkLst>
            <pc:docMk/>
            <pc:sldMk cId="3053758298" sldId="337"/>
            <ac:cxnSpMk id="6" creationId="{80796BDE-C384-0647-B36E-7416BAABDD56}"/>
          </ac:cxnSpMkLst>
        </pc:cxnChg>
      </pc:sldChg>
      <pc:sldChg chg="addSp modSp mod modAnim">
        <pc:chgData name="Yim Pan Chui, Dr. (CSD)" userId="06f431c5-cc1a-4439-a61b-5f3af947c103" providerId="ADAL" clId="{3A172DF7-79F9-486B-BADA-1BE4A83C3175}" dt="2024-02-23T07:16:14.867" v="836" actId="1036"/>
        <pc:sldMkLst>
          <pc:docMk/>
          <pc:sldMk cId="2511448755" sldId="338"/>
        </pc:sldMkLst>
        <pc:spChg chg="mod">
          <ac:chgData name="Yim Pan Chui, Dr. (CSD)" userId="06f431c5-cc1a-4439-a61b-5f3af947c103" providerId="ADAL" clId="{3A172DF7-79F9-486B-BADA-1BE4A83C3175}" dt="2024-02-23T04:37:42.806" v="743" actId="207"/>
          <ac:spMkLst>
            <pc:docMk/>
            <pc:sldMk cId="2511448755" sldId="338"/>
            <ac:spMk id="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19:24.608" v="738" actId="1035"/>
          <ac:spMkLst>
            <pc:docMk/>
            <pc:sldMk cId="2511448755" sldId="338"/>
            <ac:spMk id="6" creationId="{00000000-0000-0000-0000-000000000000}"/>
          </ac:spMkLst>
        </pc:spChg>
        <pc:spChg chg="add mod ord">
          <ac:chgData name="Yim Pan Chui, Dr. (CSD)" userId="06f431c5-cc1a-4439-a61b-5f3af947c103" providerId="ADAL" clId="{3A172DF7-79F9-486B-BADA-1BE4A83C3175}" dt="2024-02-23T04:37:31.293" v="742" actId="166"/>
          <ac:spMkLst>
            <pc:docMk/>
            <pc:sldMk cId="2511448755" sldId="338"/>
            <ac:spMk id="9" creationId="{DB1AD374-2C6C-A7E9-E039-506DC1AF2E9B}"/>
          </ac:spMkLst>
        </pc:spChg>
        <pc:spChg chg="add mod ord">
          <ac:chgData name="Yim Pan Chui, Dr. (CSD)" userId="06f431c5-cc1a-4439-a61b-5f3af947c103" providerId="ADAL" clId="{3A172DF7-79F9-486B-BADA-1BE4A83C3175}" dt="2024-02-23T07:16:14.867" v="836" actId="1036"/>
          <ac:spMkLst>
            <pc:docMk/>
            <pc:sldMk cId="2511448755" sldId="338"/>
            <ac:spMk id="10" creationId="{65E735EE-2865-8867-F20C-CF3EEC802F92}"/>
          </ac:spMkLst>
        </pc:spChg>
        <pc:graphicFrameChg chg="add mod ord modGraphic">
          <ac:chgData name="Yim Pan Chui, Dr. (CSD)" userId="06f431c5-cc1a-4439-a61b-5f3af947c103" providerId="ADAL" clId="{3A172DF7-79F9-486B-BADA-1BE4A83C3175}" dt="2024-02-23T04:37:31.293" v="742" actId="166"/>
          <ac:graphicFrameMkLst>
            <pc:docMk/>
            <pc:sldMk cId="2511448755" sldId="338"/>
            <ac:graphicFrameMk id="7" creationId="{D86B59CE-1710-8BA5-3DCF-CA212BF75178}"/>
          </ac:graphicFrameMkLst>
        </pc:graphicFrameChg>
        <pc:graphicFrameChg chg="add mod ord modGraphic">
          <ac:chgData name="Yim Pan Chui, Dr. (CSD)" userId="06f431c5-cc1a-4439-a61b-5f3af947c103" providerId="ADAL" clId="{3A172DF7-79F9-486B-BADA-1BE4A83C3175}" dt="2024-02-23T04:37:31.293" v="742" actId="166"/>
          <ac:graphicFrameMkLst>
            <pc:docMk/>
            <pc:sldMk cId="2511448755" sldId="338"/>
            <ac:graphicFrameMk id="8" creationId="{FDD80DA4-6A3C-A88E-28BD-F853D5F5F9F9}"/>
          </ac:graphicFrameMkLst>
        </pc:graphicFrameChg>
      </pc:sldChg>
      <pc:sldChg chg="modSp mod">
        <pc:chgData name="Yim Pan Chui, Dr. (CSD)" userId="06f431c5-cc1a-4439-a61b-5f3af947c103" providerId="ADAL" clId="{3A172DF7-79F9-486B-BADA-1BE4A83C3175}" dt="2024-02-23T02:09:05.471" v="245" actId="13926"/>
        <pc:sldMkLst>
          <pc:docMk/>
          <pc:sldMk cId="603012574" sldId="340"/>
        </pc:sldMkLst>
        <pc:spChg chg="mod">
          <ac:chgData name="Yim Pan Chui, Dr. (CSD)" userId="06f431c5-cc1a-4439-a61b-5f3af947c103" providerId="ADAL" clId="{3A172DF7-79F9-486B-BADA-1BE4A83C3175}" dt="2024-02-23T02:09:05.471" v="245" actId="13926"/>
          <ac:spMkLst>
            <pc:docMk/>
            <pc:sldMk cId="603012574" sldId="340"/>
            <ac:spMk id="11269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3A172DF7-79F9-486B-BADA-1BE4A83C3175}" dt="2024-02-23T04:52:32.441" v="778" actId="478"/>
        <pc:sldMkLst>
          <pc:docMk/>
          <pc:sldMk cId="613261591" sldId="344"/>
        </pc:sldMkLst>
        <pc:spChg chg="mod">
          <ac:chgData name="Yim Pan Chui, Dr. (CSD)" userId="06f431c5-cc1a-4439-a61b-5f3af947c103" providerId="ADAL" clId="{3A172DF7-79F9-486B-BADA-1BE4A83C3175}" dt="2024-02-23T04:48:15.903" v="749" actId="1076"/>
          <ac:spMkLst>
            <pc:docMk/>
            <pc:sldMk cId="613261591" sldId="344"/>
            <ac:spMk id="3" creationId="{5D20287B-1D55-4497-8ABC-99E56093C4E6}"/>
          </ac:spMkLst>
        </pc:spChg>
        <pc:spChg chg="add del mod">
          <ac:chgData name="Yim Pan Chui, Dr. (CSD)" userId="06f431c5-cc1a-4439-a61b-5f3af947c103" providerId="ADAL" clId="{3A172DF7-79F9-486B-BADA-1BE4A83C3175}" dt="2024-02-23T04:52:32.441" v="778" actId="478"/>
          <ac:spMkLst>
            <pc:docMk/>
            <pc:sldMk cId="613261591" sldId="344"/>
            <ac:spMk id="5" creationId="{28A3BCE9-1948-5A95-7579-5B85F3F14575}"/>
          </ac:spMkLst>
        </pc:spChg>
        <pc:spChg chg="mod">
          <ac:chgData name="Yim Pan Chui, Dr. (CSD)" userId="06f431c5-cc1a-4439-a61b-5f3af947c103" providerId="ADAL" clId="{3A172DF7-79F9-486B-BADA-1BE4A83C3175}" dt="2024-02-23T04:48:15.324" v="748" actId="1076"/>
          <ac:spMkLst>
            <pc:docMk/>
            <pc:sldMk cId="613261591" sldId="344"/>
            <ac:spMk id="7" creationId="{844FA3DC-57C5-F047-ACE7-16E0DE7C09CC}"/>
          </ac:spMkLst>
        </pc:spChg>
        <pc:spChg chg="mod">
          <ac:chgData name="Yim Pan Chui, Dr. (CSD)" userId="06f431c5-cc1a-4439-a61b-5f3af947c103" providerId="ADAL" clId="{3A172DF7-79F9-486B-BADA-1BE4A83C3175}" dt="2024-02-23T02:25:53.870" v="282" actId="13926"/>
          <ac:spMkLst>
            <pc:docMk/>
            <pc:sldMk cId="613261591" sldId="344"/>
            <ac:spMk id="8" creationId="{00000000-0000-0000-0000-000000000000}"/>
          </ac:spMkLst>
        </pc:spChg>
      </pc:sldChg>
      <pc:sldChg chg="addSp delSp modSp mod delAnim modAnim">
        <pc:chgData name="Yim Pan Chui, Dr. (CSD)" userId="06f431c5-cc1a-4439-a61b-5f3af947c103" providerId="ADAL" clId="{3A172DF7-79F9-486B-BADA-1BE4A83C3175}" dt="2024-02-23T02:11:34.488" v="265" actId="115"/>
        <pc:sldMkLst>
          <pc:docMk/>
          <pc:sldMk cId="1273528718" sldId="345"/>
        </pc:sldMkLst>
        <pc:spChg chg="add del mod ord">
          <ac:chgData name="Yim Pan Chui, Dr. (CSD)" userId="06f431c5-cc1a-4439-a61b-5f3af947c103" providerId="ADAL" clId="{3A172DF7-79F9-486B-BADA-1BE4A83C3175}" dt="2024-02-23T02:11:29.040" v="264" actId="478"/>
          <ac:spMkLst>
            <pc:docMk/>
            <pc:sldMk cId="1273528718" sldId="345"/>
            <ac:spMk id="2" creationId="{2A23C372-DE3B-B535-0ED9-92C99857ED17}"/>
          </ac:spMkLst>
        </pc:spChg>
        <pc:spChg chg="mod">
          <ac:chgData name="Yim Pan Chui, Dr. (CSD)" userId="06f431c5-cc1a-4439-a61b-5f3af947c103" providerId="ADAL" clId="{3A172DF7-79F9-486B-BADA-1BE4A83C3175}" dt="2024-02-23T02:11:34.488" v="265" actId="115"/>
          <ac:spMkLst>
            <pc:docMk/>
            <pc:sldMk cId="1273528718" sldId="345"/>
            <ac:spMk id="3" creationId="{0078C46A-76AB-4851-BCBA-1BE465DF0437}"/>
          </ac:spMkLst>
        </pc:spChg>
        <pc:spChg chg="add del mod ord">
          <ac:chgData name="Yim Pan Chui, Dr. (CSD)" userId="06f431c5-cc1a-4439-a61b-5f3af947c103" providerId="ADAL" clId="{3A172DF7-79F9-486B-BADA-1BE4A83C3175}" dt="2024-02-23T02:11:23.130" v="262" actId="478"/>
          <ac:spMkLst>
            <pc:docMk/>
            <pc:sldMk cId="1273528718" sldId="345"/>
            <ac:spMk id="5" creationId="{708A07C5-F25E-19B7-CBA7-91DE9DA8FF06}"/>
          </ac:spMkLst>
        </pc:spChg>
        <pc:spChg chg="add del mod ord">
          <ac:chgData name="Yim Pan Chui, Dr. (CSD)" userId="06f431c5-cc1a-4439-a61b-5f3af947c103" providerId="ADAL" clId="{3A172DF7-79F9-486B-BADA-1BE4A83C3175}" dt="2024-02-23T02:11:24.146" v="263" actId="478"/>
          <ac:spMkLst>
            <pc:docMk/>
            <pc:sldMk cId="1273528718" sldId="345"/>
            <ac:spMk id="6" creationId="{EAD448DB-3993-A24B-11FE-8BC44E94A291}"/>
          </ac:spMkLst>
        </pc:spChg>
      </pc:sldChg>
      <pc:sldChg chg="modSp mod">
        <pc:chgData name="Yim Pan Chui, Dr. (CSD)" userId="06f431c5-cc1a-4439-a61b-5f3af947c103" providerId="ADAL" clId="{3A172DF7-79F9-486B-BADA-1BE4A83C3175}" dt="2024-02-23T02:12:14.626" v="271" actId="207"/>
        <pc:sldMkLst>
          <pc:docMk/>
          <pc:sldMk cId="1092699906" sldId="347"/>
        </pc:sldMkLst>
        <pc:spChg chg="mod">
          <ac:chgData name="Yim Pan Chui, Dr. (CSD)" userId="06f431c5-cc1a-4439-a61b-5f3af947c103" providerId="ADAL" clId="{3A172DF7-79F9-486B-BADA-1BE4A83C3175}" dt="2024-02-23T02:12:14.626" v="271" actId="207"/>
          <ac:spMkLst>
            <pc:docMk/>
            <pc:sldMk cId="1092699906" sldId="347"/>
            <ac:spMk id="3" creationId="{0078C46A-76AB-4851-BCBA-1BE465DF0437}"/>
          </ac:spMkLst>
        </pc:spChg>
      </pc:sldChg>
      <pc:sldChg chg="addSp delSp modSp mod modAnim">
        <pc:chgData name="Yim Pan Chui, Dr. (CSD)" userId="06f431c5-cc1a-4439-a61b-5f3af947c103" providerId="ADAL" clId="{3A172DF7-79F9-486B-BADA-1BE4A83C3175}" dt="2024-02-23T06:24:56.182" v="794" actId="14100"/>
        <pc:sldMkLst>
          <pc:docMk/>
          <pc:sldMk cId="2019434099" sldId="348"/>
        </pc:sldMkLst>
        <pc:spChg chg="add mod ord">
          <ac:chgData name="Yim Pan Chui, Dr. (CSD)" userId="06f431c5-cc1a-4439-a61b-5f3af947c103" providerId="ADAL" clId="{3A172DF7-79F9-486B-BADA-1BE4A83C3175}" dt="2024-02-22T08:52:30.054" v="88" actId="14100"/>
          <ac:spMkLst>
            <pc:docMk/>
            <pc:sldMk cId="2019434099" sldId="348"/>
            <ac:spMk id="2" creationId="{29F1B757-812F-0226-194F-B9C966551CAE}"/>
          </ac:spMkLst>
        </pc:spChg>
        <pc:spChg chg="add del mod ord">
          <ac:chgData name="Yim Pan Chui, Dr. (CSD)" userId="06f431c5-cc1a-4439-a61b-5f3af947c103" providerId="ADAL" clId="{3A172DF7-79F9-486B-BADA-1BE4A83C3175}" dt="2024-02-22T08:52:20.164" v="82" actId="478"/>
          <ac:spMkLst>
            <pc:docMk/>
            <pc:sldMk cId="2019434099" sldId="348"/>
            <ac:spMk id="3" creationId="{4F925137-8299-0F9B-F944-E7CFF28C6FC8}"/>
          </ac:spMkLst>
        </pc:spChg>
        <pc:spChg chg="mod">
          <ac:chgData name="Yim Pan Chui, Dr. (CSD)" userId="06f431c5-cc1a-4439-a61b-5f3af947c103" providerId="ADAL" clId="{3A172DF7-79F9-486B-BADA-1BE4A83C3175}" dt="2024-02-22T08:43:33.220" v="37" actId="207"/>
          <ac:spMkLst>
            <pc:docMk/>
            <pc:sldMk cId="2019434099" sldId="348"/>
            <ac:spMk id="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9:11:54.546" v="210" actId="14100"/>
          <ac:spMkLst>
            <pc:docMk/>
            <pc:sldMk cId="2019434099" sldId="348"/>
            <ac:spMk id="6" creationId="{171D8E6C-14EB-1749-ADF7-FF66C1428550}"/>
          </ac:spMkLst>
        </pc:spChg>
        <pc:spChg chg="add mod ord">
          <ac:chgData name="Yim Pan Chui, Dr. (CSD)" userId="06f431c5-cc1a-4439-a61b-5f3af947c103" providerId="ADAL" clId="{3A172DF7-79F9-486B-BADA-1BE4A83C3175}" dt="2024-02-23T06:24:56.182" v="794" actId="14100"/>
          <ac:spMkLst>
            <pc:docMk/>
            <pc:sldMk cId="2019434099" sldId="348"/>
            <ac:spMk id="7" creationId="{43B63891-1ECE-E86F-5E56-99AA62177D5B}"/>
          </ac:spMkLst>
        </pc:spChg>
        <pc:spChg chg="add mod">
          <ac:chgData name="Yim Pan Chui, Dr. (CSD)" userId="06f431c5-cc1a-4439-a61b-5f3af947c103" providerId="ADAL" clId="{3A172DF7-79F9-486B-BADA-1BE4A83C3175}" dt="2024-02-22T09:06:12.152" v="93"/>
          <ac:spMkLst>
            <pc:docMk/>
            <pc:sldMk cId="2019434099" sldId="348"/>
            <ac:spMk id="8" creationId="{720878FF-EB36-EC7E-3833-BFED92D98CAA}"/>
          </ac:spMkLst>
        </pc:spChg>
        <pc:spChg chg="mod ord">
          <ac:chgData name="Yim Pan Chui, Dr. (CSD)" userId="06f431c5-cc1a-4439-a61b-5f3af947c103" providerId="ADAL" clId="{3A172DF7-79F9-486B-BADA-1BE4A83C3175}" dt="2024-02-23T02:20:06.319" v="279" actId="207"/>
          <ac:spMkLst>
            <pc:docMk/>
            <pc:sldMk cId="2019434099" sldId="348"/>
            <ac:spMk id="9" creationId="{FE634F5F-ACE1-4D88-AB0A-7A22D697D53C}"/>
          </ac:spMkLst>
        </pc:spChg>
      </pc:sldChg>
      <pc:sldChg chg="addSp delSp modSp mod modAnim">
        <pc:chgData name="Yim Pan Chui, Dr. (CSD)" userId="06f431c5-cc1a-4439-a61b-5f3af947c103" providerId="ADAL" clId="{3A172DF7-79F9-486B-BADA-1BE4A83C3175}" dt="2024-02-23T06:24:59.900" v="795" actId="1035"/>
        <pc:sldMkLst>
          <pc:docMk/>
          <pc:sldMk cId="2415219606" sldId="349"/>
        </pc:sldMkLst>
        <pc:spChg chg="add mod ord">
          <ac:chgData name="Yim Pan Chui, Dr. (CSD)" userId="06f431c5-cc1a-4439-a61b-5f3af947c103" providerId="ADAL" clId="{3A172DF7-79F9-486B-BADA-1BE4A83C3175}" dt="2024-02-22T08:44:16.147" v="47" actId="167"/>
          <ac:spMkLst>
            <pc:docMk/>
            <pc:sldMk cId="2415219606" sldId="349"/>
            <ac:spMk id="2" creationId="{B0C1D8E6-AF41-557D-F512-B5D58185434C}"/>
          </ac:spMkLst>
        </pc:spChg>
        <pc:spChg chg="mod ord">
          <ac:chgData name="Yim Pan Chui, Dr. (CSD)" userId="06f431c5-cc1a-4439-a61b-5f3af947c103" providerId="ADAL" clId="{3A172DF7-79F9-486B-BADA-1BE4A83C3175}" dt="2024-02-23T02:18:28.904" v="274" actId="13926"/>
          <ac:spMkLst>
            <pc:docMk/>
            <pc:sldMk cId="2415219606" sldId="349"/>
            <ac:spMk id="3" creationId="{AC644283-EFA9-45ED-B2CC-11984A48BDC4}"/>
          </ac:spMkLst>
        </pc:spChg>
        <pc:spChg chg="mod ord">
          <ac:chgData name="Yim Pan Chui, Dr. (CSD)" userId="06f431c5-cc1a-4439-a61b-5f3af947c103" providerId="ADAL" clId="{3A172DF7-79F9-486B-BADA-1BE4A83C3175}" dt="2024-02-22T08:44:54.162" v="54" actId="166"/>
          <ac:spMkLst>
            <pc:docMk/>
            <pc:sldMk cId="2415219606" sldId="349"/>
            <ac:spMk id="5" creationId="{00000000-0000-0000-0000-000000000000}"/>
          </ac:spMkLst>
        </pc:spChg>
        <pc:spChg chg="del mod">
          <ac:chgData name="Yim Pan Chui, Dr. (CSD)" userId="06f431c5-cc1a-4439-a61b-5f3af947c103" providerId="ADAL" clId="{3A172DF7-79F9-486B-BADA-1BE4A83C3175}" dt="2024-02-22T08:44:31.817" v="50" actId="478"/>
          <ac:spMkLst>
            <pc:docMk/>
            <pc:sldMk cId="2415219606" sldId="349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9:11:48.511" v="208" actId="14100"/>
          <ac:spMkLst>
            <pc:docMk/>
            <pc:sldMk cId="2415219606" sldId="349"/>
            <ac:spMk id="7" creationId="{41DC2C83-1514-9648-8B98-5988BE7BA9AE}"/>
          </ac:spMkLst>
        </pc:spChg>
        <pc:spChg chg="add mod ord">
          <ac:chgData name="Yim Pan Chui, Dr. (CSD)" userId="06f431c5-cc1a-4439-a61b-5f3af947c103" providerId="ADAL" clId="{3A172DF7-79F9-486B-BADA-1BE4A83C3175}" dt="2024-02-22T08:44:16.147" v="47" actId="167"/>
          <ac:spMkLst>
            <pc:docMk/>
            <pc:sldMk cId="2415219606" sldId="349"/>
            <ac:spMk id="8" creationId="{69D13A3D-D046-9289-C9BE-F4C98A233227}"/>
          </ac:spMkLst>
        </pc:spChg>
        <pc:spChg chg="add mod">
          <ac:chgData name="Yim Pan Chui, Dr. (CSD)" userId="06f431c5-cc1a-4439-a61b-5f3af947c103" providerId="ADAL" clId="{3A172DF7-79F9-486B-BADA-1BE4A83C3175}" dt="2024-02-22T08:52:09.743" v="80" actId="1038"/>
          <ac:spMkLst>
            <pc:docMk/>
            <pc:sldMk cId="2415219606" sldId="349"/>
            <ac:spMk id="9" creationId="{3EB5060F-F8E8-98FB-DFE5-E448571DB732}"/>
          </ac:spMkLst>
        </pc:spChg>
        <pc:spChg chg="add mod">
          <ac:chgData name="Yim Pan Chui, Dr. (CSD)" userId="06f431c5-cc1a-4439-a61b-5f3af947c103" providerId="ADAL" clId="{3A172DF7-79F9-486B-BADA-1BE4A83C3175}" dt="2024-02-22T08:52:15.962" v="81" actId="14100"/>
          <ac:spMkLst>
            <pc:docMk/>
            <pc:sldMk cId="2415219606" sldId="349"/>
            <ac:spMk id="11" creationId="{305AEBD3-D154-27CD-9B1B-7C6B9626DCD5}"/>
          </ac:spMkLst>
        </pc:spChg>
        <pc:spChg chg="add mod">
          <ac:chgData name="Yim Pan Chui, Dr. (CSD)" userId="06f431c5-cc1a-4439-a61b-5f3af947c103" providerId="ADAL" clId="{3A172DF7-79F9-486B-BADA-1BE4A83C3175}" dt="2024-02-23T06:24:59.900" v="795" actId="1035"/>
          <ac:spMkLst>
            <pc:docMk/>
            <pc:sldMk cId="2415219606" sldId="349"/>
            <ac:spMk id="12" creationId="{C847E3CC-8AD4-19E1-563F-D39D19AEAFED}"/>
          </ac:spMkLst>
        </pc:spChg>
      </pc:sldChg>
      <pc:sldChg chg="addSp modSp mod modAnim">
        <pc:chgData name="Yim Pan Chui, Dr. (CSD)" userId="06f431c5-cc1a-4439-a61b-5f3af947c103" providerId="ADAL" clId="{3A172DF7-79F9-486B-BADA-1BE4A83C3175}" dt="2024-02-23T02:19:58.679" v="277" actId="207"/>
        <pc:sldMkLst>
          <pc:docMk/>
          <pc:sldMk cId="3406095453" sldId="350"/>
        </pc:sldMkLst>
        <pc:spChg chg="add mod">
          <ac:chgData name="Yim Pan Chui, Dr. (CSD)" userId="06f431c5-cc1a-4439-a61b-5f3af947c103" providerId="ADAL" clId="{3A172DF7-79F9-486B-BADA-1BE4A83C3175}" dt="2024-02-22T08:51:10.222" v="71" actId="14100"/>
          <ac:spMkLst>
            <pc:docMk/>
            <pc:sldMk cId="3406095453" sldId="350"/>
            <ac:spMk id="2" creationId="{249A49F4-329A-E094-C12C-F7B3766956CC}"/>
          </ac:spMkLst>
        </pc:spChg>
        <pc:spChg chg="mod ord">
          <ac:chgData name="Yim Pan Chui, Dr. (CSD)" userId="06f431c5-cc1a-4439-a61b-5f3af947c103" providerId="ADAL" clId="{3A172DF7-79F9-486B-BADA-1BE4A83C3175}" dt="2024-02-23T02:19:58.679" v="277" actId="207"/>
          <ac:spMkLst>
            <pc:docMk/>
            <pc:sldMk cId="3406095453" sldId="350"/>
            <ac:spMk id="3" creationId="{AC644283-EFA9-45ED-B2CC-11984A48BDC4}"/>
          </ac:spMkLst>
        </pc:spChg>
        <pc:spChg chg="mod ord">
          <ac:chgData name="Yim Pan Chui, Dr. (CSD)" userId="06f431c5-cc1a-4439-a61b-5f3af947c103" providerId="ADAL" clId="{3A172DF7-79F9-486B-BADA-1BE4A83C3175}" dt="2024-02-22T08:46:51.623" v="68" actId="166"/>
          <ac:spMkLst>
            <pc:docMk/>
            <pc:sldMk cId="3406095453" sldId="350"/>
            <ac:spMk id="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8:46:47.226" v="67" actId="207"/>
          <ac:spMkLst>
            <pc:docMk/>
            <pc:sldMk cId="3406095453" sldId="350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2T09:11:36.298" v="205" actId="14100"/>
          <ac:spMkLst>
            <pc:docMk/>
            <pc:sldMk cId="3406095453" sldId="350"/>
            <ac:spMk id="7" creationId="{84B9455D-5965-7043-A009-A861F0ACAE02}"/>
          </ac:spMkLst>
        </pc:spChg>
        <pc:spChg chg="add mod">
          <ac:chgData name="Yim Pan Chui, Dr. (CSD)" userId="06f431c5-cc1a-4439-a61b-5f3af947c103" providerId="ADAL" clId="{3A172DF7-79F9-486B-BADA-1BE4A83C3175}" dt="2024-02-22T08:51:04.325" v="70" actId="14100"/>
          <ac:spMkLst>
            <pc:docMk/>
            <pc:sldMk cId="3406095453" sldId="350"/>
            <ac:spMk id="8" creationId="{C834A7F9-507D-FF96-937F-0444E2FFC9EE}"/>
          </ac:spMkLst>
        </pc:spChg>
        <pc:spChg chg="add mod ord">
          <ac:chgData name="Yim Pan Chui, Dr. (CSD)" userId="06f431c5-cc1a-4439-a61b-5f3af947c103" providerId="ADAL" clId="{3A172DF7-79F9-486B-BADA-1BE4A83C3175}" dt="2024-02-22T09:11:39.841" v="206" actId="14100"/>
          <ac:spMkLst>
            <pc:docMk/>
            <pc:sldMk cId="3406095453" sldId="350"/>
            <ac:spMk id="9" creationId="{6AA62A6A-18AA-194F-53CD-99AD224D8E7B}"/>
          </ac:spMkLst>
        </pc:spChg>
      </pc:sldChg>
      <pc:sldChg chg="addSp modSp mod modAnim">
        <pc:chgData name="Yim Pan Chui, Dr. (CSD)" userId="06f431c5-cc1a-4439-a61b-5f3af947c103" providerId="ADAL" clId="{3A172DF7-79F9-486B-BADA-1BE4A83C3175}" dt="2024-02-23T04:29:15.391" v="741" actId="13926"/>
        <pc:sldMkLst>
          <pc:docMk/>
          <pc:sldMk cId="965270603" sldId="353"/>
        </pc:sldMkLst>
        <pc:spChg chg="add mod">
          <ac:chgData name="Yim Pan Chui, Dr. (CSD)" userId="06f431c5-cc1a-4439-a61b-5f3af947c103" providerId="ADAL" clId="{3A172DF7-79F9-486B-BADA-1BE4A83C3175}" dt="2024-02-23T03:02:33.542" v="393" actId="14100"/>
          <ac:spMkLst>
            <pc:docMk/>
            <pc:sldMk cId="965270603" sldId="353"/>
            <ac:spMk id="2" creationId="{1628096F-66AD-6F20-D205-5B575CCBC106}"/>
          </ac:spMkLst>
        </pc:spChg>
        <pc:spChg chg="add mod">
          <ac:chgData name="Yim Pan Chui, Dr. (CSD)" userId="06f431c5-cc1a-4439-a61b-5f3af947c103" providerId="ADAL" clId="{3A172DF7-79F9-486B-BADA-1BE4A83C3175}" dt="2024-02-23T03:02:25.121" v="391" actId="14100"/>
          <ac:spMkLst>
            <pc:docMk/>
            <pc:sldMk cId="965270603" sldId="353"/>
            <ac:spMk id="3" creationId="{D9004875-DB2B-94C9-3C34-772535EE53D7}"/>
          </ac:spMkLst>
        </pc:spChg>
        <pc:spChg chg="add mod">
          <ac:chgData name="Yim Pan Chui, Dr. (CSD)" userId="06f431c5-cc1a-4439-a61b-5f3af947c103" providerId="ADAL" clId="{3A172DF7-79F9-486B-BADA-1BE4A83C3175}" dt="2024-02-23T03:02:37.073" v="394" actId="14100"/>
          <ac:spMkLst>
            <pc:docMk/>
            <pc:sldMk cId="965270603" sldId="353"/>
            <ac:spMk id="4" creationId="{5B55554B-6233-C819-2CD2-54E1B33EAFEB}"/>
          </ac:spMkLst>
        </pc:spChg>
        <pc:spChg chg="mod">
          <ac:chgData name="Yim Pan Chui, Dr. (CSD)" userId="06f431c5-cc1a-4439-a61b-5f3af947c103" providerId="ADAL" clId="{3A172DF7-79F9-486B-BADA-1BE4A83C3175}" dt="2024-02-23T04:29:15.391" v="741" actId="13926"/>
          <ac:spMkLst>
            <pc:docMk/>
            <pc:sldMk cId="965270603" sldId="353"/>
            <ac:spMk id="27655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3:01:59.060" v="387" actId="1076"/>
          <ac:spMkLst>
            <pc:docMk/>
            <pc:sldMk cId="965270603" sldId="353"/>
            <ac:spMk id="27657" creationId="{00000000-0000-0000-0000-000000000000}"/>
          </ac:spMkLst>
        </pc:spChg>
      </pc:sldChg>
      <pc:sldChg chg="addSp modSp mod modAnim">
        <pc:chgData name="Yim Pan Chui, Dr. (CSD)" userId="06f431c5-cc1a-4439-a61b-5f3af947c103" providerId="ADAL" clId="{3A172DF7-79F9-486B-BADA-1BE4A83C3175}" dt="2024-02-23T03:01:16.438" v="381" actId="14100"/>
        <pc:sldMkLst>
          <pc:docMk/>
          <pc:sldMk cId="3295559441" sldId="354"/>
        </pc:sldMkLst>
        <pc:spChg chg="add mod">
          <ac:chgData name="Yim Pan Chui, Dr. (CSD)" userId="06f431c5-cc1a-4439-a61b-5f3af947c103" providerId="ADAL" clId="{3A172DF7-79F9-486B-BADA-1BE4A83C3175}" dt="2024-02-23T03:00:47.487" v="372" actId="14100"/>
          <ac:spMkLst>
            <pc:docMk/>
            <pc:sldMk cId="3295559441" sldId="354"/>
            <ac:spMk id="2" creationId="{1B41CAA5-FA7E-C7D6-9DAA-C7E1C1F704B7}"/>
          </ac:spMkLst>
        </pc:spChg>
        <pc:spChg chg="add mod">
          <ac:chgData name="Yim Pan Chui, Dr. (CSD)" userId="06f431c5-cc1a-4439-a61b-5f3af947c103" providerId="ADAL" clId="{3A172DF7-79F9-486B-BADA-1BE4A83C3175}" dt="2024-02-23T03:00:58.018" v="376" actId="14100"/>
          <ac:spMkLst>
            <pc:docMk/>
            <pc:sldMk cId="3295559441" sldId="354"/>
            <ac:spMk id="3" creationId="{64231A02-7E81-9F29-503D-2070AE28F649}"/>
          </ac:spMkLst>
        </pc:spChg>
        <pc:spChg chg="add mod">
          <ac:chgData name="Yim Pan Chui, Dr. (CSD)" userId="06f431c5-cc1a-4439-a61b-5f3af947c103" providerId="ADAL" clId="{3A172DF7-79F9-486B-BADA-1BE4A83C3175}" dt="2024-02-23T03:01:16.438" v="381" actId="14100"/>
          <ac:spMkLst>
            <pc:docMk/>
            <pc:sldMk cId="3295559441" sldId="354"/>
            <ac:spMk id="4" creationId="{184D1C85-A77A-9A3C-2806-A72D57D03571}"/>
          </ac:spMkLst>
        </pc:spChg>
        <pc:spChg chg="mod">
          <ac:chgData name="Yim Pan Chui, Dr. (CSD)" userId="06f431c5-cc1a-4439-a61b-5f3af947c103" providerId="ADAL" clId="{3A172DF7-79F9-486B-BADA-1BE4A83C3175}" dt="2024-02-23T02:39:57.981" v="335" actId="6549"/>
          <ac:spMkLst>
            <pc:docMk/>
            <pc:sldMk cId="3295559441" sldId="354"/>
            <ac:spMk id="26631" creationId="{00000000-0000-0000-0000-000000000000}"/>
          </ac:spMkLst>
        </pc:spChg>
      </pc:sldChg>
      <pc:sldChg chg="addSp delSp modSp mod delAnim modAnim">
        <pc:chgData name="Yim Pan Chui, Dr. (CSD)" userId="06f431c5-cc1a-4439-a61b-5f3af947c103" providerId="ADAL" clId="{3A172DF7-79F9-486B-BADA-1BE4A83C3175}" dt="2024-02-23T03:00:28.020" v="369" actId="14100"/>
        <pc:sldMkLst>
          <pc:docMk/>
          <pc:sldMk cId="591816102" sldId="355"/>
        </pc:sldMkLst>
        <pc:spChg chg="mod">
          <ac:chgData name="Yim Pan Chui, Dr. (CSD)" userId="06f431c5-cc1a-4439-a61b-5f3af947c103" providerId="ADAL" clId="{3A172DF7-79F9-486B-BADA-1BE4A83C3175}" dt="2024-02-23T02:57:19.783" v="346" actId="1076"/>
          <ac:spMkLst>
            <pc:docMk/>
            <pc:sldMk cId="591816102" sldId="355"/>
            <ac:spMk id="2" creationId="{B2C96DD5-C561-4584-982E-A7B77FD50B44}"/>
          </ac:spMkLst>
        </pc:spChg>
        <pc:spChg chg="add mod">
          <ac:chgData name="Yim Pan Chui, Dr. (CSD)" userId="06f431c5-cc1a-4439-a61b-5f3af947c103" providerId="ADAL" clId="{3A172DF7-79F9-486B-BADA-1BE4A83C3175}" dt="2024-02-23T02:57:15.814" v="345" actId="1076"/>
          <ac:spMkLst>
            <pc:docMk/>
            <pc:sldMk cId="591816102" sldId="355"/>
            <ac:spMk id="4" creationId="{C3BB544F-8E0D-AD69-CDC3-B817B6FBC178}"/>
          </ac:spMkLst>
        </pc:spChg>
        <pc:spChg chg="ord">
          <ac:chgData name="Yim Pan Chui, Dr. (CSD)" userId="06f431c5-cc1a-4439-a61b-5f3af947c103" providerId="ADAL" clId="{3A172DF7-79F9-486B-BADA-1BE4A83C3175}" dt="2024-02-23T02:58:51.698" v="357" actId="166"/>
          <ac:spMkLst>
            <pc:docMk/>
            <pc:sldMk cId="591816102" sldId="355"/>
            <ac:spMk id="6" creationId="{7620140E-B9F4-BC45-ACD6-E74C4DC489C0}"/>
          </ac:spMkLst>
        </pc:spChg>
        <pc:spChg chg="add mod">
          <ac:chgData name="Yim Pan Chui, Dr. (CSD)" userId="06f431c5-cc1a-4439-a61b-5f3af947c103" providerId="ADAL" clId="{3A172DF7-79F9-486B-BADA-1BE4A83C3175}" dt="2024-02-23T03:00:14.583" v="367" actId="14100"/>
          <ac:spMkLst>
            <pc:docMk/>
            <pc:sldMk cId="591816102" sldId="355"/>
            <ac:spMk id="10" creationId="{99E41D0C-C32F-5227-2A7B-57FDB7B6890B}"/>
          </ac:spMkLst>
        </pc:spChg>
        <pc:spChg chg="add mod">
          <ac:chgData name="Yim Pan Chui, Dr. (CSD)" userId="06f431c5-cc1a-4439-a61b-5f3af947c103" providerId="ADAL" clId="{3A172DF7-79F9-486B-BADA-1BE4A83C3175}" dt="2024-02-23T03:00:28.020" v="369" actId="14100"/>
          <ac:spMkLst>
            <pc:docMk/>
            <pc:sldMk cId="591816102" sldId="355"/>
            <ac:spMk id="12" creationId="{B51827B3-4604-AA9F-2224-CD70220A2430}"/>
          </ac:spMkLst>
        </pc:spChg>
        <pc:spChg chg="add del mod">
          <ac:chgData name="Yim Pan Chui, Dr. (CSD)" userId="06f431c5-cc1a-4439-a61b-5f3af947c103" providerId="ADAL" clId="{3A172DF7-79F9-486B-BADA-1BE4A83C3175}" dt="2024-02-23T02:59:51.257" v="361" actId="478"/>
          <ac:spMkLst>
            <pc:docMk/>
            <pc:sldMk cId="591816102" sldId="355"/>
            <ac:spMk id="13" creationId="{66F762F0-B06B-3329-BC02-309FD5D184A0}"/>
          </ac:spMkLst>
        </pc:spChg>
        <pc:spChg chg="ord">
          <ac:chgData name="Yim Pan Chui, Dr. (CSD)" userId="06f431c5-cc1a-4439-a61b-5f3af947c103" providerId="ADAL" clId="{3A172DF7-79F9-486B-BADA-1BE4A83C3175}" dt="2024-02-23T02:58:51.698" v="357" actId="166"/>
          <ac:spMkLst>
            <pc:docMk/>
            <pc:sldMk cId="591816102" sldId="355"/>
            <ac:spMk id="14" creationId="{9BB69428-7980-8648-8D6E-46717BC43227}"/>
          </ac:spMkLst>
        </pc:spChg>
        <pc:spChg chg="add mod">
          <ac:chgData name="Yim Pan Chui, Dr. (CSD)" userId="06f431c5-cc1a-4439-a61b-5f3af947c103" providerId="ADAL" clId="{3A172DF7-79F9-486B-BADA-1BE4A83C3175}" dt="2024-02-23T03:00:20.458" v="368" actId="14100"/>
          <ac:spMkLst>
            <pc:docMk/>
            <pc:sldMk cId="591816102" sldId="355"/>
            <ac:spMk id="22" creationId="{D1CBAF4D-8A7B-7C10-374A-8A7179BEC319}"/>
          </ac:spMkLst>
        </pc:spChg>
      </pc:sldChg>
      <pc:sldChg chg="modSp mod">
        <pc:chgData name="Yim Pan Chui, Dr. (CSD)" userId="06f431c5-cc1a-4439-a61b-5f3af947c103" providerId="ADAL" clId="{3A172DF7-79F9-486B-BADA-1BE4A83C3175}" dt="2024-02-23T02:09:21.706" v="246" actId="13926"/>
        <pc:sldMkLst>
          <pc:docMk/>
          <pc:sldMk cId="3114149895" sldId="362"/>
        </pc:sldMkLst>
        <pc:spChg chg="mod">
          <ac:chgData name="Yim Pan Chui, Dr. (CSD)" userId="06f431c5-cc1a-4439-a61b-5f3af947c103" providerId="ADAL" clId="{3A172DF7-79F9-486B-BADA-1BE4A83C3175}" dt="2024-02-23T02:09:21.706" v="246" actId="13926"/>
          <ac:spMkLst>
            <pc:docMk/>
            <pc:sldMk cId="3114149895" sldId="362"/>
            <ac:spMk id="11269" creationId="{00000000-0000-0000-0000-000000000000}"/>
          </ac:spMkLst>
        </pc:spChg>
      </pc:sldChg>
      <pc:sldChg chg="modSp mod">
        <pc:chgData name="Yim Pan Chui, Dr. (CSD)" userId="06f431c5-cc1a-4439-a61b-5f3af947c103" providerId="ADAL" clId="{3A172DF7-79F9-486B-BADA-1BE4A83C3175}" dt="2024-02-23T06:27:17.432" v="797" actId="1076"/>
        <pc:sldMkLst>
          <pc:docMk/>
          <pc:sldMk cId="2472512755" sldId="363"/>
        </pc:sldMkLst>
        <pc:spChg chg="mod">
          <ac:chgData name="Yim Pan Chui, Dr. (CSD)" userId="06f431c5-cc1a-4439-a61b-5f3af947c103" providerId="ADAL" clId="{3A172DF7-79F9-486B-BADA-1BE4A83C3175}" dt="2024-02-22T08:40:18.810" v="31" actId="13926"/>
          <ac:spMkLst>
            <pc:docMk/>
            <pc:sldMk cId="2472512755" sldId="363"/>
            <ac:spMk id="7" creationId="{DB9BE101-1D8B-5F4E-BD7D-6D53A73E48DA}"/>
          </ac:spMkLst>
        </pc:spChg>
        <pc:spChg chg="mod">
          <ac:chgData name="Yim Pan Chui, Dr. (CSD)" userId="06f431c5-cc1a-4439-a61b-5f3af947c103" providerId="ADAL" clId="{3A172DF7-79F9-486B-BADA-1BE4A83C3175}" dt="2024-02-23T06:27:17.432" v="797" actId="1076"/>
          <ac:spMkLst>
            <pc:docMk/>
            <pc:sldMk cId="2472512755" sldId="363"/>
            <ac:spMk id="11269" creationId="{00000000-0000-0000-0000-000000000000}"/>
          </ac:spMkLst>
        </pc:spChg>
      </pc:sldChg>
      <pc:sldChg chg="modSp mod">
        <pc:chgData name="Yim Pan Chui, Dr. (CSD)" userId="06f431c5-cc1a-4439-a61b-5f3af947c103" providerId="ADAL" clId="{3A172DF7-79F9-486B-BADA-1BE4A83C3175}" dt="2024-02-23T04:06:28.890" v="662" actId="1076"/>
        <pc:sldMkLst>
          <pc:docMk/>
          <pc:sldMk cId="3794683290" sldId="366"/>
        </pc:sldMkLst>
        <pc:spChg chg="mod">
          <ac:chgData name="Yim Pan Chui, Dr. (CSD)" userId="06f431c5-cc1a-4439-a61b-5f3af947c103" providerId="ADAL" clId="{3A172DF7-79F9-486B-BADA-1BE4A83C3175}" dt="2024-02-23T04:05:52.119" v="661" actId="20577"/>
          <ac:spMkLst>
            <pc:docMk/>
            <pc:sldMk cId="3794683290" sldId="366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3A172DF7-79F9-486B-BADA-1BE4A83C3175}" dt="2024-02-23T04:06:28.890" v="662" actId="1076"/>
          <ac:spMkLst>
            <pc:docMk/>
            <pc:sldMk cId="3794683290" sldId="366"/>
            <ac:spMk id="7" creationId="{00000000-0000-0000-0000-000000000000}"/>
          </ac:spMkLst>
        </pc:spChg>
      </pc:sldChg>
      <pc:sldChg chg="add modNotesTx">
        <pc:chgData name="Yim Pan Chui, Dr. (CSD)" userId="06f431c5-cc1a-4439-a61b-5f3af947c103" providerId="ADAL" clId="{3A172DF7-79F9-486B-BADA-1BE4A83C3175}" dt="2024-02-23T03:08:45.125" v="396" actId="6549"/>
        <pc:sldMkLst>
          <pc:docMk/>
          <pc:sldMk cId="1734480517" sldId="368"/>
        </pc:sldMkLst>
      </pc:sldChg>
    </pc:docChg>
  </pc:docChgLst>
  <pc:docChgLst>
    <pc:chgData name="Pui Kit Ma (IEG)" userId="S::puikitma@cuhk.edu.hk::7491770a-93d8-4fd6-9e87-099644e11076" providerId="AD" clId="Web-{1D664555-49D5-29DC-9400-25644268EBA6}"/>
    <pc:docChg chg="addSld delSld modSld sldOrd">
      <pc:chgData name="Pui Kit Ma (IEG)" userId="S::puikitma@cuhk.edu.hk::7491770a-93d8-4fd6-9e87-099644e11076" providerId="AD" clId="Web-{1D664555-49D5-29DC-9400-25644268EBA6}" dt="2024-10-15T04:24:59.477" v="366" actId="20577"/>
      <pc:docMkLst>
        <pc:docMk/>
      </pc:docMkLst>
      <pc:sldChg chg="del">
        <pc:chgData name="Pui Kit Ma (IEG)" userId="S::puikitma@cuhk.edu.hk::7491770a-93d8-4fd6-9e87-099644e11076" providerId="AD" clId="Web-{1D664555-49D5-29DC-9400-25644268EBA6}" dt="2024-10-15T04:07:38.309" v="27"/>
        <pc:sldMkLst>
          <pc:docMk/>
          <pc:sldMk cId="2389990707" sldId="268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62" v="21"/>
        <pc:sldMkLst>
          <pc:docMk/>
          <pc:sldMk cId="1800300312" sldId="314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15" v="15"/>
        <pc:sldMkLst>
          <pc:docMk/>
          <pc:sldMk cId="914536711" sldId="317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00" v="14"/>
        <pc:sldMkLst>
          <pc:docMk/>
          <pc:sldMk cId="2226101510" sldId="319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00" v="13"/>
        <pc:sldMkLst>
          <pc:docMk/>
          <pc:sldMk cId="1216653165" sldId="320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68" v="11"/>
        <pc:sldMkLst>
          <pc:docMk/>
          <pc:sldMk cId="1830487195" sldId="321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68" v="10"/>
        <pc:sldMkLst>
          <pc:docMk/>
          <pc:sldMk cId="1929478062" sldId="322"/>
        </pc:sldMkLst>
      </pc:sldChg>
      <pc:sldChg chg="modSp ord">
        <pc:chgData name="Pui Kit Ma (IEG)" userId="S::puikitma@cuhk.edu.hk::7491770a-93d8-4fd6-9e87-099644e11076" providerId="AD" clId="Web-{1D664555-49D5-29DC-9400-25644268EBA6}" dt="2024-10-15T04:08:13.324" v="36" actId="20577"/>
        <pc:sldMkLst>
          <pc:docMk/>
          <pc:sldMk cId="1438276141" sldId="323"/>
        </pc:sldMkLst>
        <pc:spChg chg="mod">
          <ac:chgData name="Pui Kit Ma (IEG)" userId="S::puikitma@cuhk.edu.hk::7491770a-93d8-4fd6-9e87-099644e11076" providerId="AD" clId="Web-{1D664555-49D5-29DC-9400-25644268EBA6}" dt="2024-10-15T04:08:13.324" v="36" actId="20577"/>
          <ac:spMkLst>
            <pc:docMk/>
            <pc:sldMk cId="1438276141" sldId="323"/>
            <ac:spMk id="15" creationId="{00000000-0000-0000-0000-000000000000}"/>
          </ac:spMkLst>
        </pc:spChg>
      </pc:sldChg>
      <pc:sldChg chg="add del">
        <pc:chgData name="Pui Kit Ma (IEG)" userId="S::puikitma@cuhk.edu.hk::7491770a-93d8-4fd6-9e87-099644e11076" providerId="AD" clId="Web-{1D664555-49D5-29DC-9400-25644268EBA6}" dt="2024-10-15T04:07:59.215" v="32"/>
        <pc:sldMkLst>
          <pc:docMk/>
          <pc:sldMk cId="1782371758" sldId="332"/>
        </pc:sldMkLst>
      </pc:sldChg>
      <pc:sldChg chg="del">
        <pc:chgData name="Pui Kit Ma (IEG)" userId="S::puikitma@cuhk.edu.hk::7491770a-93d8-4fd6-9e87-099644e11076" providerId="AD" clId="Web-{1D664555-49D5-29DC-9400-25644268EBA6}" dt="2024-10-15T04:08:05.152" v="33"/>
        <pc:sldMkLst>
          <pc:docMk/>
          <pc:sldMk cId="3933665154" sldId="335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84" v="12"/>
        <pc:sldMkLst>
          <pc:docMk/>
          <pc:sldMk cId="3053758298" sldId="337"/>
        </pc:sldMkLst>
      </pc:sldChg>
      <pc:sldChg chg="del">
        <pc:chgData name="Pui Kit Ma (IEG)" userId="S::puikitma@cuhk.edu.hk::7491770a-93d8-4fd6-9e87-099644e11076" providerId="AD" clId="Web-{1D664555-49D5-29DC-9400-25644268EBA6}" dt="2024-10-15T04:07:55.278" v="30"/>
        <pc:sldMkLst>
          <pc:docMk/>
          <pc:sldMk cId="2511448755" sldId="338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78" v="23"/>
        <pc:sldMkLst>
          <pc:docMk/>
          <pc:sldMk cId="603012574" sldId="340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93" v="24"/>
        <pc:sldMkLst>
          <pc:docMk/>
          <pc:sldMk cId="3065214440" sldId="341"/>
        </pc:sldMkLst>
      </pc:sldChg>
      <pc:sldChg chg="del">
        <pc:chgData name="Pui Kit Ma (IEG)" userId="S::puikitma@cuhk.edu.hk::7491770a-93d8-4fd6-9e87-099644e11076" providerId="AD" clId="Web-{1D664555-49D5-29DC-9400-25644268EBA6}" dt="2024-10-15T04:07:38.309" v="26"/>
        <pc:sldMkLst>
          <pc:docMk/>
          <pc:sldMk cId="285388258" sldId="342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53" v="8"/>
        <pc:sldMkLst>
          <pc:docMk/>
          <pc:sldMk cId="613261591" sldId="344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47" v="20"/>
        <pc:sldMkLst>
          <pc:docMk/>
          <pc:sldMk cId="1273528718" sldId="345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53" v="9"/>
        <pc:sldMkLst>
          <pc:docMk/>
          <pc:sldMk cId="1011948799" sldId="346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47" v="19"/>
        <pc:sldMkLst>
          <pc:docMk/>
          <pc:sldMk cId="1092699906" sldId="347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47" v="18"/>
        <pc:sldMkLst>
          <pc:docMk/>
          <pc:sldMk cId="2019434099" sldId="348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31" v="17"/>
        <pc:sldMkLst>
          <pc:docMk/>
          <pc:sldMk cId="2415219606" sldId="349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15" v="16"/>
        <pc:sldMkLst>
          <pc:docMk/>
          <pc:sldMk cId="3406095453" sldId="350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37" v="5"/>
        <pc:sldMkLst>
          <pc:docMk/>
          <pc:sldMk cId="1034927969" sldId="351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22" v="3"/>
        <pc:sldMkLst>
          <pc:docMk/>
          <pc:sldMk cId="3135408265" sldId="352"/>
        </pc:sldMkLst>
      </pc:sldChg>
      <pc:sldChg chg="del">
        <pc:chgData name="Pui Kit Ma (IEG)" userId="S::puikitma@cuhk.edu.hk::7491770a-93d8-4fd6-9e87-099644e11076" providerId="AD" clId="Web-{1D664555-49D5-29DC-9400-25644268EBA6}" dt="2024-10-15T04:07:38.090" v="0"/>
        <pc:sldMkLst>
          <pc:docMk/>
          <pc:sldMk cId="965270603" sldId="353"/>
        </pc:sldMkLst>
      </pc:sldChg>
      <pc:sldChg chg="del">
        <pc:chgData name="Pui Kit Ma (IEG)" userId="S::puikitma@cuhk.edu.hk::7491770a-93d8-4fd6-9e87-099644e11076" providerId="AD" clId="Web-{1D664555-49D5-29DC-9400-25644268EBA6}" dt="2024-10-15T04:07:38.090" v="1"/>
        <pc:sldMkLst>
          <pc:docMk/>
          <pc:sldMk cId="3295559441" sldId="354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06" v="2"/>
        <pc:sldMkLst>
          <pc:docMk/>
          <pc:sldMk cId="591816102" sldId="355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37" v="6"/>
        <pc:sldMkLst>
          <pc:docMk/>
          <pc:sldMk cId="3679510911" sldId="356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37" v="7"/>
        <pc:sldMkLst>
          <pc:docMk/>
          <pc:sldMk cId="1741911581" sldId="357"/>
        </pc:sldMkLst>
      </pc:sldChg>
      <pc:sldChg chg="del">
        <pc:chgData name="Pui Kit Ma (IEG)" userId="S::puikitma@cuhk.edu.hk::7491770a-93d8-4fd6-9e87-099644e11076" providerId="AD" clId="Web-{1D664555-49D5-29DC-9400-25644268EBA6}" dt="2024-10-15T04:07:38.309" v="28"/>
        <pc:sldMkLst>
          <pc:docMk/>
          <pc:sldMk cId="3065016898" sldId="359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93" v="25"/>
        <pc:sldMkLst>
          <pc:docMk/>
          <pc:sldMk cId="3114149895" sldId="362"/>
        </pc:sldMkLst>
      </pc:sldChg>
      <pc:sldChg chg="del">
        <pc:chgData name="Pui Kit Ma (IEG)" userId="S::puikitma@cuhk.edu.hk::7491770a-93d8-4fd6-9e87-099644e11076" providerId="AD" clId="Web-{1D664555-49D5-29DC-9400-25644268EBA6}" dt="2024-10-15T04:07:38.278" v="22"/>
        <pc:sldMkLst>
          <pc:docMk/>
          <pc:sldMk cId="2472512755" sldId="363"/>
        </pc:sldMkLst>
      </pc:sldChg>
      <pc:sldChg chg="del">
        <pc:chgData name="Pui Kit Ma (IEG)" userId="S::puikitma@cuhk.edu.hk::7491770a-93d8-4fd6-9e87-099644e11076" providerId="AD" clId="Web-{1D664555-49D5-29DC-9400-25644268EBA6}" dt="2024-10-15T04:07:38.122" v="4"/>
        <pc:sldMkLst>
          <pc:docMk/>
          <pc:sldMk cId="2847907901" sldId="365"/>
        </pc:sldMkLst>
      </pc:sldChg>
      <pc:sldChg chg="del">
        <pc:chgData name="Pui Kit Ma (IEG)" userId="S::puikitma@cuhk.edu.hk::7491770a-93d8-4fd6-9e87-099644e11076" providerId="AD" clId="Web-{1D664555-49D5-29DC-9400-25644268EBA6}" dt="2024-10-15T04:07:51.996" v="29"/>
        <pc:sldMkLst>
          <pc:docMk/>
          <pc:sldMk cId="3794683290" sldId="366"/>
        </pc:sldMkLst>
      </pc:sldChg>
      <pc:sldChg chg="addSp delSp modSp">
        <pc:chgData name="Pui Kit Ma (IEG)" userId="S::puikitma@cuhk.edu.hk::7491770a-93d8-4fd6-9e87-099644e11076" providerId="AD" clId="Web-{1D664555-49D5-29DC-9400-25644268EBA6}" dt="2024-10-15T04:09:11.277" v="86"/>
        <pc:sldMkLst>
          <pc:docMk/>
          <pc:sldMk cId="2961939164" sldId="367"/>
        </pc:sldMkLst>
        <pc:spChg chg="add del mod">
          <ac:chgData name="Pui Kit Ma (IEG)" userId="S::puikitma@cuhk.edu.hk::7491770a-93d8-4fd6-9e87-099644e11076" providerId="AD" clId="Web-{1D664555-49D5-29DC-9400-25644268EBA6}" dt="2024-10-15T04:09:11.277" v="86"/>
          <ac:spMkLst>
            <pc:docMk/>
            <pc:sldMk cId="2961939164" sldId="367"/>
            <ac:spMk id="5" creationId="{00F2651D-9345-6FEF-BB80-27AE9D5DE597}"/>
          </ac:spMkLst>
        </pc:spChg>
      </pc:sldChg>
      <pc:sldChg chg="addSp delSp modSp add replId delAnim">
        <pc:chgData name="Pui Kit Ma (IEG)" userId="S::puikitma@cuhk.edu.hk::7491770a-93d8-4fd6-9e87-099644e11076" providerId="AD" clId="Web-{1D664555-49D5-29DC-9400-25644268EBA6}" dt="2024-10-15T04:23:11.829" v="289" actId="20577"/>
        <pc:sldMkLst>
          <pc:docMk/>
          <pc:sldMk cId="1340907346" sldId="369"/>
        </pc:sldMkLst>
        <pc:spChg chg="mod">
          <ac:chgData name="Pui Kit Ma (IEG)" userId="S::puikitma@cuhk.edu.hk::7491770a-93d8-4fd6-9e87-099644e11076" providerId="AD" clId="Web-{1D664555-49D5-29DC-9400-25644268EBA6}" dt="2024-10-15T04:09:06.980" v="85" actId="20577"/>
          <ac:spMkLst>
            <pc:docMk/>
            <pc:sldMk cId="1340907346" sldId="369"/>
            <ac:spMk id="2" creationId="{00000000-0000-0000-0000-000000000000}"/>
          </ac:spMkLst>
        </pc:spChg>
        <pc:spChg chg="del">
          <ac:chgData name="Pui Kit Ma (IEG)" userId="S::puikitma@cuhk.edu.hk::7491770a-93d8-4fd6-9e87-099644e11076" providerId="AD" clId="Web-{1D664555-49D5-29DC-9400-25644268EBA6}" dt="2024-10-15T04:08:33.996" v="40"/>
          <ac:spMkLst>
            <pc:docMk/>
            <pc:sldMk cId="1340907346" sldId="369"/>
            <ac:spMk id="3" creationId="{8D5267A4-E502-0C5C-4A2A-1C66B1492699}"/>
          </ac:spMkLst>
        </pc:spChg>
        <pc:spChg chg="add mod">
          <ac:chgData name="Pui Kit Ma (IEG)" userId="S::puikitma@cuhk.edu.hk::7491770a-93d8-4fd6-9e87-099644e11076" providerId="AD" clId="Web-{1D664555-49D5-29DC-9400-25644268EBA6}" dt="2024-10-15T04:22:09.549" v="285" actId="20577"/>
          <ac:spMkLst>
            <pc:docMk/>
            <pc:sldMk cId="1340907346" sldId="369"/>
            <ac:spMk id="5" creationId="{7D5AD794-635C-84D0-A739-9974BA5821A4}"/>
          </ac:spMkLst>
        </pc:spChg>
        <pc:spChg chg="add del">
          <ac:chgData name="Pui Kit Ma (IEG)" userId="S::puikitma@cuhk.edu.hk::7491770a-93d8-4fd6-9e87-099644e11076" providerId="AD" clId="Web-{1D664555-49D5-29DC-9400-25644268EBA6}" dt="2024-10-15T04:22:37.095" v="287"/>
          <ac:spMkLst>
            <pc:docMk/>
            <pc:sldMk cId="1340907346" sldId="369"/>
            <ac:spMk id="6" creationId="{C6AFCDBF-8C23-B3D8-FDEE-5D231B11D696}"/>
          </ac:spMkLst>
        </pc:spChg>
        <pc:spChg chg="del">
          <ac:chgData name="Pui Kit Ma (IEG)" userId="S::puikitma@cuhk.edu.hk::7491770a-93d8-4fd6-9e87-099644e11076" providerId="AD" clId="Web-{1D664555-49D5-29DC-9400-25644268EBA6}" dt="2024-10-15T04:08:35.027" v="41"/>
          <ac:spMkLst>
            <pc:docMk/>
            <pc:sldMk cId="1340907346" sldId="369"/>
            <ac:spMk id="8" creationId="{00000000-0000-0000-0000-000000000000}"/>
          </ac:spMkLst>
        </pc:spChg>
        <pc:spChg chg="mod">
          <ac:chgData name="Pui Kit Ma (IEG)" userId="S::puikitma@cuhk.edu.hk::7491770a-93d8-4fd6-9e87-099644e11076" providerId="AD" clId="Web-{1D664555-49D5-29DC-9400-25644268EBA6}" dt="2024-10-15T04:23:11.829" v="289" actId="20577"/>
          <ac:spMkLst>
            <pc:docMk/>
            <pc:sldMk cId="1340907346" sldId="369"/>
            <ac:spMk id="14" creationId="{00000000-0000-0000-0000-000000000000}"/>
          </ac:spMkLst>
        </pc:spChg>
      </pc:sldChg>
      <pc:sldChg chg="modSp new">
        <pc:chgData name="Pui Kit Ma (IEG)" userId="S::puikitma@cuhk.edu.hk::7491770a-93d8-4fd6-9e87-099644e11076" providerId="AD" clId="Web-{1D664555-49D5-29DC-9400-25644268EBA6}" dt="2024-10-15T04:24:59.477" v="366" actId="20577"/>
        <pc:sldMkLst>
          <pc:docMk/>
          <pc:sldMk cId="501939076" sldId="370"/>
        </pc:sldMkLst>
        <pc:spChg chg="mod">
          <ac:chgData name="Pui Kit Ma (IEG)" userId="S::puikitma@cuhk.edu.hk::7491770a-93d8-4fd6-9e87-099644e11076" providerId="AD" clId="Web-{1D664555-49D5-29DC-9400-25644268EBA6}" dt="2024-10-15T04:23:37.719" v="311" actId="20577"/>
          <ac:spMkLst>
            <pc:docMk/>
            <pc:sldMk cId="501939076" sldId="370"/>
            <ac:spMk id="2" creationId="{AE2AE5CC-8E5C-BF96-CC3D-E1A335B034EA}"/>
          </ac:spMkLst>
        </pc:spChg>
        <pc:spChg chg="mod">
          <ac:chgData name="Pui Kit Ma (IEG)" userId="S::puikitma@cuhk.edu.hk::7491770a-93d8-4fd6-9e87-099644e11076" providerId="AD" clId="Web-{1D664555-49D5-29DC-9400-25644268EBA6}" dt="2024-10-15T04:24:59.477" v="366" actId="20577"/>
          <ac:spMkLst>
            <pc:docMk/>
            <pc:sldMk cId="501939076" sldId="370"/>
            <ac:spMk id="3" creationId="{A80C9852-1BF7-FF50-D7FA-3A5224D54271}"/>
          </ac:spMkLst>
        </pc:spChg>
      </pc:sldChg>
      <pc:sldChg chg="modSp new">
        <pc:chgData name="Pui Kit Ma (IEG)" userId="S::puikitma@cuhk.edu.hk::7491770a-93d8-4fd6-9e87-099644e11076" providerId="AD" clId="Web-{1D664555-49D5-29DC-9400-25644268EBA6}" dt="2024-10-15T04:24:10.227" v="330" actId="20577"/>
        <pc:sldMkLst>
          <pc:docMk/>
          <pc:sldMk cId="3615422305" sldId="371"/>
        </pc:sldMkLst>
        <pc:spChg chg="mod">
          <ac:chgData name="Pui Kit Ma (IEG)" userId="S::puikitma@cuhk.edu.hk::7491770a-93d8-4fd6-9e87-099644e11076" providerId="AD" clId="Web-{1D664555-49D5-29DC-9400-25644268EBA6}" dt="2024-10-15T04:24:10.227" v="330" actId="20577"/>
          <ac:spMkLst>
            <pc:docMk/>
            <pc:sldMk cId="3615422305" sldId="371"/>
            <ac:spMk id="2" creationId="{7CC34BB5-CC77-6E65-2F89-C17761FC04D2}"/>
          </ac:spMkLst>
        </pc:spChg>
      </pc:sldChg>
    </pc:docChg>
  </pc:docChgLst>
  <pc:docChgLst>
    <pc:chgData name="Chuck jee Chau (CSD)" userId="7aa7a09e-983f-4214-9e5a-071cbb678e81" providerId="ADAL" clId="{ADB226B6-BFBA-5344-AE2A-D70E0EAC1D3A}"/>
    <pc:docChg chg="undo custSel addSld delSld modSld">
      <pc:chgData name="Chuck jee Chau (CSD)" userId="7aa7a09e-983f-4214-9e5a-071cbb678e81" providerId="ADAL" clId="{ADB226B6-BFBA-5344-AE2A-D70E0EAC1D3A}" dt="2019-10-09T04:52:21.765" v="2372" actId="20577"/>
      <pc:docMkLst>
        <pc:docMk/>
      </pc:docMkLst>
      <pc:sldChg chg="modSp">
        <pc:chgData name="Chuck jee Chau (CSD)" userId="7aa7a09e-983f-4214-9e5a-071cbb678e81" providerId="ADAL" clId="{ADB226B6-BFBA-5344-AE2A-D70E0EAC1D3A}" dt="2019-10-08T08:03:31.937" v="180"/>
        <pc:sldMkLst>
          <pc:docMk/>
          <pc:sldMk cId="2389990707" sldId="268"/>
        </pc:sldMkLst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389990707" sldId="268"/>
            <ac:spMk id="3" creationId="{00000000-0000-0000-0000-000000000000}"/>
          </ac:spMkLst>
        </pc:spChg>
      </pc:sldChg>
      <pc:sldChg chg="addSp modSp modAnim addCm modCm">
        <pc:chgData name="Chuck jee Chau (CSD)" userId="7aa7a09e-983f-4214-9e5a-071cbb678e81" providerId="ADAL" clId="{ADB226B6-BFBA-5344-AE2A-D70E0EAC1D3A}" dt="2019-10-09T04:29:48.587" v="1700" actId="20577"/>
        <pc:sldMkLst>
          <pc:docMk/>
          <pc:sldMk cId="1800300312" sldId="314"/>
        </pc:sldMkLst>
        <pc:spChg chg="mod">
          <ac:chgData name="Chuck jee Chau (CSD)" userId="7aa7a09e-983f-4214-9e5a-071cbb678e81" providerId="ADAL" clId="{ADB226B6-BFBA-5344-AE2A-D70E0EAC1D3A}" dt="2019-10-08T08:19:51.760" v="342" actId="20577"/>
          <ac:spMkLst>
            <pc:docMk/>
            <pc:sldMk cId="1800300312" sldId="31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29:48.587" v="1700" actId="20577"/>
          <ac:spMkLst>
            <pc:docMk/>
            <pc:sldMk cId="1800300312" sldId="314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18:35.593" v="333" actId="14100"/>
          <ac:spMkLst>
            <pc:docMk/>
            <pc:sldMk cId="1800300312" sldId="314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15:50.456" v="300" actId="171"/>
          <ac:spMkLst>
            <pc:docMk/>
            <pc:sldMk cId="1800300312" sldId="314"/>
            <ac:spMk id="6" creationId="{00000000-0000-0000-0000-000000000000}"/>
          </ac:spMkLst>
        </pc:spChg>
        <pc:spChg chg="add mod">
          <ac:chgData name="Chuck jee Chau (CSD)" userId="7aa7a09e-983f-4214-9e5a-071cbb678e81" providerId="ADAL" clId="{ADB226B6-BFBA-5344-AE2A-D70E0EAC1D3A}" dt="2019-10-08T08:18:41.971" v="336" actId="1036"/>
          <ac:spMkLst>
            <pc:docMk/>
            <pc:sldMk cId="1800300312" sldId="314"/>
            <ac:spMk id="7" creationId="{8AD0C0E0-B0D7-4C43-92A4-65046BA54EE4}"/>
          </ac:spMkLst>
        </pc:spChg>
        <pc:spChg chg="add mod">
          <ac:chgData name="Chuck jee Chau (CSD)" userId="7aa7a09e-983f-4214-9e5a-071cbb678e81" providerId="ADAL" clId="{ADB226B6-BFBA-5344-AE2A-D70E0EAC1D3A}" dt="2019-10-08T08:19:15.072" v="337" actId="693"/>
          <ac:spMkLst>
            <pc:docMk/>
            <pc:sldMk cId="1800300312" sldId="314"/>
            <ac:spMk id="8" creationId="{17FE6B5D-DDE7-884A-B18F-0AAE32E16274}"/>
          </ac:spMkLst>
        </pc:spChg>
        <pc:spChg chg="add mod">
          <ac:chgData name="Chuck jee Chau (CSD)" userId="7aa7a09e-983f-4214-9e5a-071cbb678e81" providerId="ADAL" clId="{ADB226B6-BFBA-5344-AE2A-D70E0EAC1D3A}" dt="2019-10-08T08:10:04.635" v="269" actId="1038"/>
          <ac:spMkLst>
            <pc:docMk/>
            <pc:sldMk cId="1800300312" sldId="314"/>
            <ac:spMk id="15" creationId="{59234890-C6FC-8F4D-9964-8EC69F4241C9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00300312" sldId="314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00300312" sldId="314"/>
            <ac:spMk id="19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00300312" sldId="314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25:56.218" v="1564" actId="14100"/>
          <ac:spMkLst>
            <pc:docMk/>
            <pc:sldMk cId="1800300312" sldId="314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00300312" sldId="314"/>
            <ac:spMk id="23" creationId="{00000000-0000-0000-0000-000000000000}"/>
          </ac:spMkLst>
        </pc:spChg>
        <pc:spChg chg="add mod">
          <ac:chgData name="Chuck jee Chau (CSD)" userId="7aa7a09e-983f-4214-9e5a-071cbb678e81" providerId="ADAL" clId="{ADB226B6-BFBA-5344-AE2A-D70E0EAC1D3A}" dt="2019-10-08T08:18:41.971" v="336" actId="1036"/>
          <ac:spMkLst>
            <pc:docMk/>
            <pc:sldMk cId="1800300312" sldId="314"/>
            <ac:spMk id="25" creationId="{7AB37CF5-2782-7B45-84D0-3889C2DFE234}"/>
          </ac:spMkLst>
        </pc:spChg>
        <pc:spChg chg="add mod">
          <ac:chgData name="Chuck jee Chau (CSD)" userId="7aa7a09e-983f-4214-9e5a-071cbb678e81" providerId="ADAL" clId="{ADB226B6-BFBA-5344-AE2A-D70E0EAC1D3A}" dt="2019-10-09T04:28:44.235" v="1591" actId="1076"/>
          <ac:spMkLst>
            <pc:docMk/>
            <pc:sldMk cId="1800300312" sldId="314"/>
            <ac:spMk id="26" creationId="{0E4EA40A-E32C-4A4B-BCD3-E7FDF645D4AE}"/>
          </ac:spMkLst>
        </pc:spChg>
        <pc:spChg chg="add mod">
          <ac:chgData name="Chuck jee Chau (CSD)" userId="7aa7a09e-983f-4214-9e5a-071cbb678e81" providerId="ADAL" clId="{ADB226B6-BFBA-5344-AE2A-D70E0EAC1D3A}" dt="2019-10-09T04:28:54.574" v="1592" actId="1076"/>
          <ac:spMkLst>
            <pc:docMk/>
            <pc:sldMk cId="1800300312" sldId="314"/>
            <ac:spMk id="27" creationId="{95C2FD71-B1DA-6641-82A5-BCDDFDB4DB75}"/>
          </ac:spMkLst>
        </pc:spChg>
        <pc:grpChg chg="mod">
          <ac:chgData name="Chuck jee Chau (CSD)" userId="7aa7a09e-983f-4214-9e5a-071cbb678e81" providerId="ADAL" clId="{ADB226B6-BFBA-5344-AE2A-D70E0EAC1D3A}" dt="2019-10-09T04:25:56.218" v="1564" actId="14100"/>
          <ac:grpSpMkLst>
            <pc:docMk/>
            <pc:sldMk cId="1800300312" sldId="314"/>
            <ac:grpSpMk id="24" creationId="{00000000-0000-0000-0000-000000000000}"/>
          </ac:grpSpMkLst>
        </pc:grpChg>
      </pc:sldChg>
      <pc:sldChg chg="modSp">
        <pc:chgData name="Chuck jee Chau (CSD)" userId="7aa7a09e-983f-4214-9e5a-071cbb678e81" providerId="ADAL" clId="{ADB226B6-BFBA-5344-AE2A-D70E0EAC1D3A}" dt="2019-10-08T09:05:53.297" v="420" actId="404"/>
        <pc:sldMkLst>
          <pc:docMk/>
          <pc:sldMk cId="914536711" sldId="317"/>
        </pc:sldMkLst>
        <pc:spChg chg="mod">
          <ac:chgData name="Chuck jee Chau (CSD)" userId="7aa7a09e-983f-4214-9e5a-071cbb678e81" providerId="ADAL" clId="{ADB226B6-BFBA-5344-AE2A-D70E0EAC1D3A}" dt="2019-10-08T09:05:53.297" v="420" actId="404"/>
          <ac:spMkLst>
            <pc:docMk/>
            <pc:sldMk cId="914536711" sldId="317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14536711" sldId="317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14536711" sldId="317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14536711" sldId="317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14536711" sldId="317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5:56.380" v="421" actId="404"/>
        <pc:sldMkLst>
          <pc:docMk/>
          <pc:sldMk cId="2226101510" sldId="319"/>
        </pc:sldMkLst>
        <pc:spChg chg="mod">
          <ac:chgData name="Chuck jee Chau (CSD)" userId="7aa7a09e-983f-4214-9e5a-071cbb678e81" providerId="ADAL" clId="{ADB226B6-BFBA-5344-AE2A-D70E0EAC1D3A}" dt="2019-10-08T09:05:56.380" v="421" actId="404"/>
          <ac:spMkLst>
            <pc:docMk/>
            <pc:sldMk cId="2226101510" sldId="319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226101510" sldId="319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226101510" sldId="319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5:59.023" v="422" actId="404"/>
        <pc:sldMkLst>
          <pc:docMk/>
          <pc:sldMk cId="1216653165" sldId="320"/>
        </pc:sldMkLst>
        <pc:spChg chg="mod">
          <ac:chgData name="Chuck jee Chau (CSD)" userId="7aa7a09e-983f-4214-9e5a-071cbb678e81" providerId="ADAL" clId="{ADB226B6-BFBA-5344-AE2A-D70E0EAC1D3A}" dt="2019-10-08T09:05:59.023" v="422" actId="404"/>
          <ac:spMkLst>
            <pc:docMk/>
            <pc:sldMk cId="1216653165" sldId="32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216653165" sldId="320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216653165" sldId="320"/>
            <ac:spMk id="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8T10:02:39.212" v="507" actId="114"/>
        <pc:sldMkLst>
          <pc:docMk/>
          <pc:sldMk cId="1830487195" sldId="321"/>
        </pc:sldMkLst>
        <pc:spChg chg="mod">
          <ac:chgData name="Chuck jee Chau (CSD)" userId="7aa7a09e-983f-4214-9e5a-071cbb678e81" providerId="ADAL" clId="{ADB226B6-BFBA-5344-AE2A-D70E0EAC1D3A}" dt="2019-10-08T09:06:06" v="424" actId="404"/>
          <ac:spMkLst>
            <pc:docMk/>
            <pc:sldMk cId="1830487195" sldId="32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02:39.212" v="507" actId="114"/>
          <ac:spMkLst>
            <pc:docMk/>
            <pc:sldMk cId="1830487195" sldId="321"/>
            <ac:spMk id="3" creationId="{00000000-0000-0000-0000-000000000000}"/>
          </ac:spMkLst>
        </pc:spChg>
        <pc:spChg chg="add del mod">
          <ac:chgData name="Chuck jee Chau (CSD)" userId="7aa7a09e-983f-4214-9e5a-071cbb678e81" providerId="ADAL" clId="{ADB226B6-BFBA-5344-AE2A-D70E0EAC1D3A}" dt="2019-10-08T10:02:35.256" v="504"/>
          <ac:spMkLst>
            <pc:docMk/>
            <pc:sldMk cId="1830487195" sldId="321"/>
            <ac:spMk id="5" creationId="{E5BA10EE-C33B-5747-AD4E-03FA44BCCACA}"/>
          </ac:spMkLst>
        </pc:spChg>
        <pc:spChg chg="add del mod">
          <ac:chgData name="Chuck jee Chau (CSD)" userId="7aa7a09e-983f-4214-9e5a-071cbb678e81" providerId="ADAL" clId="{ADB226B6-BFBA-5344-AE2A-D70E0EAC1D3A}" dt="2019-10-08T10:02:37.479" v="506"/>
          <ac:spMkLst>
            <pc:docMk/>
            <pc:sldMk cId="1830487195" sldId="321"/>
            <ac:spMk id="6" creationId="{70670E14-DEA6-C44F-8B4C-059635527895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30487195" sldId="321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30487195" sldId="321"/>
            <ac:spMk id="12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9T04:33:31.959" v="1714" actId="403"/>
        <pc:sldMkLst>
          <pc:docMk/>
          <pc:sldMk cId="1929478062" sldId="322"/>
        </pc:sldMkLst>
        <pc:spChg chg="mod">
          <ac:chgData name="Chuck jee Chau (CSD)" userId="7aa7a09e-983f-4214-9e5a-071cbb678e81" providerId="ADAL" clId="{ADB226B6-BFBA-5344-AE2A-D70E0EAC1D3A}" dt="2019-10-08T09:06:09.205" v="425" actId="404"/>
          <ac:spMkLst>
            <pc:docMk/>
            <pc:sldMk cId="1929478062" sldId="322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32:24.150" v="1709" actId="207"/>
          <ac:spMkLst>
            <pc:docMk/>
            <pc:sldMk cId="1929478062" sldId="322"/>
            <ac:spMk id="3" creationId="{231B3B66-CAEF-49BA-8BC1-D27971053EDE}"/>
          </ac:spMkLst>
        </pc:spChg>
        <pc:spChg chg="mod">
          <ac:chgData name="Chuck jee Chau (CSD)" userId="7aa7a09e-983f-4214-9e5a-071cbb678e81" providerId="ADAL" clId="{ADB226B6-BFBA-5344-AE2A-D70E0EAC1D3A}" dt="2019-10-09T04:33:31.959" v="1714" actId="403"/>
          <ac:spMkLst>
            <pc:docMk/>
            <pc:sldMk cId="1929478062" sldId="322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17:24.015" v="696" actId="20577"/>
        <pc:sldMkLst>
          <pc:docMk/>
          <pc:sldMk cId="1438276141" sldId="323"/>
        </pc:sldMkLst>
        <pc:spChg chg="mod">
          <ac:chgData name="Chuck jee Chau (CSD)" userId="7aa7a09e-983f-4214-9e5a-071cbb678e81" providerId="ADAL" clId="{ADB226B6-BFBA-5344-AE2A-D70E0EAC1D3A}" dt="2019-10-08T10:17:24.015" v="696" actId="20577"/>
          <ac:spMkLst>
            <pc:docMk/>
            <pc:sldMk cId="1438276141" sldId="32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15:18.021" v="683" actId="14100"/>
          <ac:spMkLst>
            <pc:docMk/>
            <pc:sldMk cId="1438276141" sldId="323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438276141" sldId="323"/>
            <ac:spMk id="14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20:15.257" v="725" actId="20577"/>
        <pc:sldMkLst>
          <pc:docMk/>
          <pc:sldMk cId="1230929561" sldId="325"/>
        </pc:sldMkLst>
        <pc:spChg chg="mod">
          <ac:chgData name="Chuck jee Chau (CSD)" userId="7aa7a09e-983f-4214-9e5a-071cbb678e81" providerId="ADAL" clId="{ADB226B6-BFBA-5344-AE2A-D70E0EAC1D3A}" dt="2019-10-08T10:20:15.257" v="725" actId="20577"/>
          <ac:spMkLst>
            <pc:docMk/>
            <pc:sldMk cId="1230929561" sldId="325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230929561" sldId="325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230929561" sldId="325"/>
            <ac:spMk id="99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20:17.486" v="726" actId="20577"/>
        <pc:sldMkLst>
          <pc:docMk/>
          <pc:sldMk cId="4008021819" sldId="326"/>
        </pc:sldMkLst>
        <pc:spChg chg="mod">
          <ac:chgData name="Chuck jee Chau (CSD)" userId="7aa7a09e-983f-4214-9e5a-071cbb678e81" providerId="ADAL" clId="{ADB226B6-BFBA-5344-AE2A-D70E0EAC1D3A}" dt="2019-10-08T10:20:17.486" v="726" actId="20577"/>
          <ac:spMkLst>
            <pc:docMk/>
            <pc:sldMk cId="4008021819" sldId="32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4008021819" sldId="326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4008021819" sldId="326"/>
            <ac:spMk id="99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16:36.559" v="687" actId="20577"/>
        <pc:sldMkLst>
          <pc:docMk/>
          <pc:sldMk cId="1667810930" sldId="329"/>
        </pc:sldMkLst>
        <pc:spChg chg="mod">
          <ac:chgData name="Chuck jee Chau (CSD)" userId="7aa7a09e-983f-4214-9e5a-071cbb678e81" providerId="ADAL" clId="{ADB226B6-BFBA-5344-AE2A-D70E0EAC1D3A}" dt="2019-10-08T10:16:36.559" v="687" actId="20577"/>
          <ac:spMkLst>
            <pc:docMk/>
            <pc:sldMk cId="1667810930" sldId="329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667810930" sldId="329"/>
            <ac:spMk id="20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667810930" sldId="329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667810930" sldId="329"/>
            <ac:spMk id="99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18:09.781" v="721" actId="113"/>
        <pc:sldMkLst>
          <pc:docMk/>
          <pc:sldMk cId="2997350601" sldId="330"/>
        </pc:sldMkLst>
        <pc:spChg chg="mod">
          <ac:chgData name="Chuck jee Chau (CSD)" userId="7aa7a09e-983f-4214-9e5a-071cbb678e81" providerId="ADAL" clId="{ADB226B6-BFBA-5344-AE2A-D70E0EAC1D3A}" dt="2019-10-08T10:17:27.398" v="697" actId="20577"/>
          <ac:spMkLst>
            <pc:docMk/>
            <pc:sldMk cId="2997350601" sldId="33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18:09.781" v="721" actId="113"/>
          <ac:spMkLst>
            <pc:docMk/>
            <pc:sldMk cId="2997350601" sldId="330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997350601" sldId="330"/>
            <ac:spMk id="10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20:19.890" v="727" actId="20577"/>
        <pc:sldMkLst>
          <pc:docMk/>
          <pc:sldMk cId="4034358189" sldId="331"/>
        </pc:sldMkLst>
        <pc:spChg chg="mod">
          <ac:chgData name="Chuck jee Chau (CSD)" userId="7aa7a09e-983f-4214-9e5a-071cbb678e81" providerId="ADAL" clId="{ADB226B6-BFBA-5344-AE2A-D70E0EAC1D3A}" dt="2019-10-08T10:20:19.890" v="727" actId="20577"/>
          <ac:spMkLst>
            <pc:docMk/>
            <pc:sldMk cId="4034358189" sldId="33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4034358189" sldId="331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4034358189" sldId="331"/>
            <ac:spMk id="6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20:22.401" v="728" actId="20577"/>
        <pc:sldMkLst>
          <pc:docMk/>
          <pc:sldMk cId="1782371758" sldId="332"/>
        </pc:sldMkLst>
        <pc:spChg chg="mod">
          <ac:chgData name="Chuck jee Chau (CSD)" userId="7aa7a09e-983f-4214-9e5a-071cbb678e81" providerId="ADAL" clId="{ADB226B6-BFBA-5344-AE2A-D70E0EAC1D3A}" dt="2019-10-08T10:20:22.401" v="728" actId="20577"/>
          <ac:spMkLst>
            <pc:docMk/>
            <pc:sldMk cId="1782371758" sldId="332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782371758" sldId="332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782371758" sldId="332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19:59.631" v="724" actId="113"/>
          <ac:spMkLst>
            <pc:docMk/>
            <pc:sldMk cId="1782371758" sldId="332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8:03:31.937" v="180"/>
        <pc:sldMkLst>
          <pc:docMk/>
          <pc:sldMk cId="1971017547" sldId="334"/>
        </pc:sldMkLst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971017547" sldId="334"/>
            <ac:spMk id="2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6:54.726" v="433" actId="404"/>
        <pc:sldMkLst>
          <pc:docMk/>
          <pc:sldMk cId="3933665154" sldId="335"/>
        </pc:sldMkLst>
        <pc:spChg chg="mod">
          <ac:chgData name="Chuck jee Chau (CSD)" userId="7aa7a09e-983f-4214-9e5a-071cbb678e81" providerId="ADAL" clId="{ADB226B6-BFBA-5344-AE2A-D70E0EAC1D3A}" dt="2019-10-08T09:06:54.726" v="433" actId="404"/>
          <ac:spMkLst>
            <pc:docMk/>
            <pc:sldMk cId="3933665154" sldId="335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933665154" sldId="335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7:24.572" v="441" actId="404"/>
        <pc:sldMkLst>
          <pc:docMk/>
          <pc:sldMk cId="1841267462" sldId="336"/>
        </pc:sldMkLst>
        <pc:spChg chg="mod">
          <ac:chgData name="Chuck jee Chau (CSD)" userId="7aa7a09e-983f-4214-9e5a-071cbb678e81" providerId="ADAL" clId="{ADB226B6-BFBA-5344-AE2A-D70E0EAC1D3A}" dt="2019-10-08T09:07:24.572" v="441" actId="404"/>
          <ac:spMkLst>
            <pc:docMk/>
            <pc:sldMk cId="1841267462" sldId="33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841267462" sldId="336"/>
            <ac:spMk id="3" creationId="{00000000-0000-0000-0000-000000000000}"/>
          </ac:spMkLst>
        </pc:spChg>
      </pc:sldChg>
      <pc:sldChg chg="modSp modNotes">
        <pc:chgData name="Chuck jee Chau (CSD)" userId="7aa7a09e-983f-4214-9e5a-071cbb678e81" providerId="ADAL" clId="{ADB226B6-BFBA-5344-AE2A-D70E0EAC1D3A}" dt="2019-10-09T04:31:42.545" v="1708" actId="20577"/>
        <pc:sldMkLst>
          <pc:docMk/>
          <pc:sldMk cId="3053758298" sldId="337"/>
        </pc:sldMkLst>
        <pc:spChg chg="mod">
          <ac:chgData name="Chuck jee Chau (CSD)" userId="7aa7a09e-983f-4214-9e5a-071cbb678e81" providerId="ADAL" clId="{ADB226B6-BFBA-5344-AE2A-D70E0EAC1D3A}" dt="2019-10-08T09:06:02.522" v="423" actId="404"/>
          <ac:spMkLst>
            <pc:docMk/>
            <pc:sldMk cId="3053758298" sldId="337"/>
            <ac:spMk id="2" creationId="{F49C56AE-6B52-4166-832C-0D774AB8C915}"/>
          </ac:spMkLst>
        </pc:spChg>
        <pc:spChg chg="mod">
          <ac:chgData name="Chuck jee Chau (CSD)" userId="7aa7a09e-983f-4214-9e5a-071cbb678e81" providerId="ADAL" clId="{ADB226B6-BFBA-5344-AE2A-D70E0EAC1D3A}" dt="2019-10-09T04:31:42.545" v="1708" actId="20577"/>
          <ac:spMkLst>
            <pc:docMk/>
            <pc:sldMk cId="3053758298" sldId="337"/>
            <ac:spMk id="32775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9:31:40.525" v="450" actId="113"/>
          <ac:spMkLst>
            <pc:docMk/>
            <pc:sldMk cId="3053758298" sldId="337"/>
            <ac:spMk id="3277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053758298" sldId="337"/>
            <ac:spMk id="3277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053758298" sldId="337"/>
            <ac:spMk id="3277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10:18:05.885" v="720" actId="207"/>
        <pc:sldMkLst>
          <pc:docMk/>
          <pc:sldMk cId="2511448755" sldId="338"/>
        </pc:sldMkLst>
        <pc:spChg chg="mod">
          <ac:chgData name="Chuck jee Chau (CSD)" userId="7aa7a09e-983f-4214-9e5a-071cbb678e81" providerId="ADAL" clId="{ADB226B6-BFBA-5344-AE2A-D70E0EAC1D3A}" dt="2019-10-08T10:17:30.876" v="698" actId="20577"/>
          <ac:spMkLst>
            <pc:docMk/>
            <pc:sldMk cId="2511448755" sldId="338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18:05.885" v="720" actId="207"/>
          <ac:spMkLst>
            <pc:docMk/>
            <pc:sldMk cId="2511448755" sldId="338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511448755" sldId="338"/>
            <ac:spMk id="5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10:33.265" v="1096" actId="20577"/>
        <pc:sldMkLst>
          <pc:docMk/>
          <pc:sldMk cId="603012574" sldId="340"/>
        </pc:sldMkLst>
        <pc:spChg chg="add">
          <ac:chgData name="Chuck jee Chau (CSD)" userId="7aa7a09e-983f-4214-9e5a-071cbb678e81" providerId="ADAL" clId="{ADB226B6-BFBA-5344-AE2A-D70E0EAC1D3A}" dt="2019-10-08T07:59:02.740" v="134"/>
          <ac:spMkLst>
            <pc:docMk/>
            <pc:sldMk cId="603012574" sldId="340"/>
            <ac:spMk id="5" creationId="{D014F430-ED4B-AD42-8453-71FFAAA46758}"/>
          </ac:spMkLst>
        </pc:spChg>
        <pc:spChg chg="add mod">
          <ac:chgData name="Chuck jee Chau (CSD)" userId="7aa7a09e-983f-4214-9e5a-071cbb678e81" providerId="ADAL" clId="{ADB226B6-BFBA-5344-AE2A-D70E0EAC1D3A}" dt="2019-10-08T08:08:14.596" v="259" actId="14100"/>
          <ac:spMkLst>
            <pc:docMk/>
            <pc:sldMk cId="603012574" sldId="340"/>
            <ac:spMk id="6" creationId="{3B2C4FD4-3FDE-3940-99AF-2FC750A6BCC5}"/>
          </ac:spMkLst>
        </pc:spChg>
        <pc:spChg chg="add mod">
          <ac:chgData name="Chuck jee Chau (CSD)" userId="7aa7a09e-983f-4214-9e5a-071cbb678e81" providerId="ADAL" clId="{ADB226B6-BFBA-5344-AE2A-D70E0EAC1D3A}" dt="2019-10-09T04:10:33.265" v="1096" actId="20577"/>
          <ac:spMkLst>
            <pc:docMk/>
            <pc:sldMk cId="603012574" sldId="340"/>
            <ac:spMk id="7" creationId="{DB9BE101-1D8B-5F4E-BD7D-6D53A73E48DA}"/>
          </ac:spMkLst>
        </pc:spChg>
        <pc:spChg chg="del">
          <ac:chgData name="Chuck jee Chau (CSD)" userId="7aa7a09e-983f-4214-9e5a-071cbb678e81" providerId="ADAL" clId="{ADB226B6-BFBA-5344-AE2A-D70E0EAC1D3A}" dt="2019-10-08T07:59:01.762" v="133" actId="478"/>
          <ac:spMkLst>
            <pc:docMk/>
            <pc:sldMk cId="603012574" sldId="340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3:56:09.804" v="809" actId="404"/>
          <ac:spMkLst>
            <pc:docMk/>
            <pc:sldMk cId="603012574" sldId="340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9:34:20.856" v="491" actId="6549"/>
          <ac:spMkLst>
            <pc:docMk/>
            <pc:sldMk cId="603012574" sldId="340"/>
            <ac:spMk id="11269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15:01.818" v="1188" actId="114"/>
        <pc:sldMkLst>
          <pc:docMk/>
          <pc:sldMk cId="3065214440" sldId="341"/>
        </pc:sldMkLst>
        <pc:spChg chg="add">
          <ac:chgData name="Chuck jee Chau (CSD)" userId="7aa7a09e-983f-4214-9e5a-071cbb678e81" providerId="ADAL" clId="{ADB226B6-BFBA-5344-AE2A-D70E0EAC1D3A}" dt="2019-10-08T07:58:58.741" v="132"/>
          <ac:spMkLst>
            <pc:docMk/>
            <pc:sldMk cId="3065214440" sldId="341"/>
            <ac:spMk id="5" creationId="{01E6F12E-D620-B44D-B7F2-FB5E4C76D77C}"/>
          </ac:spMkLst>
        </pc:spChg>
        <pc:spChg chg="del">
          <ac:chgData name="Chuck jee Chau (CSD)" userId="7aa7a09e-983f-4214-9e5a-071cbb678e81" providerId="ADAL" clId="{ADB226B6-BFBA-5344-AE2A-D70E0EAC1D3A}" dt="2019-10-08T07:58:57.825" v="131" actId="478"/>
          <ac:spMkLst>
            <pc:docMk/>
            <pc:sldMk cId="3065214440" sldId="341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3:56:05.304" v="808" actId="404"/>
          <ac:spMkLst>
            <pc:docMk/>
            <pc:sldMk cId="3065214440" sldId="341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15:01.818" v="1188" actId="114"/>
          <ac:spMkLst>
            <pc:docMk/>
            <pc:sldMk cId="3065214440" sldId="341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10:51.078" v="1099" actId="113"/>
        <pc:sldMkLst>
          <pc:docMk/>
          <pc:sldMk cId="285388258" sldId="342"/>
        </pc:sldMkLst>
        <pc:spChg chg="add">
          <ac:chgData name="Chuck jee Chau (CSD)" userId="7aa7a09e-983f-4214-9e5a-071cbb678e81" providerId="ADAL" clId="{ADB226B6-BFBA-5344-AE2A-D70E0EAC1D3A}" dt="2019-10-08T07:58:53.340" v="130"/>
          <ac:spMkLst>
            <pc:docMk/>
            <pc:sldMk cId="285388258" sldId="342"/>
            <ac:spMk id="6" creationId="{2D9266B1-29FF-1647-96B1-08F5ADBFAE71}"/>
          </ac:spMkLst>
        </pc:spChg>
        <pc:spChg chg="add mod">
          <ac:chgData name="Chuck jee Chau (CSD)" userId="7aa7a09e-983f-4214-9e5a-071cbb678e81" providerId="ADAL" clId="{ADB226B6-BFBA-5344-AE2A-D70E0EAC1D3A}" dt="2019-10-08T08:02:18.187" v="178" actId="14100"/>
          <ac:spMkLst>
            <pc:docMk/>
            <pc:sldMk cId="285388258" sldId="342"/>
            <ac:spMk id="7" creationId="{4D63FF8B-A356-6A47-9C69-E009B77B013D}"/>
          </ac:spMkLst>
        </pc:spChg>
        <pc:spChg chg="del">
          <ac:chgData name="Chuck jee Chau (CSD)" userId="7aa7a09e-983f-4214-9e5a-071cbb678e81" providerId="ADAL" clId="{ADB226B6-BFBA-5344-AE2A-D70E0EAC1D3A}" dt="2019-10-08T07:58:52.382" v="129" actId="478"/>
          <ac:spMkLst>
            <pc:docMk/>
            <pc:sldMk cId="285388258" sldId="342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3:55:59.815" v="806" actId="404"/>
          <ac:spMkLst>
            <pc:docMk/>
            <pc:sldMk cId="285388258" sldId="342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10:51.078" v="1099" actId="113"/>
          <ac:spMkLst>
            <pc:docMk/>
            <pc:sldMk cId="285388258" sldId="342"/>
            <ac:spMk id="11268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04:09.574" v="1005" actId="20577"/>
          <ac:spMkLst>
            <pc:docMk/>
            <pc:sldMk cId="285388258" sldId="342"/>
            <ac:spMk id="11269" creationId="{00000000-0000-0000-0000-000000000000}"/>
          </ac:spMkLst>
        </pc:spChg>
      </pc:sldChg>
      <pc:sldChg chg="addSp modSp">
        <pc:chgData name="Chuck jee Chau (CSD)" userId="7aa7a09e-983f-4214-9e5a-071cbb678e81" providerId="ADAL" clId="{ADB226B6-BFBA-5344-AE2A-D70E0EAC1D3A}" dt="2019-10-09T04:42:30.152" v="1973" actId="20577"/>
        <pc:sldMkLst>
          <pc:docMk/>
          <pc:sldMk cId="613261591" sldId="344"/>
        </pc:sldMkLst>
        <pc:spChg chg="mod">
          <ac:chgData name="Chuck jee Chau (CSD)" userId="7aa7a09e-983f-4214-9e5a-071cbb678e81" providerId="ADAL" clId="{ADB226B6-BFBA-5344-AE2A-D70E0EAC1D3A}" dt="2019-10-08T09:06:15.359" v="427" actId="404"/>
          <ac:spMkLst>
            <pc:docMk/>
            <pc:sldMk cId="613261591" sldId="34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36:30.269" v="1812" actId="113"/>
          <ac:spMkLst>
            <pc:docMk/>
            <pc:sldMk cId="613261591" sldId="344"/>
            <ac:spMk id="3" creationId="{5D20287B-1D55-4497-8ABC-99E56093C4E6}"/>
          </ac:spMkLst>
        </pc:spChg>
        <pc:spChg chg="add mod">
          <ac:chgData name="Chuck jee Chau (CSD)" userId="7aa7a09e-983f-4214-9e5a-071cbb678e81" providerId="ADAL" clId="{ADB226B6-BFBA-5344-AE2A-D70E0EAC1D3A}" dt="2019-10-09T04:42:30.152" v="1973" actId="20577"/>
          <ac:spMkLst>
            <pc:docMk/>
            <pc:sldMk cId="613261591" sldId="344"/>
            <ac:spMk id="7" creationId="{844FA3DC-57C5-F047-ACE7-16E0DE7C09CC}"/>
          </ac:spMkLst>
        </pc:spChg>
        <pc:spChg chg="mod">
          <ac:chgData name="Chuck jee Chau (CSD)" userId="7aa7a09e-983f-4214-9e5a-071cbb678e81" providerId="ADAL" clId="{ADB226B6-BFBA-5344-AE2A-D70E0EAC1D3A}" dt="2019-10-09T04:33:59.382" v="1716" actId="113"/>
          <ac:spMkLst>
            <pc:docMk/>
            <pc:sldMk cId="613261591" sldId="344"/>
            <ac:spMk id="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8T10:16:56.707" v="691" actId="20577"/>
        <pc:sldMkLst>
          <pc:docMk/>
          <pc:sldMk cId="1273528718" sldId="345"/>
        </pc:sldMkLst>
        <pc:spChg chg="del mod">
          <ac:chgData name="Chuck jee Chau (CSD)" userId="7aa7a09e-983f-4214-9e5a-071cbb678e81" providerId="ADAL" clId="{ADB226B6-BFBA-5344-AE2A-D70E0EAC1D3A}" dt="2019-10-08T08:48:08.477" v="399" actId="478"/>
          <ac:spMkLst>
            <pc:docMk/>
            <pc:sldMk cId="1273528718" sldId="345"/>
            <ac:spMk id="2" creationId="{9A5AE64F-3D42-4673-83E8-0B6DB52D930F}"/>
          </ac:spMkLst>
        </pc:spChg>
        <pc:spChg chg="mod">
          <ac:chgData name="Chuck jee Chau (CSD)" userId="7aa7a09e-983f-4214-9e5a-071cbb678e81" providerId="ADAL" clId="{ADB226B6-BFBA-5344-AE2A-D70E0EAC1D3A}" dt="2019-10-08T08:44:56.561" v="355" actId="20577"/>
          <ac:spMkLst>
            <pc:docMk/>
            <pc:sldMk cId="1273528718" sldId="345"/>
            <ac:spMk id="3" creationId="{0078C46A-76AB-4851-BCBA-1BE465DF0437}"/>
          </ac:spMkLst>
        </pc:spChg>
        <pc:spChg chg="add del mod">
          <ac:chgData name="Chuck jee Chau (CSD)" userId="7aa7a09e-983f-4214-9e5a-071cbb678e81" providerId="ADAL" clId="{ADB226B6-BFBA-5344-AE2A-D70E0EAC1D3A}" dt="2019-10-08T08:48:11.792" v="402" actId="478"/>
          <ac:spMkLst>
            <pc:docMk/>
            <pc:sldMk cId="1273528718" sldId="345"/>
            <ac:spMk id="6" creationId="{AC82D789-55C6-7C4C-9BBC-F45AA4EF5E3D}"/>
          </ac:spMkLst>
        </pc:spChg>
        <pc:spChg chg="add del">
          <ac:chgData name="Chuck jee Chau (CSD)" userId="7aa7a09e-983f-4214-9e5a-071cbb678e81" providerId="ADAL" clId="{ADB226B6-BFBA-5344-AE2A-D70E0EAC1D3A}" dt="2019-10-08T08:48:10.705" v="401"/>
          <ac:spMkLst>
            <pc:docMk/>
            <pc:sldMk cId="1273528718" sldId="345"/>
            <ac:spMk id="7" creationId="{D9C937B9-561A-6740-A04F-1C57456A975F}"/>
          </ac:spMkLst>
        </pc:spChg>
        <pc:spChg chg="add mod">
          <ac:chgData name="Chuck jee Chau (CSD)" userId="7aa7a09e-983f-4214-9e5a-071cbb678e81" providerId="ADAL" clId="{ADB226B6-BFBA-5344-AE2A-D70E0EAC1D3A}" dt="2019-10-08T10:16:56.707" v="691" actId="20577"/>
          <ac:spMkLst>
            <pc:docMk/>
            <pc:sldMk cId="1273528718" sldId="345"/>
            <ac:spMk id="8" creationId="{CE49DC16-112F-924B-83F1-E791F036A985}"/>
          </ac:spMkLst>
        </pc:spChg>
      </pc:sldChg>
      <pc:sldChg chg="modSp addCm modCm">
        <pc:chgData name="Chuck jee Chau (CSD)" userId="7aa7a09e-983f-4214-9e5a-071cbb678e81" providerId="ADAL" clId="{ADB226B6-BFBA-5344-AE2A-D70E0EAC1D3A}" dt="2019-10-09T04:36:20.380" v="1810" actId="20577"/>
        <pc:sldMkLst>
          <pc:docMk/>
          <pc:sldMk cId="1011948799" sldId="346"/>
        </pc:sldMkLst>
        <pc:spChg chg="mod">
          <ac:chgData name="Chuck jee Chau (CSD)" userId="7aa7a09e-983f-4214-9e5a-071cbb678e81" providerId="ADAL" clId="{ADB226B6-BFBA-5344-AE2A-D70E0EAC1D3A}" dt="2019-10-08T09:06:12.288" v="426" actId="404"/>
          <ac:spMkLst>
            <pc:docMk/>
            <pc:sldMk cId="1011948799" sldId="34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36:20.380" v="1810" actId="20577"/>
          <ac:spMkLst>
            <pc:docMk/>
            <pc:sldMk cId="1011948799" sldId="346"/>
            <ac:spMk id="3" creationId="{231B3B66-CAEF-49BA-8BC1-D27971053EDE}"/>
          </ac:spMkLst>
        </pc:spChg>
        <pc:spChg chg="mod">
          <ac:chgData name="Chuck jee Chau (CSD)" userId="7aa7a09e-983f-4214-9e5a-071cbb678e81" providerId="ADAL" clId="{ADB226B6-BFBA-5344-AE2A-D70E0EAC1D3A}" dt="2019-10-09T04:34:48.946" v="1752" actId="20577"/>
          <ac:spMkLst>
            <pc:docMk/>
            <pc:sldMk cId="1011948799" sldId="346"/>
            <ac:spMk id="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9T04:27:02.511" v="1574" actId="115"/>
        <pc:sldMkLst>
          <pc:docMk/>
          <pc:sldMk cId="1092699906" sldId="347"/>
        </pc:sldMkLst>
        <pc:spChg chg="mod">
          <ac:chgData name="Chuck jee Chau (CSD)" userId="7aa7a09e-983f-4214-9e5a-071cbb678e81" providerId="ADAL" clId="{ADB226B6-BFBA-5344-AE2A-D70E0EAC1D3A}" dt="2019-10-08T10:17:02.572" v="692" actId="20577"/>
          <ac:spMkLst>
            <pc:docMk/>
            <pc:sldMk cId="1092699906" sldId="347"/>
            <ac:spMk id="2" creationId="{9A5AE64F-3D42-4673-83E8-0B6DB52D930F}"/>
          </ac:spMkLst>
        </pc:spChg>
        <pc:spChg chg="mod">
          <ac:chgData name="Chuck jee Chau (CSD)" userId="7aa7a09e-983f-4214-9e5a-071cbb678e81" providerId="ADAL" clId="{ADB226B6-BFBA-5344-AE2A-D70E0EAC1D3A}" dt="2019-10-09T04:27:02.511" v="1574" actId="115"/>
          <ac:spMkLst>
            <pc:docMk/>
            <pc:sldMk cId="1092699906" sldId="347"/>
            <ac:spMk id="3" creationId="{0078C46A-76AB-4851-BCBA-1BE465DF0437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27:23.107" v="1575" actId="207"/>
        <pc:sldMkLst>
          <pc:docMk/>
          <pc:sldMk cId="2019434099" sldId="348"/>
        </pc:sldMkLst>
        <pc:spChg chg="del mod">
          <ac:chgData name="Chuck jee Chau (CSD)" userId="7aa7a09e-983f-4214-9e5a-071cbb678e81" providerId="ADAL" clId="{ADB226B6-BFBA-5344-AE2A-D70E0EAC1D3A}" dt="2019-10-08T08:48:17.645" v="404" actId="478"/>
          <ac:spMkLst>
            <pc:docMk/>
            <pc:sldMk cId="2019434099" sldId="348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47:01.700" v="387" actId="14100"/>
          <ac:spMkLst>
            <pc:docMk/>
            <pc:sldMk cId="2019434099" sldId="348"/>
            <ac:spMk id="5" creationId="{00000000-0000-0000-0000-000000000000}"/>
          </ac:spMkLst>
        </pc:spChg>
        <pc:spChg chg="add mod">
          <ac:chgData name="Chuck jee Chau (CSD)" userId="7aa7a09e-983f-4214-9e5a-071cbb678e81" providerId="ADAL" clId="{ADB226B6-BFBA-5344-AE2A-D70E0EAC1D3A}" dt="2019-10-08T08:46:45.049" v="385" actId="14100"/>
          <ac:spMkLst>
            <pc:docMk/>
            <pc:sldMk cId="2019434099" sldId="348"/>
            <ac:spMk id="6" creationId="{171D8E6C-14EB-1749-ADF7-FF66C1428550}"/>
          </ac:spMkLst>
        </pc:spChg>
        <pc:spChg chg="add del mod">
          <ac:chgData name="Chuck jee Chau (CSD)" userId="7aa7a09e-983f-4214-9e5a-071cbb678e81" providerId="ADAL" clId="{ADB226B6-BFBA-5344-AE2A-D70E0EAC1D3A}" dt="2019-10-08T08:48:19.846" v="407" actId="478"/>
          <ac:spMkLst>
            <pc:docMk/>
            <pc:sldMk cId="2019434099" sldId="348"/>
            <ac:spMk id="7" creationId="{97BC093F-9324-C042-BE95-A28A306CB89F}"/>
          </ac:spMkLst>
        </pc:spChg>
        <pc:spChg chg="mod">
          <ac:chgData name="Chuck jee Chau (CSD)" userId="7aa7a09e-983f-4214-9e5a-071cbb678e81" providerId="ADAL" clId="{ADB226B6-BFBA-5344-AE2A-D70E0EAC1D3A}" dt="2019-10-09T04:27:23.107" v="1575" actId="207"/>
          <ac:spMkLst>
            <pc:docMk/>
            <pc:sldMk cId="2019434099" sldId="348"/>
            <ac:spMk id="9" creationId="{FE634F5F-ACE1-4D88-AB0A-7A22D697D53C}"/>
          </ac:spMkLst>
        </pc:spChg>
        <pc:spChg chg="add del">
          <ac:chgData name="Chuck jee Chau (CSD)" userId="7aa7a09e-983f-4214-9e5a-071cbb678e81" providerId="ADAL" clId="{ADB226B6-BFBA-5344-AE2A-D70E0EAC1D3A}" dt="2019-10-08T08:48:18.699" v="406"/>
          <ac:spMkLst>
            <pc:docMk/>
            <pc:sldMk cId="2019434099" sldId="348"/>
            <ac:spMk id="10" creationId="{E8789D11-1AAB-974E-9B41-77AAEE91A45F}"/>
          </ac:spMkLst>
        </pc:spChg>
        <pc:spChg chg="add mod">
          <ac:chgData name="Chuck jee Chau (CSD)" userId="7aa7a09e-983f-4214-9e5a-071cbb678e81" providerId="ADAL" clId="{ADB226B6-BFBA-5344-AE2A-D70E0EAC1D3A}" dt="2019-10-08T10:17:04.491" v="693" actId="20577"/>
          <ac:spMkLst>
            <pc:docMk/>
            <pc:sldMk cId="2019434099" sldId="348"/>
            <ac:spMk id="11" creationId="{00030C5A-58BF-5C42-BCE7-46A9CD4FDE1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30:19.640" v="1703" actId="313"/>
        <pc:sldMkLst>
          <pc:docMk/>
          <pc:sldMk cId="2415219606" sldId="349"/>
        </pc:sldMkLst>
        <pc:spChg chg="del mod">
          <ac:chgData name="Chuck jee Chau (CSD)" userId="7aa7a09e-983f-4214-9e5a-071cbb678e81" providerId="ADAL" clId="{ADB226B6-BFBA-5344-AE2A-D70E0EAC1D3A}" dt="2019-10-08T08:48:23.924" v="409" actId="478"/>
          <ac:spMkLst>
            <pc:docMk/>
            <pc:sldMk cId="2415219606" sldId="349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27:26.268" v="1576" actId="207"/>
          <ac:spMkLst>
            <pc:docMk/>
            <pc:sldMk cId="2415219606" sldId="349"/>
            <ac:spMk id="3" creationId="{AC644283-EFA9-45ED-B2CC-11984A48BDC4}"/>
          </ac:spMkLst>
        </pc:spChg>
        <pc:spChg chg="mod">
          <ac:chgData name="Chuck jee Chau (CSD)" userId="7aa7a09e-983f-4214-9e5a-071cbb678e81" providerId="ADAL" clId="{ADB226B6-BFBA-5344-AE2A-D70E0EAC1D3A}" dt="2019-10-09T04:30:19.640" v="1703" actId="313"/>
          <ac:spMkLst>
            <pc:docMk/>
            <pc:sldMk cId="2415219606" sldId="349"/>
            <ac:spMk id="5" creationId="{00000000-0000-0000-0000-000000000000}"/>
          </ac:spMkLst>
        </pc:spChg>
        <pc:spChg chg="add">
          <ac:chgData name="Chuck jee Chau (CSD)" userId="7aa7a09e-983f-4214-9e5a-071cbb678e81" providerId="ADAL" clId="{ADB226B6-BFBA-5344-AE2A-D70E0EAC1D3A}" dt="2019-10-08T08:47:14.549" v="388"/>
          <ac:spMkLst>
            <pc:docMk/>
            <pc:sldMk cId="2415219606" sldId="349"/>
            <ac:spMk id="7" creationId="{41DC2C83-1514-9648-8B98-5988BE7BA9AE}"/>
          </ac:spMkLst>
        </pc:spChg>
        <pc:spChg chg="add del mod">
          <ac:chgData name="Chuck jee Chau (CSD)" userId="7aa7a09e-983f-4214-9e5a-071cbb678e81" providerId="ADAL" clId="{ADB226B6-BFBA-5344-AE2A-D70E0EAC1D3A}" dt="2019-10-08T08:48:27.530" v="411" actId="478"/>
          <ac:spMkLst>
            <pc:docMk/>
            <pc:sldMk cId="2415219606" sldId="349"/>
            <ac:spMk id="9" creationId="{BEB0F1A0-A62A-C746-9E2E-6A677E4391C2}"/>
          </ac:spMkLst>
        </pc:spChg>
        <pc:spChg chg="add mod">
          <ac:chgData name="Chuck jee Chau (CSD)" userId="7aa7a09e-983f-4214-9e5a-071cbb678e81" providerId="ADAL" clId="{ADB226B6-BFBA-5344-AE2A-D70E0EAC1D3A}" dt="2019-10-08T10:17:06.578" v="694" actId="20577"/>
          <ac:spMkLst>
            <pc:docMk/>
            <pc:sldMk cId="2415219606" sldId="349"/>
            <ac:spMk id="10" creationId="{BF36F34D-9B44-F64A-982F-622212523255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9T04:30:26.469" v="1706" actId="313"/>
        <pc:sldMkLst>
          <pc:docMk/>
          <pc:sldMk cId="3406095453" sldId="350"/>
        </pc:sldMkLst>
        <pc:spChg chg="del mod">
          <ac:chgData name="Chuck jee Chau (CSD)" userId="7aa7a09e-983f-4214-9e5a-071cbb678e81" providerId="ADAL" clId="{ADB226B6-BFBA-5344-AE2A-D70E0EAC1D3A}" dt="2019-10-08T08:48:34.228" v="413" actId="478"/>
          <ac:spMkLst>
            <pc:docMk/>
            <pc:sldMk cId="3406095453" sldId="35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27:28.957" v="1577" actId="207"/>
          <ac:spMkLst>
            <pc:docMk/>
            <pc:sldMk cId="3406095453" sldId="350"/>
            <ac:spMk id="3" creationId="{AC644283-EFA9-45ED-B2CC-11984A48BDC4}"/>
          </ac:spMkLst>
        </pc:spChg>
        <pc:spChg chg="mod">
          <ac:chgData name="Chuck jee Chau (CSD)" userId="7aa7a09e-983f-4214-9e5a-071cbb678e81" providerId="ADAL" clId="{ADB226B6-BFBA-5344-AE2A-D70E0EAC1D3A}" dt="2019-10-09T04:30:26.469" v="1706" actId="313"/>
          <ac:spMkLst>
            <pc:docMk/>
            <pc:sldMk cId="3406095453" sldId="350"/>
            <ac:spMk id="5" creationId="{00000000-0000-0000-0000-000000000000}"/>
          </ac:spMkLst>
        </pc:spChg>
        <pc:spChg chg="add">
          <ac:chgData name="Chuck jee Chau (CSD)" userId="7aa7a09e-983f-4214-9e5a-071cbb678e81" providerId="ADAL" clId="{ADB226B6-BFBA-5344-AE2A-D70E0EAC1D3A}" dt="2019-10-08T08:47:16.134" v="389"/>
          <ac:spMkLst>
            <pc:docMk/>
            <pc:sldMk cId="3406095453" sldId="350"/>
            <ac:spMk id="7" creationId="{84B9455D-5965-7043-A009-A861F0ACAE02}"/>
          </ac:spMkLst>
        </pc:spChg>
        <pc:spChg chg="add del mod">
          <ac:chgData name="Chuck jee Chau (CSD)" userId="7aa7a09e-983f-4214-9e5a-071cbb678e81" providerId="ADAL" clId="{ADB226B6-BFBA-5344-AE2A-D70E0EAC1D3A}" dt="2019-10-08T08:48:35.608" v="414" actId="478"/>
          <ac:spMkLst>
            <pc:docMk/>
            <pc:sldMk cId="3406095453" sldId="350"/>
            <ac:spMk id="9" creationId="{78FA1D40-A76E-B848-8FC6-A6E0A60C7B8E}"/>
          </ac:spMkLst>
        </pc:spChg>
        <pc:spChg chg="add mod">
          <ac:chgData name="Chuck jee Chau (CSD)" userId="7aa7a09e-983f-4214-9e5a-071cbb678e81" providerId="ADAL" clId="{ADB226B6-BFBA-5344-AE2A-D70E0EAC1D3A}" dt="2019-10-08T10:17:09.526" v="695" actId="20577"/>
          <ac:spMkLst>
            <pc:docMk/>
            <pc:sldMk cId="3406095453" sldId="350"/>
            <ac:spMk id="10" creationId="{655B39D9-5497-9542-88DD-32258298D0ED}"/>
          </ac:spMkLst>
        </pc:spChg>
      </pc:sldChg>
      <pc:sldChg chg="modSp">
        <pc:chgData name="Chuck jee Chau (CSD)" userId="7aa7a09e-983f-4214-9e5a-071cbb678e81" providerId="ADAL" clId="{ADB226B6-BFBA-5344-AE2A-D70E0EAC1D3A}" dt="2019-10-09T04:43:29.386" v="2016" actId="207"/>
        <pc:sldMkLst>
          <pc:docMk/>
          <pc:sldMk cId="1034927969" sldId="351"/>
        </pc:sldMkLst>
        <pc:spChg chg="mod">
          <ac:chgData name="Chuck jee Chau (CSD)" userId="7aa7a09e-983f-4214-9e5a-071cbb678e81" providerId="ADAL" clId="{ADB226B6-BFBA-5344-AE2A-D70E0EAC1D3A}" dt="2019-10-09T04:37:51.476" v="1897" actId="404"/>
          <ac:spMkLst>
            <pc:docMk/>
            <pc:sldMk cId="1034927969" sldId="35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05:48.624" v="580" actId="20577"/>
          <ac:spMkLst>
            <pc:docMk/>
            <pc:sldMk cId="1034927969" sldId="351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034927969" sldId="351"/>
            <ac:spMk id="6" creationId="{A9D0D890-8309-4CC7-93B4-79FAF48B6695}"/>
          </ac:spMkLst>
        </pc:spChg>
        <pc:spChg chg="mod">
          <ac:chgData name="Chuck jee Chau (CSD)" userId="7aa7a09e-983f-4214-9e5a-071cbb678e81" providerId="ADAL" clId="{ADB226B6-BFBA-5344-AE2A-D70E0EAC1D3A}" dt="2019-10-09T04:43:29.386" v="2016" actId="207"/>
          <ac:spMkLst>
            <pc:docMk/>
            <pc:sldMk cId="1034927969" sldId="351"/>
            <ac:spMk id="8" creationId="{624133B4-9A77-4D2F-860A-BF1B65B38DA0}"/>
          </ac:spMkLst>
        </pc:spChg>
      </pc:sldChg>
      <pc:sldChg chg="modSp">
        <pc:chgData name="Chuck jee Chau (CSD)" userId="7aa7a09e-983f-4214-9e5a-071cbb678e81" providerId="ADAL" clId="{ADB226B6-BFBA-5344-AE2A-D70E0EAC1D3A}" dt="2019-10-09T04:48:14.409" v="2263" actId="20577"/>
        <pc:sldMkLst>
          <pc:docMk/>
          <pc:sldMk cId="3135408265" sldId="352"/>
        </pc:sldMkLst>
        <pc:spChg chg="mod">
          <ac:chgData name="Chuck jee Chau (CSD)" userId="7aa7a09e-983f-4214-9e5a-071cbb678e81" providerId="ADAL" clId="{ADB226B6-BFBA-5344-AE2A-D70E0EAC1D3A}" dt="2019-10-09T04:48:14.409" v="2263" actId="20577"/>
          <ac:spMkLst>
            <pc:docMk/>
            <pc:sldMk cId="3135408265" sldId="352"/>
            <ac:spMk id="2" creationId="{67B7F4DD-AED8-4E12-8EA8-AF2269439A55}"/>
          </ac:spMkLst>
        </pc:spChg>
        <pc:spChg chg="mod">
          <ac:chgData name="Chuck jee Chau (CSD)" userId="7aa7a09e-983f-4214-9e5a-071cbb678e81" providerId="ADAL" clId="{ADB226B6-BFBA-5344-AE2A-D70E0EAC1D3A}" dt="2019-10-08T10:06:26.248" v="581" actId="113"/>
          <ac:spMkLst>
            <pc:docMk/>
            <pc:sldMk cId="3135408265" sldId="352"/>
            <ac:spMk id="3" creationId="{2E282BE5-BD08-4837-B8CB-1715195633DF}"/>
          </ac:spMkLst>
        </pc:spChg>
      </pc:sldChg>
      <pc:sldChg chg="delSp modSp modNotes">
        <pc:chgData name="Chuck jee Chau (CSD)" userId="7aa7a09e-983f-4214-9e5a-071cbb678e81" providerId="ADAL" clId="{ADB226B6-BFBA-5344-AE2A-D70E0EAC1D3A}" dt="2019-10-09T04:52:21.765" v="2372" actId="20577"/>
        <pc:sldMkLst>
          <pc:docMk/>
          <pc:sldMk cId="965270603" sldId="353"/>
        </pc:sldMkLst>
        <pc:spChg chg="del mod">
          <ac:chgData name="Chuck jee Chau (CSD)" userId="7aa7a09e-983f-4214-9e5a-071cbb678e81" providerId="ADAL" clId="{ADB226B6-BFBA-5344-AE2A-D70E0EAC1D3A}" dt="2019-10-09T04:48:49.397" v="2269" actId="478"/>
          <ac:spMkLst>
            <pc:docMk/>
            <pc:sldMk cId="965270603" sldId="353"/>
            <ac:spMk id="27651" creationId="{00000000-0000-0000-0000-000000000000}"/>
          </ac:spMkLst>
        </pc:spChg>
        <pc:spChg chg="del mod">
          <ac:chgData name="Chuck jee Chau (CSD)" userId="7aa7a09e-983f-4214-9e5a-071cbb678e81" providerId="ADAL" clId="{ADB226B6-BFBA-5344-AE2A-D70E0EAC1D3A}" dt="2019-10-09T04:48:49.397" v="2269" actId="478"/>
          <ac:spMkLst>
            <pc:docMk/>
            <pc:sldMk cId="965270603" sldId="353"/>
            <ac:spMk id="27652" creationId="{00000000-0000-0000-0000-000000000000}"/>
          </ac:spMkLst>
        </pc:spChg>
        <pc:spChg chg="del mod">
          <ac:chgData name="Chuck jee Chau (CSD)" userId="7aa7a09e-983f-4214-9e5a-071cbb678e81" providerId="ADAL" clId="{ADB226B6-BFBA-5344-AE2A-D70E0EAC1D3A}" dt="2019-10-09T04:48:49.397" v="2269" actId="478"/>
          <ac:spMkLst>
            <pc:docMk/>
            <pc:sldMk cId="965270603" sldId="353"/>
            <ac:spMk id="27653" creationId="{00000000-0000-0000-0000-000000000000}"/>
          </ac:spMkLst>
        </pc:spChg>
        <pc:spChg chg="del mod">
          <ac:chgData name="Chuck jee Chau (CSD)" userId="7aa7a09e-983f-4214-9e5a-071cbb678e81" providerId="ADAL" clId="{ADB226B6-BFBA-5344-AE2A-D70E0EAC1D3A}" dt="2019-10-09T04:48:49.397" v="2269" actId="478"/>
          <ac:spMkLst>
            <pc:docMk/>
            <pc:sldMk cId="965270603" sldId="353"/>
            <ac:spMk id="27654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52:21.765" v="2372" actId="20577"/>
          <ac:spMkLst>
            <pc:docMk/>
            <pc:sldMk cId="965270603" sldId="353"/>
            <ac:spMk id="27655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965270603" sldId="353"/>
            <ac:spMk id="27657" creationId="{00000000-0000-0000-0000-000000000000}"/>
          </ac:spMkLst>
        </pc:spChg>
      </pc:sldChg>
      <pc:sldChg chg="addSp delSp modSp modNotes">
        <pc:chgData name="Chuck jee Chau (CSD)" userId="7aa7a09e-983f-4214-9e5a-071cbb678e81" providerId="ADAL" clId="{ADB226B6-BFBA-5344-AE2A-D70E0EAC1D3A}" dt="2019-10-09T04:51:31.994" v="2346" actId="108"/>
        <pc:sldMkLst>
          <pc:docMk/>
          <pc:sldMk cId="3295559441" sldId="354"/>
        </pc:sldMkLst>
        <pc:spChg chg="add">
          <ac:chgData name="Chuck jee Chau (CSD)" userId="7aa7a09e-983f-4214-9e5a-071cbb678e81" providerId="ADAL" clId="{ADB226B6-BFBA-5344-AE2A-D70E0EAC1D3A}" dt="2019-10-08T07:59:32.515" v="147"/>
          <ac:spMkLst>
            <pc:docMk/>
            <pc:sldMk cId="3295559441" sldId="354"/>
            <ac:spMk id="9" creationId="{698BB49E-B9CA-D548-8FDC-6B11245C3DE9}"/>
          </ac:spMkLst>
        </pc:spChg>
        <pc:spChg chg="mod">
          <ac:chgData name="Chuck jee Chau (CSD)" userId="7aa7a09e-983f-4214-9e5a-071cbb678e81" providerId="ADAL" clId="{ADB226B6-BFBA-5344-AE2A-D70E0EAC1D3A}" dt="2019-10-09T04:48:22.532" v="2265" actId="20577"/>
          <ac:spMkLst>
            <pc:docMk/>
            <pc:sldMk cId="3295559441" sldId="354"/>
            <ac:spMk id="13" creationId="{00000000-0000-0000-0000-000000000000}"/>
          </ac:spMkLst>
        </pc:spChg>
        <pc:spChg chg="del">
          <ac:chgData name="Chuck jee Chau (CSD)" userId="7aa7a09e-983f-4214-9e5a-071cbb678e81" providerId="ADAL" clId="{ADB226B6-BFBA-5344-AE2A-D70E0EAC1D3A}" dt="2019-10-08T07:59:31.858" v="146" actId="478"/>
          <ac:spMkLst>
            <pc:docMk/>
            <pc:sldMk cId="3295559441" sldId="354"/>
            <ac:spMk id="2662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51:31.994" v="2346" actId="108"/>
          <ac:spMkLst>
            <pc:docMk/>
            <pc:sldMk cId="3295559441" sldId="354"/>
            <ac:spMk id="26631" creationId="{00000000-0000-0000-0000-000000000000}"/>
          </ac:spMkLst>
        </pc:spChg>
      </pc:sldChg>
      <pc:sldChg chg="addSp delSp modSp addCm modCm">
        <pc:chgData name="Chuck jee Chau (CSD)" userId="7aa7a09e-983f-4214-9e5a-071cbb678e81" providerId="ADAL" clId="{ADB226B6-BFBA-5344-AE2A-D70E0EAC1D3A}" dt="2019-10-09T04:50:55.849" v="2319"/>
        <pc:sldMkLst>
          <pc:docMk/>
          <pc:sldMk cId="591816102" sldId="355"/>
        </pc:sldMkLst>
        <pc:spChg chg="add del mod">
          <ac:chgData name="Chuck jee Chau (CSD)" userId="7aa7a09e-983f-4214-9e5a-071cbb678e81" providerId="ADAL" clId="{ADB226B6-BFBA-5344-AE2A-D70E0EAC1D3A}" dt="2019-10-08T09:06:46.128" v="431" actId="478"/>
          <ac:spMkLst>
            <pc:docMk/>
            <pc:sldMk cId="591816102" sldId="355"/>
            <ac:spMk id="4" creationId="{669DB921-72B0-BF4F-AA3B-3F7A12E66ED3}"/>
          </ac:spMkLst>
        </pc:spChg>
        <pc:spChg chg="add mod">
          <ac:chgData name="Chuck jee Chau (CSD)" userId="7aa7a09e-983f-4214-9e5a-071cbb678e81" providerId="ADAL" clId="{ADB226B6-BFBA-5344-AE2A-D70E0EAC1D3A}" dt="2019-10-08T10:08:09.627" v="591" actId="1076"/>
          <ac:spMkLst>
            <pc:docMk/>
            <pc:sldMk cId="591816102" sldId="355"/>
            <ac:spMk id="5" creationId="{9089A252-FB27-9B40-9CBC-95E224B2401A}"/>
          </ac:spMkLst>
        </pc:spChg>
        <pc:spChg chg="add mod">
          <ac:chgData name="Chuck jee Chau (CSD)" userId="7aa7a09e-983f-4214-9e5a-071cbb678e81" providerId="ADAL" clId="{ADB226B6-BFBA-5344-AE2A-D70E0EAC1D3A}" dt="2019-10-08T10:08:29.536" v="592" actId="11529"/>
          <ac:spMkLst>
            <pc:docMk/>
            <pc:sldMk cId="591816102" sldId="355"/>
            <ac:spMk id="6" creationId="{7620140E-B9F4-BC45-ACD6-E74C4DC489C0}"/>
          </ac:spMkLst>
        </pc:spChg>
        <pc:spChg chg="add">
          <ac:chgData name="Chuck jee Chau (CSD)" userId="7aa7a09e-983f-4214-9e5a-071cbb678e81" providerId="ADAL" clId="{ADB226B6-BFBA-5344-AE2A-D70E0EAC1D3A}" dt="2019-10-08T07:59:29.087" v="145"/>
          <ac:spMkLst>
            <pc:docMk/>
            <pc:sldMk cId="591816102" sldId="355"/>
            <ac:spMk id="7" creationId="{14521823-A01F-2D42-8921-02CE6BA4B88E}"/>
          </ac:spMkLst>
        </pc:spChg>
        <pc:spChg chg="add mod">
          <ac:chgData name="Chuck jee Chau (CSD)" userId="7aa7a09e-983f-4214-9e5a-071cbb678e81" providerId="ADAL" clId="{ADB226B6-BFBA-5344-AE2A-D70E0EAC1D3A}" dt="2019-10-08T10:11:43.017" v="630" actId="171"/>
          <ac:spMkLst>
            <pc:docMk/>
            <pc:sldMk cId="591816102" sldId="355"/>
            <ac:spMk id="8" creationId="{4C28C0C9-48EE-0E45-9A51-B55F485AB07A}"/>
          </ac:spMkLst>
        </pc:spChg>
        <pc:spChg chg="add mod">
          <ac:chgData name="Chuck jee Chau (CSD)" userId="7aa7a09e-983f-4214-9e5a-071cbb678e81" providerId="ADAL" clId="{ADB226B6-BFBA-5344-AE2A-D70E0EAC1D3A}" dt="2019-10-09T04:49:31.600" v="2276" actId="20577"/>
          <ac:spMkLst>
            <pc:docMk/>
            <pc:sldMk cId="591816102" sldId="355"/>
            <ac:spMk id="9" creationId="{F4F5F3CE-A85D-D644-99CD-D527CAD2526E}"/>
          </ac:spMkLst>
        </pc:spChg>
        <pc:spChg chg="add del">
          <ac:chgData name="Chuck jee Chau (CSD)" userId="7aa7a09e-983f-4214-9e5a-071cbb678e81" providerId="ADAL" clId="{ADB226B6-BFBA-5344-AE2A-D70E0EAC1D3A}" dt="2019-10-08T09:06:44.189" v="430"/>
          <ac:spMkLst>
            <pc:docMk/>
            <pc:sldMk cId="591816102" sldId="355"/>
            <ac:spMk id="10" creationId="{8D0C438C-B6C8-9045-A70B-C9B6435CA628}"/>
          </ac:spMkLst>
        </pc:spChg>
        <pc:spChg chg="add mod">
          <ac:chgData name="Chuck jee Chau (CSD)" userId="7aa7a09e-983f-4214-9e5a-071cbb678e81" providerId="ADAL" clId="{ADB226B6-BFBA-5344-AE2A-D70E0EAC1D3A}" dt="2019-10-09T04:48:19.824" v="2264" actId="20577"/>
          <ac:spMkLst>
            <pc:docMk/>
            <pc:sldMk cId="591816102" sldId="355"/>
            <ac:spMk id="11" creationId="{5D1C10DA-7C78-4A4F-BB32-0E939D3FB645}"/>
          </ac:spMkLst>
        </pc:spChg>
        <pc:spChg chg="add mod">
          <ac:chgData name="Chuck jee Chau (CSD)" userId="7aa7a09e-983f-4214-9e5a-071cbb678e81" providerId="ADAL" clId="{ADB226B6-BFBA-5344-AE2A-D70E0EAC1D3A}" dt="2019-10-08T10:08:33.504" v="593" actId="571"/>
          <ac:spMkLst>
            <pc:docMk/>
            <pc:sldMk cId="591816102" sldId="355"/>
            <ac:spMk id="14" creationId="{9BB69428-7980-8648-8D6E-46717BC43227}"/>
          </ac:spMkLst>
        </pc:spChg>
        <pc:spChg chg="add mod">
          <ac:chgData name="Chuck jee Chau (CSD)" userId="7aa7a09e-983f-4214-9e5a-071cbb678e81" providerId="ADAL" clId="{ADB226B6-BFBA-5344-AE2A-D70E0EAC1D3A}" dt="2019-10-08T10:08:58.986" v="596" actId="1076"/>
          <ac:spMkLst>
            <pc:docMk/>
            <pc:sldMk cId="591816102" sldId="355"/>
            <ac:spMk id="15" creationId="{E62834EA-6461-3941-9149-C79706CA0CC9}"/>
          </ac:spMkLst>
        </pc:spChg>
        <pc:spChg chg="add mod">
          <ac:chgData name="Chuck jee Chau (CSD)" userId="7aa7a09e-983f-4214-9e5a-071cbb678e81" providerId="ADAL" clId="{ADB226B6-BFBA-5344-AE2A-D70E0EAC1D3A}" dt="2019-10-08T10:09:14.635" v="599" actId="1076"/>
          <ac:spMkLst>
            <pc:docMk/>
            <pc:sldMk cId="591816102" sldId="355"/>
            <ac:spMk id="16" creationId="{3593FC51-C441-7C46-B687-7BC03DE3E8E7}"/>
          </ac:spMkLst>
        </pc:spChg>
        <pc:spChg chg="add mod">
          <ac:chgData name="Chuck jee Chau (CSD)" userId="7aa7a09e-983f-4214-9e5a-071cbb678e81" providerId="ADAL" clId="{ADB226B6-BFBA-5344-AE2A-D70E0EAC1D3A}" dt="2019-10-08T10:09:38.383" v="605" actId="1076"/>
          <ac:spMkLst>
            <pc:docMk/>
            <pc:sldMk cId="591816102" sldId="355"/>
            <ac:spMk id="17" creationId="{2EDB936B-19BD-2E45-BDCF-87C334F3EA29}"/>
          </ac:spMkLst>
        </pc:spChg>
        <pc:spChg chg="del">
          <ac:chgData name="Chuck jee Chau (CSD)" userId="7aa7a09e-983f-4214-9e5a-071cbb678e81" providerId="ADAL" clId="{ADB226B6-BFBA-5344-AE2A-D70E0EAC1D3A}" dt="2019-10-08T07:59:28.360" v="144" actId="478"/>
          <ac:spMkLst>
            <pc:docMk/>
            <pc:sldMk cId="591816102" sldId="355"/>
            <ac:spMk id="25602" creationId="{00000000-0000-0000-0000-000000000000}"/>
          </ac:spMkLst>
        </pc:spChg>
        <pc:spChg chg="del mod">
          <ac:chgData name="Chuck jee Chau (CSD)" userId="7aa7a09e-983f-4214-9e5a-071cbb678e81" providerId="ADAL" clId="{ADB226B6-BFBA-5344-AE2A-D70E0EAC1D3A}" dt="2019-10-08T09:06:42.598" v="428" actId="478"/>
          <ac:spMkLst>
            <pc:docMk/>
            <pc:sldMk cId="591816102" sldId="355"/>
            <ac:spMk id="25603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06:39.303" v="582" actId="20577"/>
          <ac:spMkLst>
            <pc:docMk/>
            <pc:sldMk cId="591816102" sldId="355"/>
            <ac:spMk id="25641" creationId="{00000000-0000-0000-0000-000000000000}"/>
          </ac:spMkLst>
        </pc:spChg>
        <pc:graphicFrameChg chg="mod modGraphic">
          <ac:chgData name="Chuck jee Chau (CSD)" userId="7aa7a09e-983f-4214-9e5a-071cbb678e81" providerId="ADAL" clId="{ADB226B6-BFBA-5344-AE2A-D70E0EAC1D3A}" dt="2019-10-09T04:50:30.025" v="2317" actId="20577"/>
          <ac:graphicFrameMkLst>
            <pc:docMk/>
            <pc:sldMk cId="591816102" sldId="355"/>
            <ac:graphicFrameMk id="537700" creationId="{00000000-0000-0000-0000-000000000000}"/>
          </ac:graphicFrameMkLst>
        </pc:graphicFrameChg>
      </pc:sldChg>
      <pc:sldChg chg="addSp delSp modSp">
        <pc:chgData name="Chuck jee Chau (CSD)" userId="7aa7a09e-983f-4214-9e5a-071cbb678e81" providerId="ADAL" clId="{ADB226B6-BFBA-5344-AE2A-D70E0EAC1D3A}" dt="2019-10-08T08:03:31.937" v="180"/>
        <pc:sldMkLst>
          <pc:docMk/>
          <pc:sldMk cId="3679510911" sldId="356"/>
        </pc:sldMkLst>
        <pc:spChg chg="add">
          <ac:chgData name="Chuck jee Chau (CSD)" userId="7aa7a09e-983f-4214-9e5a-071cbb678e81" providerId="ADAL" clId="{ADB226B6-BFBA-5344-AE2A-D70E0EAC1D3A}" dt="2019-10-08T07:59:23.702" v="143"/>
          <ac:spMkLst>
            <pc:docMk/>
            <pc:sldMk cId="3679510911" sldId="356"/>
            <ac:spMk id="6" creationId="{E915036E-B0D0-8144-828E-321CA19F30CA}"/>
          </ac:spMkLst>
        </pc:spChg>
        <pc:spChg chg="del">
          <ac:chgData name="Chuck jee Chau (CSD)" userId="7aa7a09e-983f-4214-9e5a-071cbb678e81" providerId="ADAL" clId="{ADB226B6-BFBA-5344-AE2A-D70E0EAC1D3A}" dt="2019-10-08T07:59:21.833" v="142" actId="478"/>
          <ac:spMkLst>
            <pc:docMk/>
            <pc:sldMk cId="3679510911" sldId="356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679510911" sldId="356"/>
            <ac:spMk id="22531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3679510911" sldId="356"/>
            <ac:spMk id="22532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DB226B6-BFBA-5344-AE2A-D70E0EAC1D3A}" dt="2019-10-08T10:05:04.692" v="570" actId="20577"/>
        <pc:sldMkLst>
          <pc:docMk/>
          <pc:sldMk cId="1741911581" sldId="357"/>
        </pc:sldMkLst>
        <pc:spChg chg="add del mod">
          <ac:chgData name="Chuck jee Chau (CSD)" userId="7aa7a09e-983f-4214-9e5a-071cbb678e81" providerId="ADAL" clId="{ADB226B6-BFBA-5344-AE2A-D70E0EAC1D3A}" dt="2019-10-08T07:59:17.479" v="140"/>
          <ac:spMkLst>
            <pc:docMk/>
            <pc:sldMk cId="1741911581" sldId="357"/>
            <ac:spMk id="5" creationId="{6B30851D-4ABB-0B4F-9918-39D4DEBDE84B}"/>
          </ac:spMkLst>
        </pc:spChg>
        <pc:spChg chg="add">
          <ac:chgData name="Chuck jee Chau (CSD)" userId="7aa7a09e-983f-4214-9e5a-071cbb678e81" providerId="ADAL" clId="{ADB226B6-BFBA-5344-AE2A-D70E0EAC1D3A}" dt="2019-10-08T07:59:18.843" v="141"/>
          <ac:spMkLst>
            <pc:docMk/>
            <pc:sldMk cId="1741911581" sldId="357"/>
            <ac:spMk id="6" creationId="{6BED463E-604F-FB4E-87D7-A1B3B201F692}"/>
          </ac:spMkLst>
        </pc:spChg>
        <pc:spChg chg="del">
          <ac:chgData name="Chuck jee Chau (CSD)" userId="7aa7a09e-983f-4214-9e5a-071cbb678e81" providerId="ADAL" clId="{ADB226B6-BFBA-5344-AE2A-D70E0EAC1D3A}" dt="2019-10-08T07:59:12.889" v="135" actId="478"/>
          <ac:spMkLst>
            <pc:docMk/>
            <pc:sldMk cId="1741911581" sldId="357"/>
            <ac:spMk id="21506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1741911581" sldId="357"/>
            <ac:spMk id="21507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8T10:05:04.692" v="570" actId="20577"/>
          <ac:spMkLst>
            <pc:docMk/>
            <pc:sldMk cId="1741911581" sldId="357"/>
            <ac:spMk id="21508" creationId="{00000000-0000-0000-0000-000000000000}"/>
          </ac:spMkLst>
        </pc:spChg>
      </pc:sldChg>
      <pc:sldChg chg="modSp">
        <pc:chgData name="Chuck jee Chau (CSD)" userId="7aa7a09e-983f-4214-9e5a-071cbb678e81" providerId="ADAL" clId="{ADB226B6-BFBA-5344-AE2A-D70E0EAC1D3A}" dt="2019-10-08T09:07:21.468" v="440" actId="404"/>
        <pc:sldMkLst>
          <pc:docMk/>
          <pc:sldMk cId="2472890935" sldId="358"/>
        </pc:sldMkLst>
        <pc:spChg chg="mod">
          <ac:chgData name="Chuck jee Chau (CSD)" userId="7aa7a09e-983f-4214-9e5a-071cbb678e81" providerId="ADAL" clId="{ADB226B6-BFBA-5344-AE2A-D70E0EAC1D3A}" dt="2019-10-08T09:07:21.468" v="440" actId="404"/>
          <ac:spMkLst>
            <pc:docMk/>
            <pc:sldMk cId="2472890935" sldId="358"/>
            <ac:spMk id="2" creationId="{1C9E5359-96DA-439D-B492-80E0A286C89E}"/>
          </ac:spMkLst>
        </pc:spChg>
        <pc:spChg chg="mod">
          <ac:chgData name="Chuck jee Chau (CSD)" userId="7aa7a09e-983f-4214-9e5a-071cbb678e81" providerId="ADAL" clId="{ADB226B6-BFBA-5344-AE2A-D70E0EAC1D3A}" dt="2019-10-08T08:03:31.937" v="180"/>
          <ac:spMkLst>
            <pc:docMk/>
            <pc:sldMk cId="2472890935" sldId="358"/>
            <ac:spMk id="3" creationId="{6703D752-28EC-476B-A834-38CFC59352B7}"/>
          </ac:spMkLst>
        </pc:spChg>
      </pc:sldChg>
      <pc:sldChg chg="modSp add">
        <pc:chgData name="Chuck jee Chau (CSD)" userId="7aa7a09e-983f-4214-9e5a-071cbb678e81" providerId="ADAL" clId="{ADB226B6-BFBA-5344-AE2A-D70E0EAC1D3A}" dt="2019-10-09T04:37:36.669" v="1893" actId="20577"/>
        <pc:sldMkLst>
          <pc:docMk/>
          <pc:sldMk cId="3065016898" sldId="359"/>
        </pc:sldMkLst>
        <pc:spChg chg="mod">
          <ac:chgData name="Chuck jee Chau (CSD)" userId="7aa7a09e-983f-4214-9e5a-071cbb678e81" providerId="ADAL" clId="{ADB226B6-BFBA-5344-AE2A-D70E0EAC1D3A}" dt="2019-10-08T07:57:34.259" v="20" actId="20577"/>
          <ac:spMkLst>
            <pc:docMk/>
            <pc:sldMk cId="3065016898" sldId="359"/>
            <ac:spMk id="2" creationId="{71D53A5F-DFE1-3C46-B046-3B731DAFF9A5}"/>
          </ac:spMkLst>
        </pc:spChg>
        <pc:spChg chg="mod">
          <ac:chgData name="Chuck jee Chau (CSD)" userId="7aa7a09e-983f-4214-9e5a-071cbb678e81" providerId="ADAL" clId="{ADB226B6-BFBA-5344-AE2A-D70E0EAC1D3A}" dt="2019-10-09T04:37:36.669" v="1893" actId="20577"/>
          <ac:spMkLst>
            <pc:docMk/>
            <pc:sldMk cId="3065016898" sldId="359"/>
            <ac:spMk id="3" creationId="{9F0ACB8D-7BCB-F949-937F-E7E5774D240C}"/>
          </ac:spMkLst>
        </pc:spChg>
      </pc:sldChg>
      <pc:sldChg chg="modSp add">
        <pc:chgData name="Chuck jee Chau (CSD)" userId="7aa7a09e-983f-4214-9e5a-071cbb678e81" providerId="ADAL" clId="{ADB226B6-BFBA-5344-AE2A-D70E0EAC1D3A}" dt="2019-10-08T10:21:01.363" v="802" actId="2711"/>
        <pc:sldMkLst>
          <pc:docMk/>
          <pc:sldMk cId="681097634" sldId="360"/>
        </pc:sldMkLst>
        <pc:spChg chg="mod">
          <ac:chgData name="Chuck jee Chau (CSD)" userId="7aa7a09e-983f-4214-9e5a-071cbb678e81" providerId="ADAL" clId="{ADB226B6-BFBA-5344-AE2A-D70E0EAC1D3A}" dt="2019-10-08T09:07:29.048" v="449" actId="20577"/>
          <ac:spMkLst>
            <pc:docMk/>
            <pc:sldMk cId="681097634" sldId="360"/>
            <ac:spMk id="2" creationId="{89AD610D-8F10-7347-879E-8C590721BC75}"/>
          </ac:spMkLst>
        </pc:spChg>
        <pc:spChg chg="mod">
          <ac:chgData name="Chuck jee Chau (CSD)" userId="7aa7a09e-983f-4214-9e5a-071cbb678e81" providerId="ADAL" clId="{ADB226B6-BFBA-5344-AE2A-D70E0EAC1D3A}" dt="2019-10-08T10:21:01.363" v="802" actId="2711"/>
          <ac:spMkLst>
            <pc:docMk/>
            <pc:sldMk cId="681097634" sldId="360"/>
            <ac:spMk id="3" creationId="{36241DA4-F783-1245-A34D-BF439A44EDA1}"/>
          </ac:spMkLst>
        </pc:spChg>
      </pc:sldChg>
      <pc:sldChg chg="add del">
        <pc:chgData name="Chuck jee Chau (CSD)" userId="7aa7a09e-983f-4214-9e5a-071cbb678e81" providerId="ADAL" clId="{ADB226B6-BFBA-5344-AE2A-D70E0EAC1D3A}" dt="2019-10-09T03:55:55.791" v="805" actId="2696"/>
        <pc:sldMkLst>
          <pc:docMk/>
          <pc:sldMk cId="1658150549" sldId="361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04:15.312" v="1009" actId="20577"/>
        <pc:sldMkLst>
          <pc:docMk/>
          <pc:sldMk cId="3114149895" sldId="362"/>
        </pc:sldMkLst>
        <pc:spChg chg="add mod">
          <ac:chgData name="Chuck jee Chau (CSD)" userId="7aa7a09e-983f-4214-9e5a-071cbb678e81" providerId="ADAL" clId="{ADB226B6-BFBA-5344-AE2A-D70E0EAC1D3A}" dt="2019-10-09T04:00:15.236" v="977" actId="1582"/>
          <ac:spMkLst>
            <pc:docMk/>
            <pc:sldMk cId="3114149895" sldId="362"/>
            <ac:spMk id="2" creationId="{CFFD8424-A5D4-E747-899D-7F3480333B8E}"/>
          </ac:spMkLst>
        </pc:spChg>
        <pc:spChg chg="add mod">
          <ac:chgData name="Chuck jee Chau (CSD)" userId="7aa7a09e-983f-4214-9e5a-071cbb678e81" providerId="ADAL" clId="{ADB226B6-BFBA-5344-AE2A-D70E0EAC1D3A}" dt="2019-10-09T04:00:29.186" v="993" actId="1076"/>
          <ac:spMkLst>
            <pc:docMk/>
            <pc:sldMk cId="3114149895" sldId="362"/>
            <ac:spMk id="3" creationId="{FA24DCD2-43C5-4046-A15C-8C126FF2276C}"/>
          </ac:spMkLst>
        </pc:spChg>
        <pc:spChg chg="mod">
          <ac:chgData name="Chuck jee Chau (CSD)" userId="7aa7a09e-983f-4214-9e5a-071cbb678e81" providerId="ADAL" clId="{ADB226B6-BFBA-5344-AE2A-D70E0EAC1D3A}" dt="2019-10-09T03:56:56.101" v="814" actId="1076"/>
          <ac:spMkLst>
            <pc:docMk/>
            <pc:sldMk cId="3114149895" sldId="362"/>
            <ac:spMk id="7" creationId="{4D63FF8B-A356-6A47-9C69-E009B77B013D}"/>
          </ac:spMkLst>
        </pc:spChg>
        <pc:spChg chg="add mod">
          <ac:chgData name="Chuck jee Chau (CSD)" userId="7aa7a09e-983f-4214-9e5a-071cbb678e81" providerId="ADAL" clId="{ADB226B6-BFBA-5344-AE2A-D70E0EAC1D3A}" dt="2019-10-09T03:58:06.708" v="831" actId="14100"/>
          <ac:spMkLst>
            <pc:docMk/>
            <pc:sldMk cId="3114149895" sldId="362"/>
            <ac:spMk id="8" creationId="{06B8DE6F-EE3A-784C-A6F6-3FADA2AE60A6}"/>
          </ac:spMkLst>
        </pc:spChg>
        <pc:spChg chg="add mod">
          <ac:chgData name="Chuck jee Chau (CSD)" userId="7aa7a09e-983f-4214-9e5a-071cbb678e81" providerId="ADAL" clId="{ADB226B6-BFBA-5344-AE2A-D70E0EAC1D3A}" dt="2019-10-09T03:59:39.807" v="974" actId="20577"/>
          <ac:spMkLst>
            <pc:docMk/>
            <pc:sldMk cId="3114149895" sldId="362"/>
            <ac:spMk id="9" creationId="{32C6592F-6F3A-D14E-A358-7409B39A90D2}"/>
          </ac:spMkLst>
        </pc:spChg>
        <pc:spChg chg="mod">
          <ac:chgData name="Chuck jee Chau (CSD)" userId="7aa7a09e-983f-4214-9e5a-071cbb678e81" providerId="ADAL" clId="{ADB226B6-BFBA-5344-AE2A-D70E0EAC1D3A}" dt="2019-10-09T03:56:02.560" v="807" actId="404"/>
          <ac:spMkLst>
            <pc:docMk/>
            <pc:sldMk cId="3114149895" sldId="362"/>
            <ac:spMk id="11267" creationId="{00000000-0000-0000-0000-000000000000}"/>
          </ac:spMkLst>
        </pc:spChg>
        <pc:spChg chg="del">
          <ac:chgData name="Chuck jee Chau (CSD)" userId="7aa7a09e-983f-4214-9e5a-071cbb678e81" providerId="ADAL" clId="{ADB226B6-BFBA-5344-AE2A-D70E0EAC1D3A}" dt="2019-10-09T03:56:20.514" v="810" actId="478"/>
          <ac:spMkLst>
            <pc:docMk/>
            <pc:sldMk cId="3114149895" sldId="362"/>
            <ac:spMk id="11268" creationId="{00000000-0000-0000-0000-000000000000}"/>
          </ac:spMkLst>
        </pc:spChg>
        <pc:spChg chg="mod">
          <ac:chgData name="Chuck jee Chau (CSD)" userId="7aa7a09e-983f-4214-9e5a-071cbb678e81" providerId="ADAL" clId="{ADB226B6-BFBA-5344-AE2A-D70E0EAC1D3A}" dt="2019-10-09T04:04:15.312" v="1009" actId="20577"/>
          <ac:spMkLst>
            <pc:docMk/>
            <pc:sldMk cId="3114149895" sldId="362"/>
            <ac:spMk id="11269" creationId="{00000000-0000-0000-0000-000000000000}"/>
          </ac:spMkLst>
        </pc:spChg>
        <pc:cxnChg chg="add mod">
          <ac:chgData name="Chuck jee Chau (CSD)" userId="7aa7a09e-983f-4214-9e5a-071cbb678e81" providerId="ADAL" clId="{ADB226B6-BFBA-5344-AE2A-D70E0EAC1D3A}" dt="2019-10-09T04:01:49.898" v="999" actId="14100"/>
          <ac:cxnSpMkLst>
            <pc:docMk/>
            <pc:sldMk cId="3114149895" sldId="362"/>
            <ac:cxnSpMk id="5" creationId="{7E04257F-2FE1-964C-8113-F359724E0650}"/>
          </ac:cxnSpMkLst>
        </pc:cxnChg>
      </pc:sldChg>
      <pc:sldChg chg="addSp delSp modSp add addCm modCm">
        <pc:chgData name="Chuck jee Chau (CSD)" userId="7aa7a09e-983f-4214-9e5a-071cbb678e81" providerId="ADAL" clId="{ADB226B6-BFBA-5344-AE2A-D70E0EAC1D3A}" dt="2019-10-09T04:24:40.890" v="1562"/>
        <pc:sldMkLst>
          <pc:docMk/>
          <pc:sldMk cId="2472512755" sldId="363"/>
        </pc:sldMkLst>
        <pc:spChg chg="add mod">
          <ac:chgData name="Chuck jee Chau (CSD)" userId="7aa7a09e-983f-4214-9e5a-071cbb678e81" providerId="ADAL" clId="{ADB226B6-BFBA-5344-AE2A-D70E0EAC1D3A}" dt="2019-10-09T04:23:59.719" v="1558" actId="1076"/>
          <ac:spMkLst>
            <pc:docMk/>
            <pc:sldMk cId="2472512755" sldId="363"/>
            <ac:spMk id="4" creationId="{6E2E6FAB-CEEB-C549-A33B-EE3AD65895A1}"/>
          </ac:spMkLst>
        </pc:spChg>
        <pc:spChg chg="mod">
          <ac:chgData name="Chuck jee Chau (CSD)" userId="7aa7a09e-983f-4214-9e5a-071cbb678e81" providerId="ADAL" clId="{ADB226B6-BFBA-5344-AE2A-D70E0EAC1D3A}" dt="2019-10-09T04:24:12.769" v="1560" actId="14100"/>
          <ac:spMkLst>
            <pc:docMk/>
            <pc:sldMk cId="2472512755" sldId="363"/>
            <ac:spMk id="6" creationId="{3B2C4FD4-3FDE-3940-99AF-2FC750A6BCC5}"/>
          </ac:spMkLst>
        </pc:spChg>
        <pc:spChg chg="mod">
          <ac:chgData name="Chuck jee Chau (CSD)" userId="7aa7a09e-983f-4214-9e5a-071cbb678e81" providerId="ADAL" clId="{ADB226B6-BFBA-5344-AE2A-D70E0EAC1D3A}" dt="2019-10-09T04:23:39.703" v="1555" actId="1076"/>
          <ac:spMkLst>
            <pc:docMk/>
            <pc:sldMk cId="2472512755" sldId="363"/>
            <ac:spMk id="7" creationId="{DB9BE101-1D8B-5F4E-BD7D-6D53A73E48DA}"/>
          </ac:spMkLst>
        </pc:spChg>
        <pc:spChg chg="add del mod">
          <ac:chgData name="Chuck jee Chau (CSD)" userId="7aa7a09e-983f-4214-9e5a-071cbb678e81" providerId="ADAL" clId="{ADB226B6-BFBA-5344-AE2A-D70E0EAC1D3A}" dt="2019-10-09T04:19:59.270" v="1413" actId="478"/>
          <ac:spMkLst>
            <pc:docMk/>
            <pc:sldMk cId="2472512755" sldId="363"/>
            <ac:spMk id="8" creationId="{6CC2613B-4675-854F-BB82-F55F285E8CE9}"/>
          </ac:spMkLst>
        </pc:spChg>
        <pc:spChg chg="add mod">
          <ac:chgData name="Chuck jee Chau (CSD)" userId="7aa7a09e-983f-4214-9e5a-071cbb678e81" providerId="ADAL" clId="{ADB226B6-BFBA-5344-AE2A-D70E0EAC1D3A}" dt="2019-10-09T04:24:04.184" v="1559" actId="1076"/>
          <ac:spMkLst>
            <pc:docMk/>
            <pc:sldMk cId="2472512755" sldId="363"/>
            <ac:spMk id="9" creationId="{946CB364-BA0D-2C49-920E-895938080694}"/>
          </ac:spMkLst>
        </pc:spChg>
        <pc:spChg chg="add del mod">
          <ac:chgData name="Chuck jee Chau (CSD)" userId="7aa7a09e-983f-4214-9e5a-071cbb678e81" providerId="ADAL" clId="{ADB226B6-BFBA-5344-AE2A-D70E0EAC1D3A}" dt="2019-10-09T04:24:12.769" v="1560" actId="14100"/>
          <ac:spMkLst>
            <pc:docMk/>
            <pc:sldMk cId="2472512755" sldId="363"/>
            <ac:spMk id="11269" creationId="{00000000-0000-0000-0000-000000000000}"/>
          </ac:spMkLst>
        </pc:spChg>
        <pc:cxnChg chg="add mod">
          <ac:chgData name="Chuck jee Chau (CSD)" userId="7aa7a09e-983f-4214-9e5a-071cbb678e81" providerId="ADAL" clId="{ADB226B6-BFBA-5344-AE2A-D70E0EAC1D3A}" dt="2019-10-09T04:23:44.002" v="1556" actId="14100"/>
          <ac:cxnSpMkLst>
            <pc:docMk/>
            <pc:sldMk cId="2472512755" sldId="363"/>
            <ac:cxnSpMk id="3" creationId="{C0DB0549-514F-8143-AAE0-E45252062E59}"/>
          </ac:cxnSpMkLst>
        </pc:cxnChg>
        <pc:cxnChg chg="add mod">
          <ac:chgData name="Chuck jee Chau (CSD)" userId="7aa7a09e-983f-4214-9e5a-071cbb678e81" providerId="ADAL" clId="{ADB226B6-BFBA-5344-AE2A-D70E0EAC1D3A}" dt="2019-10-09T04:23:47.310" v="1557" actId="14100"/>
          <ac:cxnSpMkLst>
            <pc:docMk/>
            <pc:sldMk cId="2472512755" sldId="363"/>
            <ac:cxnSpMk id="10" creationId="{84865E8A-AB9D-924E-A1BF-5154AE1B3189}"/>
          </ac:cxnSpMkLst>
        </pc:cxnChg>
      </pc:sldChg>
      <pc:sldChg chg="add del">
        <pc:chgData name="Chuck jee Chau (CSD)" userId="7aa7a09e-983f-4214-9e5a-071cbb678e81" providerId="ADAL" clId="{ADB226B6-BFBA-5344-AE2A-D70E0EAC1D3A}" dt="2019-10-09T04:39:33.588" v="1900" actId="2696"/>
        <pc:sldMkLst>
          <pc:docMk/>
          <pc:sldMk cId="1865495489" sldId="364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48:05.762" v="2258"/>
        <pc:sldMkLst>
          <pc:docMk/>
          <pc:sldMk cId="2847907901" sldId="365"/>
        </pc:sldMkLst>
        <pc:spChg chg="mod">
          <ac:chgData name="Chuck jee Chau (CSD)" userId="7aa7a09e-983f-4214-9e5a-071cbb678e81" providerId="ADAL" clId="{ADB226B6-BFBA-5344-AE2A-D70E0EAC1D3A}" dt="2019-10-09T04:46:16.863" v="2190" actId="20577"/>
          <ac:spMkLst>
            <pc:docMk/>
            <pc:sldMk cId="2847907901" sldId="365"/>
            <ac:spMk id="3" creationId="{00000000-0000-0000-0000-000000000000}"/>
          </ac:spMkLst>
        </pc:spChg>
        <pc:spChg chg="add del mod">
          <ac:chgData name="Chuck jee Chau (CSD)" userId="7aa7a09e-983f-4214-9e5a-071cbb678e81" providerId="ADAL" clId="{ADB226B6-BFBA-5344-AE2A-D70E0EAC1D3A}" dt="2019-10-09T04:44:47.029" v="2094"/>
          <ac:spMkLst>
            <pc:docMk/>
            <pc:sldMk cId="2847907901" sldId="365"/>
            <ac:spMk id="5" creationId="{B2C7388C-8616-B345-8707-5E9674F93F97}"/>
          </ac:spMkLst>
        </pc:spChg>
        <pc:spChg chg="mod">
          <ac:chgData name="Chuck jee Chau (CSD)" userId="7aa7a09e-983f-4214-9e5a-071cbb678e81" providerId="ADAL" clId="{ADB226B6-BFBA-5344-AE2A-D70E0EAC1D3A}" dt="2019-10-09T04:46:22.139" v="2195" actId="1036"/>
          <ac:spMkLst>
            <pc:docMk/>
            <pc:sldMk cId="2847907901" sldId="365"/>
            <ac:spMk id="6" creationId="{A9D0D890-8309-4CC7-93B4-79FAF48B6695}"/>
          </ac:spMkLst>
        </pc:spChg>
        <pc:spChg chg="add del mod">
          <ac:chgData name="Chuck jee Chau (CSD)" userId="7aa7a09e-983f-4214-9e5a-071cbb678e81" providerId="ADAL" clId="{ADB226B6-BFBA-5344-AE2A-D70E0EAC1D3A}" dt="2019-10-09T04:44:47.029" v="2094"/>
          <ac:spMkLst>
            <pc:docMk/>
            <pc:sldMk cId="2847907901" sldId="365"/>
            <ac:spMk id="7" creationId="{721102F2-B749-2D41-81F2-D7AA2C648784}"/>
          </ac:spMkLst>
        </pc:spChg>
        <pc:spChg chg="mod">
          <ac:chgData name="Chuck jee Chau (CSD)" userId="7aa7a09e-983f-4214-9e5a-071cbb678e81" providerId="ADAL" clId="{ADB226B6-BFBA-5344-AE2A-D70E0EAC1D3A}" dt="2019-10-09T04:46:22.139" v="2195" actId="1036"/>
          <ac:spMkLst>
            <pc:docMk/>
            <pc:sldMk cId="2847907901" sldId="365"/>
            <ac:spMk id="8" creationId="{624133B4-9A77-4D2F-860A-BF1B65B38DA0}"/>
          </ac:spMkLst>
        </pc:spChg>
        <pc:spChg chg="add del mod">
          <ac:chgData name="Chuck jee Chau (CSD)" userId="7aa7a09e-983f-4214-9e5a-071cbb678e81" providerId="ADAL" clId="{ADB226B6-BFBA-5344-AE2A-D70E0EAC1D3A}" dt="2019-10-09T04:44:47.029" v="2094"/>
          <ac:spMkLst>
            <pc:docMk/>
            <pc:sldMk cId="2847907901" sldId="365"/>
            <ac:spMk id="9" creationId="{5B4869D2-1761-B04A-9CAA-D759D5679D2A}"/>
          </ac:spMkLst>
        </pc:spChg>
        <pc:spChg chg="add mod">
          <ac:chgData name="Chuck jee Chau (CSD)" userId="7aa7a09e-983f-4214-9e5a-071cbb678e81" providerId="ADAL" clId="{ADB226B6-BFBA-5344-AE2A-D70E0EAC1D3A}" dt="2019-10-09T04:47:43.649" v="2256" actId="14100"/>
          <ac:spMkLst>
            <pc:docMk/>
            <pc:sldMk cId="2847907901" sldId="365"/>
            <ac:spMk id="10" creationId="{1FE09909-33B5-7148-9C65-3916C6577CA2}"/>
          </ac:spMkLst>
        </pc:spChg>
      </pc:sldChg>
    </pc:docChg>
  </pc:docChgLst>
  <pc:docChgLst>
    <pc:chgData name="Pui Kit Ma (IEG)" userId="7491770a-93d8-4fd6-9e87-099644e11076" providerId="ADAL" clId="{9DA550AF-0566-442B-A5FF-DA55B9A68A92}"/>
    <pc:docChg chg="undo redo custSel addSld delSld modSld sldOrd">
      <pc:chgData name="Pui Kit Ma (IEG)" userId="7491770a-93d8-4fd6-9e87-099644e11076" providerId="ADAL" clId="{9DA550AF-0566-442B-A5FF-DA55B9A68A92}" dt="2024-10-15T21:32:38.332" v="1778" actId="20577"/>
      <pc:docMkLst>
        <pc:docMk/>
      </pc:docMkLst>
      <pc:sldChg chg="del">
        <pc:chgData name="Pui Kit Ma (IEG)" userId="7491770a-93d8-4fd6-9e87-099644e11076" providerId="ADAL" clId="{9DA550AF-0566-442B-A5FF-DA55B9A68A92}" dt="2024-10-15T21:02:56.994" v="938" actId="47"/>
        <pc:sldMkLst>
          <pc:docMk/>
          <pc:sldMk cId="1438276141" sldId="323"/>
        </pc:sldMkLst>
      </pc:sldChg>
      <pc:sldChg chg="del">
        <pc:chgData name="Pui Kit Ma (IEG)" userId="7491770a-93d8-4fd6-9e87-099644e11076" providerId="ADAL" clId="{9DA550AF-0566-442B-A5FF-DA55B9A68A92}" dt="2024-10-15T21:02:56.994" v="938" actId="47"/>
        <pc:sldMkLst>
          <pc:docMk/>
          <pc:sldMk cId="1230929561" sldId="325"/>
        </pc:sldMkLst>
      </pc:sldChg>
      <pc:sldChg chg="del">
        <pc:chgData name="Pui Kit Ma (IEG)" userId="7491770a-93d8-4fd6-9e87-099644e11076" providerId="ADAL" clId="{9DA550AF-0566-442B-A5FF-DA55B9A68A92}" dt="2024-10-15T21:02:56.994" v="938" actId="47"/>
        <pc:sldMkLst>
          <pc:docMk/>
          <pc:sldMk cId="1667810930" sldId="329"/>
        </pc:sldMkLst>
      </pc:sldChg>
      <pc:sldChg chg="del">
        <pc:chgData name="Pui Kit Ma (IEG)" userId="7491770a-93d8-4fd6-9e87-099644e11076" providerId="ADAL" clId="{9DA550AF-0566-442B-A5FF-DA55B9A68A92}" dt="2024-10-15T21:02:56.994" v="938" actId="47"/>
        <pc:sldMkLst>
          <pc:docMk/>
          <pc:sldMk cId="2997350601" sldId="330"/>
        </pc:sldMkLst>
      </pc:sldChg>
      <pc:sldChg chg="del">
        <pc:chgData name="Pui Kit Ma (IEG)" userId="7491770a-93d8-4fd6-9e87-099644e11076" providerId="ADAL" clId="{9DA550AF-0566-442B-A5FF-DA55B9A68A92}" dt="2024-10-15T21:02:56.994" v="938" actId="47"/>
        <pc:sldMkLst>
          <pc:docMk/>
          <pc:sldMk cId="1782371758" sldId="332"/>
        </pc:sldMkLst>
      </pc:sldChg>
      <pc:sldChg chg="modSp mod">
        <pc:chgData name="Pui Kit Ma (IEG)" userId="7491770a-93d8-4fd6-9e87-099644e11076" providerId="ADAL" clId="{9DA550AF-0566-442B-A5FF-DA55B9A68A92}" dt="2024-10-15T20:02:37.179" v="7" actId="20577"/>
        <pc:sldMkLst>
          <pc:docMk/>
          <pc:sldMk cId="1971017547" sldId="334"/>
        </pc:sldMkLst>
        <pc:spChg chg="mod">
          <ac:chgData name="Pui Kit Ma (IEG)" userId="7491770a-93d8-4fd6-9e87-099644e11076" providerId="ADAL" clId="{9DA550AF-0566-442B-A5FF-DA55B9A68A92}" dt="2024-10-15T20:02:37.179" v="7" actId="20577"/>
          <ac:spMkLst>
            <pc:docMk/>
            <pc:sldMk cId="1971017547" sldId="334"/>
            <ac:spMk id="2" creationId="{00000000-0000-0000-0000-000000000000}"/>
          </ac:spMkLst>
        </pc:spChg>
      </pc:sldChg>
      <pc:sldChg chg="del">
        <pc:chgData name="Pui Kit Ma (IEG)" userId="7491770a-93d8-4fd6-9e87-099644e11076" providerId="ADAL" clId="{9DA550AF-0566-442B-A5FF-DA55B9A68A92}" dt="2024-10-15T21:02:56.994" v="938" actId="47"/>
        <pc:sldMkLst>
          <pc:docMk/>
          <pc:sldMk cId="1841267462" sldId="336"/>
        </pc:sldMkLst>
      </pc:sldChg>
      <pc:sldChg chg="del">
        <pc:chgData name="Pui Kit Ma (IEG)" userId="7491770a-93d8-4fd6-9e87-099644e11076" providerId="ADAL" clId="{9DA550AF-0566-442B-A5FF-DA55B9A68A92}" dt="2024-10-15T21:02:56.994" v="938" actId="47"/>
        <pc:sldMkLst>
          <pc:docMk/>
          <pc:sldMk cId="681097634" sldId="360"/>
        </pc:sldMkLst>
      </pc:sldChg>
      <pc:sldChg chg="del">
        <pc:chgData name="Pui Kit Ma (IEG)" userId="7491770a-93d8-4fd6-9e87-099644e11076" providerId="ADAL" clId="{9DA550AF-0566-442B-A5FF-DA55B9A68A92}" dt="2024-10-15T21:02:56.994" v="938" actId="47"/>
        <pc:sldMkLst>
          <pc:docMk/>
          <pc:sldMk cId="1734480517" sldId="368"/>
        </pc:sldMkLst>
      </pc:sldChg>
      <pc:sldChg chg="modSp mod">
        <pc:chgData name="Pui Kit Ma (IEG)" userId="7491770a-93d8-4fd6-9e87-099644e11076" providerId="ADAL" clId="{9DA550AF-0566-442B-A5FF-DA55B9A68A92}" dt="2024-10-15T21:22:38.710" v="1282" actId="20577"/>
        <pc:sldMkLst>
          <pc:docMk/>
          <pc:sldMk cId="1340907346" sldId="369"/>
        </pc:sldMkLst>
        <pc:spChg chg="mod">
          <ac:chgData name="Pui Kit Ma (IEG)" userId="7491770a-93d8-4fd6-9e87-099644e11076" providerId="ADAL" clId="{9DA550AF-0566-442B-A5FF-DA55B9A68A92}" dt="2024-10-15T21:22:38.710" v="1282" actId="20577"/>
          <ac:spMkLst>
            <pc:docMk/>
            <pc:sldMk cId="1340907346" sldId="369"/>
            <ac:spMk id="5" creationId="{7D5AD794-635C-84D0-A739-9974BA5821A4}"/>
          </ac:spMkLst>
        </pc:spChg>
      </pc:sldChg>
      <pc:sldChg chg="modSp mod">
        <pc:chgData name="Pui Kit Ma (IEG)" userId="7491770a-93d8-4fd6-9e87-099644e11076" providerId="ADAL" clId="{9DA550AF-0566-442B-A5FF-DA55B9A68A92}" dt="2024-10-15T21:07:57.134" v="1151" actId="20577"/>
        <pc:sldMkLst>
          <pc:docMk/>
          <pc:sldMk cId="501939076" sldId="370"/>
        </pc:sldMkLst>
        <pc:spChg chg="mod">
          <ac:chgData name="Pui Kit Ma (IEG)" userId="7491770a-93d8-4fd6-9e87-099644e11076" providerId="ADAL" clId="{9DA550AF-0566-442B-A5FF-DA55B9A68A92}" dt="2024-10-15T20:10:09.131" v="555" actId="20577"/>
          <ac:spMkLst>
            <pc:docMk/>
            <pc:sldMk cId="501939076" sldId="370"/>
            <ac:spMk id="2" creationId="{AE2AE5CC-8E5C-BF96-CC3D-E1A335B034EA}"/>
          </ac:spMkLst>
        </pc:spChg>
        <pc:spChg chg="mod">
          <ac:chgData name="Pui Kit Ma (IEG)" userId="7491770a-93d8-4fd6-9e87-099644e11076" providerId="ADAL" clId="{9DA550AF-0566-442B-A5FF-DA55B9A68A92}" dt="2024-10-15T21:07:57.134" v="1151" actId="20577"/>
          <ac:spMkLst>
            <pc:docMk/>
            <pc:sldMk cId="501939076" sldId="370"/>
            <ac:spMk id="3" creationId="{A80C9852-1BF7-FF50-D7FA-3A5224D54271}"/>
          </ac:spMkLst>
        </pc:spChg>
      </pc:sldChg>
      <pc:sldChg chg="modSp del mod">
        <pc:chgData name="Pui Kit Ma (IEG)" userId="7491770a-93d8-4fd6-9e87-099644e11076" providerId="ADAL" clId="{9DA550AF-0566-442B-A5FF-DA55B9A68A92}" dt="2024-10-15T21:32:27.905" v="1750" actId="47"/>
        <pc:sldMkLst>
          <pc:docMk/>
          <pc:sldMk cId="3615422305" sldId="371"/>
        </pc:sldMkLst>
        <pc:spChg chg="mod">
          <ac:chgData name="Pui Kit Ma (IEG)" userId="7491770a-93d8-4fd6-9e87-099644e11076" providerId="ADAL" clId="{9DA550AF-0566-442B-A5FF-DA55B9A68A92}" dt="2024-10-15T21:31:47.755" v="1707" actId="20577"/>
          <ac:spMkLst>
            <pc:docMk/>
            <pc:sldMk cId="3615422305" sldId="371"/>
            <ac:spMk id="3" creationId="{603FB481-06AE-ED55-A227-B01BE17A29D5}"/>
          </ac:spMkLst>
        </pc:spChg>
      </pc:sldChg>
      <pc:sldChg chg="modSp new mod ord">
        <pc:chgData name="Pui Kit Ma (IEG)" userId="7491770a-93d8-4fd6-9e87-099644e11076" providerId="ADAL" clId="{9DA550AF-0566-442B-A5FF-DA55B9A68A92}" dt="2024-10-15T21:32:38.332" v="1778" actId="20577"/>
        <pc:sldMkLst>
          <pc:docMk/>
          <pc:sldMk cId="2296092872" sldId="372"/>
        </pc:sldMkLst>
        <pc:spChg chg="mod">
          <ac:chgData name="Pui Kit Ma (IEG)" userId="7491770a-93d8-4fd6-9e87-099644e11076" providerId="ADAL" clId="{9DA550AF-0566-442B-A5FF-DA55B9A68A92}" dt="2024-10-15T21:32:38.332" v="1778" actId="20577"/>
          <ac:spMkLst>
            <pc:docMk/>
            <pc:sldMk cId="2296092872" sldId="372"/>
            <ac:spMk id="2" creationId="{7BB4B0E6-37FB-2531-20E5-9C04644BD9E3}"/>
          </ac:spMkLst>
        </pc:spChg>
        <pc:spChg chg="mod">
          <ac:chgData name="Pui Kit Ma (IEG)" userId="7491770a-93d8-4fd6-9e87-099644e11076" providerId="ADAL" clId="{9DA550AF-0566-442B-A5FF-DA55B9A68A92}" dt="2024-10-15T20:09:54.778" v="543" actId="20577"/>
          <ac:spMkLst>
            <pc:docMk/>
            <pc:sldMk cId="2296092872" sldId="372"/>
            <ac:spMk id="3" creationId="{60D307A5-158D-CDA3-906E-BE99F61D59A3}"/>
          </ac:spMkLst>
        </pc:spChg>
      </pc:sldChg>
      <pc:sldChg chg="addSp delSp modSp add mod">
        <pc:chgData name="Pui Kit Ma (IEG)" userId="7491770a-93d8-4fd6-9e87-099644e11076" providerId="ADAL" clId="{9DA550AF-0566-442B-A5FF-DA55B9A68A92}" dt="2024-10-15T21:22:11.270" v="1275" actId="478"/>
        <pc:sldMkLst>
          <pc:docMk/>
          <pc:sldMk cId="3779392824" sldId="373"/>
        </pc:sldMkLst>
        <pc:spChg chg="mod">
          <ac:chgData name="Pui Kit Ma (IEG)" userId="7491770a-93d8-4fd6-9e87-099644e11076" providerId="ADAL" clId="{9DA550AF-0566-442B-A5FF-DA55B9A68A92}" dt="2024-10-15T20:05:31.447" v="129" actId="20577"/>
          <ac:spMkLst>
            <pc:docMk/>
            <pc:sldMk cId="3779392824" sldId="373"/>
            <ac:spMk id="2" creationId="{00000000-0000-0000-0000-000000000000}"/>
          </ac:spMkLst>
        </pc:spChg>
        <pc:spChg chg="add">
          <ac:chgData name="Pui Kit Ma (IEG)" userId="7491770a-93d8-4fd6-9e87-099644e11076" providerId="ADAL" clId="{9DA550AF-0566-442B-A5FF-DA55B9A68A92}" dt="2024-10-15T21:13:40.680" v="1189"/>
          <ac:spMkLst>
            <pc:docMk/>
            <pc:sldMk cId="3779392824" sldId="373"/>
            <ac:spMk id="3" creationId="{55710C93-AFFE-2E85-637D-EEBC79CFCB7F}"/>
          </ac:spMkLst>
        </pc:spChg>
        <pc:spChg chg="add del mod">
          <ac:chgData name="Pui Kit Ma (IEG)" userId="7491770a-93d8-4fd6-9e87-099644e11076" providerId="ADAL" clId="{9DA550AF-0566-442B-A5FF-DA55B9A68A92}" dt="2024-10-15T21:22:11.270" v="1275" actId="478"/>
          <ac:spMkLst>
            <pc:docMk/>
            <pc:sldMk cId="3779392824" sldId="373"/>
            <ac:spMk id="5" creationId="{7D5AD794-635C-84D0-A739-9974BA5821A4}"/>
          </ac:spMkLst>
        </pc:spChg>
        <pc:spChg chg="add">
          <ac:chgData name="Pui Kit Ma (IEG)" userId="7491770a-93d8-4fd6-9e87-099644e11076" providerId="ADAL" clId="{9DA550AF-0566-442B-A5FF-DA55B9A68A92}" dt="2024-10-15T21:13:44.734" v="1190"/>
          <ac:spMkLst>
            <pc:docMk/>
            <pc:sldMk cId="3779392824" sldId="373"/>
            <ac:spMk id="6" creationId="{F1EFB400-A853-2A9E-75BC-85C480EF672D}"/>
          </ac:spMkLst>
        </pc:spChg>
        <pc:spChg chg="add">
          <ac:chgData name="Pui Kit Ma (IEG)" userId="7491770a-93d8-4fd6-9e87-099644e11076" providerId="ADAL" clId="{9DA550AF-0566-442B-A5FF-DA55B9A68A92}" dt="2024-10-15T21:13:47.644" v="1191"/>
          <ac:spMkLst>
            <pc:docMk/>
            <pc:sldMk cId="3779392824" sldId="373"/>
            <ac:spMk id="7" creationId="{11514086-DA3D-CD8D-68A6-428B1248C7F7}"/>
          </ac:spMkLst>
        </pc:spChg>
        <pc:spChg chg="add del">
          <ac:chgData name="Pui Kit Ma (IEG)" userId="7491770a-93d8-4fd6-9e87-099644e11076" providerId="ADAL" clId="{9DA550AF-0566-442B-A5FF-DA55B9A68A92}" dt="2024-10-15T21:13:58.477" v="1193" actId="22"/>
          <ac:spMkLst>
            <pc:docMk/>
            <pc:sldMk cId="3779392824" sldId="373"/>
            <ac:spMk id="9" creationId="{F83DB6FD-33BD-04A6-B892-97F71AFCBEEF}"/>
          </ac:spMkLst>
        </pc:spChg>
        <pc:spChg chg="mod">
          <ac:chgData name="Pui Kit Ma (IEG)" userId="7491770a-93d8-4fd6-9e87-099644e11076" providerId="ADAL" clId="{9DA550AF-0566-442B-A5FF-DA55B9A68A92}" dt="2024-10-15T21:20:20.897" v="1274" actId="13926"/>
          <ac:spMkLst>
            <pc:docMk/>
            <pc:sldMk cId="3779392824" sldId="373"/>
            <ac:spMk id="14" creationId="{00000000-0000-0000-0000-000000000000}"/>
          </ac:spMkLst>
        </pc:spChg>
      </pc:sldChg>
      <pc:sldChg chg="addSp delSp modSp add mod">
        <pc:chgData name="Pui Kit Ma (IEG)" userId="7491770a-93d8-4fd6-9e87-099644e11076" providerId="ADAL" clId="{9DA550AF-0566-442B-A5FF-DA55B9A68A92}" dt="2024-10-15T21:26:24.584" v="1488" actId="1076"/>
        <pc:sldMkLst>
          <pc:docMk/>
          <pc:sldMk cId="3882093801" sldId="374"/>
        </pc:sldMkLst>
        <pc:spChg chg="mod">
          <ac:chgData name="Pui Kit Ma (IEG)" userId="7491770a-93d8-4fd6-9e87-099644e11076" providerId="ADAL" clId="{9DA550AF-0566-442B-A5FF-DA55B9A68A92}" dt="2024-10-15T21:04:50.821" v="1124" actId="20577"/>
          <ac:spMkLst>
            <pc:docMk/>
            <pc:sldMk cId="3882093801" sldId="374"/>
            <ac:spMk id="2" creationId="{00000000-0000-0000-0000-000000000000}"/>
          </ac:spMkLst>
        </pc:spChg>
        <pc:spChg chg="add">
          <ac:chgData name="Pui Kit Ma (IEG)" userId="7491770a-93d8-4fd6-9e87-099644e11076" providerId="ADAL" clId="{9DA550AF-0566-442B-A5FF-DA55B9A68A92}" dt="2024-10-15T21:16:39.843" v="1217"/>
          <ac:spMkLst>
            <pc:docMk/>
            <pc:sldMk cId="3882093801" sldId="374"/>
            <ac:spMk id="3" creationId="{04E931E4-DED9-640D-9C10-1491D55EEF9C}"/>
          </ac:spMkLst>
        </pc:spChg>
        <pc:spChg chg="del">
          <ac:chgData name="Pui Kit Ma (IEG)" userId="7491770a-93d8-4fd6-9e87-099644e11076" providerId="ADAL" clId="{9DA550AF-0566-442B-A5FF-DA55B9A68A92}" dt="2024-10-15T21:04:00.333" v="1034" actId="478"/>
          <ac:spMkLst>
            <pc:docMk/>
            <pc:sldMk cId="3882093801" sldId="374"/>
            <ac:spMk id="5" creationId="{7D5AD794-635C-84D0-A739-9974BA5821A4}"/>
          </ac:spMkLst>
        </pc:spChg>
        <pc:spChg chg="add">
          <ac:chgData name="Pui Kit Ma (IEG)" userId="7491770a-93d8-4fd6-9e87-099644e11076" providerId="ADAL" clId="{9DA550AF-0566-442B-A5FF-DA55B9A68A92}" dt="2024-10-15T21:16:42.428" v="1218"/>
          <ac:spMkLst>
            <pc:docMk/>
            <pc:sldMk cId="3882093801" sldId="374"/>
            <ac:spMk id="6" creationId="{DDA96DF0-9926-A534-9C1B-50FA0E428DA2}"/>
          </ac:spMkLst>
        </pc:spChg>
        <pc:spChg chg="add">
          <ac:chgData name="Pui Kit Ma (IEG)" userId="7491770a-93d8-4fd6-9e87-099644e11076" providerId="ADAL" clId="{9DA550AF-0566-442B-A5FF-DA55B9A68A92}" dt="2024-10-15T21:18:23.675" v="1225"/>
          <ac:spMkLst>
            <pc:docMk/>
            <pc:sldMk cId="3882093801" sldId="374"/>
            <ac:spMk id="7" creationId="{4E4C4956-72F5-7059-572E-2EF4A1C28641}"/>
          </ac:spMkLst>
        </pc:spChg>
        <pc:spChg chg="add">
          <ac:chgData name="Pui Kit Ma (IEG)" userId="7491770a-93d8-4fd6-9e87-099644e11076" providerId="ADAL" clId="{9DA550AF-0566-442B-A5FF-DA55B9A68A92}" dt="2024-10-15T21:18:25.634" v="1226"/>
          <ac:spMkLst>
            <pc:docMk/>
            <pc:sldMk cId="3882093801" sldId="374"/>
            <ac:spMk id="8" creationId="{27924AC7-413C-3C1F-F2E7-1680A2890244}"/>
          </ac:spMkLst>
        </pc:spChg>
        <pc:spChg chg="add del">
          <ac:chgData name="Pui Kit Ma (IEG)" userId="7491770a-93d8-4fd6-9e87-099644e11076" providerId="ADAL" clId="{9DA550AF-0566-442B-A5FF-DA55B9A68A92}" dt="2024-10-15T21:18:37.219" v="1228" actId="478"/>
          <ac:spMkLst>
            <pc:docMk/>
            <pc:sldMk cId="3882093801" sldId="374"/>
            <ac:spMk id="9" creationId="{375B8ACA-4475-7F93-CC41-86A211F8D860}"/>
          </ac:spMkLst>
        </pc:spChg>
        <pc:spChg chg="add del mod">
          <ac:chgData name="Pui Kit Ma (IEG)" userId="7491770a-93d8-4fd6-9e87-099644e11076" providerId="ADAL" clId="{9DA550AF-0566-442B-A5FF-DA55B9A68A92}" dt="2024-10-15T21:26:01.616" v="1480" actId="478"/>
          <ac:spMkLst>
            <pc:docMk/>
            <pc:sldMk cId="3882093801" sldId="374"/>
            <ac:spMk id="10" creationId="{4158EF2F-FDB9-8972-944D-98EF7C2C689E}"/>
          </ac:spMkLst>
        </pc:spChg>
        <pc:spChg chg="add mod">
          <ac:chgData name="Pui Kit Ma (IEG)" userId="7491770a-93d8-4fd6-9e87-099644e11076" providerId="ADAL" clId="{9DA550AF-0566-442B-A5FF-DA55B9A68A92}" dt="2024-10-15T21:26:24.584" v="1488" actId="1076"/>
          <ac:spMkLst>
            <pc:docMk/>
            <pc:sldMk cId="3882093801" sldId="374"/>
            <ac:spMk id="11" creationId="{07F4C3C5-A66C-11C5-2D4C-246EDF8F14C7}"/>
          </ac:spMkLst>
        </pc:spChg>
        <pc:spChg chg="mod">
          <ac:chgData name="Pui Kit Ma (IEG)" userId="7491770a-93d8-4fd6-9e87-099644e11076" providerId="ADAL" clId="{9DA550AF-0566-442B-A5FF-DA55B9A68A92}" dt="2024-10-15T21:24:36.592" v="1419" actId="20577"/>
          <ac:spMkLst>
            <pc:docMk/>
            <pc:sldMk cId="3882093801" sldId="374"/>
            <ac:spMk id="14" creationId="{00000000-0000-0000-0000-000000000000}"/>
          </ac:spMkLst>
        </pc:spChg>
      </pc:sldChg>
      <pc:sldChg chg="addSp delSp modSp add mod">
        <pc:chgData name="Pui Kit Ma (IEG)" userId="7491770a-93d8-4fd6-9e87-099644e11076" providerId="ADAL" clId="{9DA550AF-0566-442B-A5FF-DA55B9A68A92}" dt="2024-10-15T21:31:33.117" v="1700" actId="20577"/>
        <pc:sldMkLst>
          <pc:docMk/>
          <pc:sldMk cId="2368900656" sldId="375"/>
        </pc:sldMkLst>
        <pc:spChg chg="add del mod">
          <ac:chgData name="Pui Kit Ma (IEG)" userId="7491770a-93d8-4fd6-9e87-099644e11076" providerId="ADAL" clId="{9DA550AF-0566-442B-A5FF-DA55B9A68A92}" dt="2024-10-15T21:24:55.464" v="1422" actId="478"/>
          <ac:spMkLst>
            <pc:docMk/>
            <pc:sldMk cId="2368900656" sldId="375"/>
            <ac:spMk id="3" creationId="{85DA85DD-82B6-7843-D638-47228B87F40A}"/>
          </ac:spMkLst>
        </pc:spChg>
        <pc:spChg chg="mod">
          <ac:chgData name="Pui Kit Ma (IEG)" userId="7491770a-93d8-4fd6-9e87-099644e11076" providerId="ADAL" clId="{9DA550AF-0566-442B-A5FF-DA55B9A68A92}" dt="2024-10-15T21:31:33.117" v="1700" actId="20577"/>
          <ac:spMkLst>
            <pc:docMk/>
            <pc:sldMk cId="2368900656" sldId="375"/>
            <ac:spMk id="10" creationId="{4158EF2F-FDB9-8972-944D-98EF7C2C689E}"/>
          </ac:spMkLst>
        </pc:spChg>
        <pc:spChg chg="mod">
          <ac:chgData name="Pui Kit Ma (IEG)" userId="7491770a-93d8-4fd6-9e87-099644e11076" providerId="ADAL" clId="{9DA550AF-0566-442B-A5FF-DA55B9A68A92}" dt="2024-10-15T21:24:33.713" v="1417" actId="20577"/>
          <ac:spMkLst>
            <pc:docMk/>
            <pc:sldMk cId="2368900656" sldId="375"/>
            <ac:spMk id="14" creationId="{00000000-0000-0000-0000-000000000000}"/>
          </ac:spMkLst>
        </pc:spChg>
      </pc:sldChg>
      <pc:sldChg chg="modSp new mod">
        <pc:chgData name="Pui Kit Ma (IEG)" userId="7491770a-93d8-4fd6-9e87-099644e11076" providerId="ADAL" clId="{9DA550AF-0566-442B-A5FF-DA55B9A68A92}" dt="2024-10-15T21:32:24.383" v="1749" actId="20577"/>
        <pc:sldMkLst>
          <pc:docMk/>
          <pc:sldMk cId="3125165611" sldId="376"/>
        </pc:sldMkLst>
        <pc:spChg chg="mod">
          <ac:chgData name="Pui Kit Ma (IEG)" userId="7491770a-93d8-4fd6-9e87-099644e11076" providerId="ADAL" clId="{9DA550AF-0566-442B-A5FF-DA55B9A68A92}" dt="2024-10-15T21:32:24.383" v="1749" actId="20577"/>
          <ac:spMkLst>
            <pc:docMk/>
            <pc:sldMk cId="3125165611" sldId="376"/>
            <ac:spMk id="2" creationId="{A572C1E7-56BF-ED3A-B0EB-C24353CC183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="0" u="non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19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07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29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58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30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1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65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18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3279773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Extra Materials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7101754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5359-96DA-439D-B492-80E0A286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More Exercise (in Lecture Note 7(a))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D752-28EC-476B-A834-38CFC5935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Suppose now I want to write a C program to compute and </a:t>
            </a:r>
            <a:r>
              <a:rPr lang="en-US" b="1" dirty="0">
                <a:cs typeface="Calibri"/>
              </a:rPr>
              <a:t>find out all prime numbers</a:t>
            </a:r>
            <a:r>
              <a:rPr lang="en-US" dirty="0">
                <a:cs typeface="Calibri"/>
              </a:rPr>
              <a:t> in the range of </a:t>
            </a:r>
            <a:r>
              <a:rPr lang="en-US" b="1" dirty="0">
                <a:cs typeface="Calibri"/>
              </a:rPr>
              <a:t>2 to 1000</a:t>
            </a:r>
          </a:p>
          <a:p>
            <a:r>
              <a:rPr lang="en-US" dirty="0">
                <a:cs typeface="Calibri"/>
              </a:rPr>
              <a:t>How are you going to tackle the problem?</a:t>
            </a:r>
          </a:p>
          <a:p>
            <a:pPr lvl="1"/>
            <a:r>
              <a:rPr lang="en-US" dirty="0">
                <a:cs typeface="Calibri"/>
              </a:rPr>
              <a:t>What will be our </a:t>
            </a:r>
            <a:r>
              <a:rPr lang="en-US" b="1" dirty="0">
                <a:cs typeface="Calibri"/>
              </a:rPr>
              <a:t>outer loop</a:t>
            </a:r>
            <a:r>
              <a:rPr lang="en-US" dirty="0">
                <a:cs typeface="Calibri"/>
              </a:rPr>
              <a:t>?</a:t>
            </a:r>
          </a:p>
          <a:p>
            <a:pPr lvl="1"/>
            <a:r>
              <a:rPr lang="en-US" dirty="0">
                <a:cs typeface="Calibri"/>
              </a:rPr>
              <a:t>How about our </a:t>
            </a:r>
            <a:r>
              <a:rPr lang="en-US" b="1" dirty="0">
                <a:cs typeface="Calibri"/>
              </a:rPr>
              <a:t>inner loop</a:t>
            </a:r>
            <a:r>
              <a:rPr lang="en-US" dirty="0">
                <a:cs typeface="Calibri"/>
              </a:rPr>
              <a:t>?</a:t>
            </a:r>
          </a:p>
          <a:p>
            <a:r>
              <a:rPr lang="en-US" i="1" dirty="0">
                <a:cs typeface="Calibri"/>
              </a:rPr>
              <a:t>Hint: In this case, you can first write your inner loop first and make sure it is correct before you proceed with the outer loop.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B7E74-9317-4BD0-ACB6-D9A320C1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391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Direct Approach (check ONE number)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sz="2000" b="0" dirty="0">
                <a:solidFill>
                  <a:srgbClr val="808000"/>
                </a:solidFill>
                <a:latin typeface="Consolas"/>
                <a:ea typeface="新細明體"/>
                <a:cs typeface="Arial"/>
              </a:rPr>
              <a:t>#include &lt;</a:t>
            </a:r>
            <a:r>
              <a:rPr lang="en-US" sz="2000" b="0" dirty="0" err="1">
                <a:solidFill>
                  <a:srgbClr val="808000"/>
                </a:solidFill>
                <a:latin typeface="Consolas"/>
                <a:ea typeface="新細明體"/>
                <a:cs typeface="Arial"/>
              </a:rPr>
              <a:t>stdio.h</a:t>
            </a:r>
            <a:r>
              <a:rPr lang="en-US" sz="2000" b="0" dirty="0">
                <a:solidFill>
                  <a:srgbClr val="808000"/>
                </a:solidFill>
                <a:latin typeface="Consolas"/>
                <a:ea typeface="新細明體"/>
                <a:cs typeface="Arial"/>
              </a:rPr>
              <a:t>&gt;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
</a:t>
            </a:r>
            <a:r>
              <a:rPr lang="en-US" sz="2000" b="0" dirty="0">
                <a:solidFill>
                  <a:srgbClr val="000000"/>
                </a:solidFill>
                <a:latin typeface="Consolas"/>
                <a:cs typeface="Times New Roman"/>
              </a:rPr>
              <a:t>
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main() {
    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n,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isPrime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=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1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;
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新細明體"/>
                <a:cs typeface="Arial"/>
              </a:rPr>
              <a:t>"Input a number 2-1000: "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);
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scanf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新細明體"/>
                <a:cs typeface="Arial"/>
              </a:rPr>
              <a:t>"%d"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, &amp;n);
    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for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(</a:t>
            </a:r>
            <a:r>
              <a:rPr lang="en-US" sz="2000" dirty="0">
                <a:solidFill>
                  <a:srgbClr val="00008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int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 = </a:t>
            </a:r>
            <a:r>
              <a:rPr lang="en-US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2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 &lt; n; 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++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
        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if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(n %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==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0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
        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isPrime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=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0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;
    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if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isPrime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 
    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新細明體"/>
                <a:cs typeface="Arial"/>
              </a:rPr>
              <a:t>"Prime.\n"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);
    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else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
    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新細明體"/>
                <a:cs typeface="Arial"/>
              </a:rPr>
              <a:t>"Composite.\n"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);
    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0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;
}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AD794-635C-84D0-A739-9974BA5821A4}"/>
              </a:ext>
            </a:extLst>
          </p:cNvPr>
          <p:cNvSpPr txBox="1"/>
          <p:nvPr/>
        </p:nvSpPr>
        <p:spPr>
          <a:xfrm>
            <a:off x="4997242" y="2857368"/>
            <a:ext cx="414197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Any optimization?</a:t>
            </a:r>
          </a:p>
          <a:p>
            <a:r>
              <a:rPr lang="en-US" dirty="0">
                <a:cs typeface="Calibri"/>
              </a:rPr>
              <a:t>Do we need to check all factors 2 to N-1?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cs typeface="Calibri"/>
              </a:rPr>
              <a:t>Check factors {2} + {odd numbers}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cs typeface="Calibri"/>
              </a:rPr>
              <a:t>Check up to sqrt(N)</a:t>
            </a:r>
          </a:p>
        </p:txBody>
      </p:sp>
    </p:spTree>
    <p:extLst>
      <p:ext uri="{BB962C8B-B14F-4D97-AF65-F5344CB8AC3E}">
        <p14:creationId xmlns:p14="http://schemas.microsoft.com/office/powerpoint/2010/main" val="134090734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Direct Approach (Faster)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sz="2000" b="0" dirty="0">
                <a:solidFill>
                  <a:schemeClr val="accent3"/>
                </a:solidFill>
                <a:latin typeface="Consolas"/>
                <a:ea typeface="新細明體"/>
                <a:cs typeface="Arial"/>
              </a:rPr>
              <a:t>//......</a:t>
            </a:r>
          </a:p>
          <a:p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if (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n % 2 == 0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 </a:t>
            </a:r>
          </a:p>
          <a:p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isPrime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= 0;</a:t>
            </a:r>
          </a:p>
          <a:p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else
	    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for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(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=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3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*</a:t>
            </a:r>
            <a:r>
              <a:rPr lang="en-US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 &lt;= n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+= 2)
        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if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(n %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==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0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){
        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isPrime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= 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Arial"/>
              </a:rPr>
              <a:t>0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          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break;</a:t>
            </a:r>
          </a:p>
          <a:p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       }
    </a:t>
            </a:r>
          </a:p>
          <a:p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if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isPrime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 
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新細明體"/>
                <a:cs typeface="Arial"/>
              </a:rPr>
              <a:t>"Prime.\n"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);
</a:t>
            </a:r>
            <a:r>
              <a:rPr lang="en-US" sz="2000" dirty="0">
                <a:solidFill>
                  <a:srgbClr val="000080"/>
                </a:solidFill>
                <a:latin typeface="Consolas"/>
                <a:ea typeface="新細明體"/>
                <a:cs typeface="Arial"/>
              </a:rPr>
              <a:t>else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
   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新細明體"/>
                <a:cs typeface="Arial"/>
              </a:rPr>
              <a:t>"Composite.\n"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);
</a:t>
            </a:r>
            <a:r>
              <a:rPr lang="en-US" altLang="zh-HK" sz="2000" b="0" dirty="0">
                <a:solidFill>
                  <a:schemeClr val="accent3"/>
                </a:solidFill>
                <a:latin typeface="Consolas"/>
                <a:ea typeface="新細明體"/>
                <a:cs typeface="Arial"/>
              </a:rPr>
              <a:t>//......</a:t>
            </a:r>
            <a:r>
              <a:rPr lang="en-US" sz="2000" b="0" dirty="0">
                <a:solidFill>
                  <a:srgbClr val="000000"/>
                </a:solidFill>
                <a:latin typeface="Consolas"/>
                <a:ea typeface="新細明體"/>
                <a:cs typeface="Arial"/>
              </a:rPr>
              <a:t>
}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16496AF-D23F-8A94-F0AF-D940991D2BF9}"/>
              </a:ext>
            </a:extLst>
          </p:cNvPr>
          <p:cNvSpPr txBox="1"/>
          <p:nvPr/>
        </p:nvSpPr>
        <p:spPr>
          <a:xfrm>
            <a:off x="4997242" y="2857368"/>
            <a:ext cx="41419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Extend it to check all integers in [1, …, n]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EA493A9-62F5-16C5-C15B-E062BA52D542}"/>
              </a:ext>
            </a:extLst>
          </p:cNvPr>
          <p:cNvSpPr txBox="1"/>
          <p:nvPr/>
        </p:nvSpPr>
        <p:spPr>
          <a:xfrm>
            <a:off x="4997242" y="4558564"/>
            <a:ext cx="15240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HK" dirty="0">
                <a:cs typeface="Calibri"/>
              </a:rPr>
              <a:t>Output </a:t>
            </a:r>
            <a:r>
              <a:rPr lang="en-US" dirty="0">
                <a:cs typeface="Calibri"/>
              </a:rPr>
              <a:t>Result </a:t>
            </a:r>
          </a:p>
        </p:txBody>
      </p:sp>
    </p:spTree>
    <p:extLst>
      <p:ext uri="{BB962C8B-B14F-4D97-AF65-F5344CB8AC3E}">
        <p14:creationId xmlns:p14="http://schemas.microsoft.com/office/powerpoint/2010/main" val="377939282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9210A1F-28EE-E5BB-B70F-6C4BE1D309DE}"/>
              </a:ext>
            </a:extLst>
          </p:cNvPr>
          <p:cNvSpPr/>
          <p:nvPr/>
        </p:nvSpPr>
        <p:spPr>
          <a:xfrm>
            <a:off x="914400" y="1981200"/>
            <a:ext cx="4265307" cy="22386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Combined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" y="990600"/>
            <a:ext cx="9144000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HK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HK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HK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HK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isPrime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n &lt;=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n++) {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isPrime</a:t>
            </a:r>
            <a:r>
              <a:rPr lang="en-US" altLang="zh-HK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zh-HK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zh-HK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%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isPrime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zh-HK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n;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%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isPrime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isPrime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 is Prime.\n"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n);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zh-HK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 is Composite.\n"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n);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685A7B33-9AE2-47DD-1AEA-0F70D2DF4E45}"/>
              </a:ext>
            </a:extLst>
          </p:cNvPr>
          <p:cNvCxnSpPr>
            <a:cxnSpLocks/>
          </p:cNvCxnSpPr>
          <p:nvPr/>
        </p:nvCxnSpPr>
        <p:spPr>
          <a:xfrm rot="10800000">
            <a:off x="1524000" y="3200400"/>
            <a:ext cx="685800" cy="609600"/>
          </a:xfrm>
          <a:prstGeom prst="bentConnector3">
            <a:avLst>
              <a:gd name="adj1" fmla="val 1013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9877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E5CC-8E5C-BF96-CC3D-E1A335B0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Example Related to Lab 6 - Ex 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9852-1BF7-FF50-D7FA-3A5224D54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Given an integer array int a[100]= {1, 2, 3, … ,100};</a:t>
            </a:r>
          </a:p>
          <a:p>
            <a:r>
              <a:rPr lang="en-US" sz="2800" dirty="0"/>
              <a:t>How to print the integers with the following condition?</a:t>
            </a:r>
          </a:p>
          <a:p>
            <a:pPr lvl="1"/>
            <a:r>
              <a:rPr lang="en-US" sz="2400" dirty="0"/>
              <a:t>if (N &gt; 4), print only the first 2 and last 2.</a:t>
            </a:r>
          </a:p>
          <a:p>
            <a:r>
              <a:rPr lang="en-US" sz="2800" dirty="0"/>
              <a:t>for (int </a:t>
            </a:r>
            <a:r>
              <a:rPr lang="en-US" sz="2800" dirty="0" err="1"/>
              <a:t>i</a:t>
            </a:r>
            <a:r>
              <a:rPr lang="en-US" sz="2800" dirty="0"/>
              <a:t> = 0; </a:t>
            </a:r>
            <a:r>
              <a:rPr lang="en-US" sz="2800" dirty="0" err="1"/>
              <a:t>i</a:t>
            </a:r>
            <a:r>
              <a:rPr lang="en-US" sz="2800" dirty="0"/>
              <a:t> &lt; N; </a:t>
            </a:r>
            <a:r>
              <a:rPr lang="en-US" sz="2800" dirty="0" err="1"/>
              <a:t>i</a:t>
            </a:r>
            <a:r>
              <a:rPr lang="en-US" sz="2800" dirty="0"/>
              <a:t>++)</a:t>
            </a:r>
          </a:p>
          <a:p>
            <a:pPr lvl="1"/>
            <a:r>
              <a:rPr lang="en-US" sz="2400" dirty="0"/>
              <a:t>if (</a:t>
            </a:r>
            <a:r>
              <a:rPr lang="en-US" sz="2400" dirty="0" err="1"/>
              <a:t>i</a:t>
            </a:r>
            <a:r>
              <a:rPr lang="en-US" sz="2400" dirty="0"/>
              <a:t> == 0 || </a:t>
            </a:r>
            <a:r>
              <a:rPr lang="en-US" sz="2400" dirty="0" err="1"/>
              <a:t>i</a:t>
            </a:r>
            <a:r>
              <a:rPr lang="en-US" sz="2400" dirty="0"/>
              <a:t> == 1 || </a:t>
            </a:r>
            <a:r>
              <a:rPr lang="en-US" sz="2400" dirty="0" err="1"/>
              <a:t>i</a:t>
            </a:r>
            <a:r>
              <a:rPr lang="en-US" sz="2400" dirty="0"/>
              <a:t> == N-2 || </a:t>
            </a:r>
            <a:r>
              <a:rPr lang="en-US" sz="2400" dirty="0" err="1"/>
              <a:t>i</a:t>
            </a:r>
            <a:r>
              <a:rPr lang="en-US" sz="2400" dirty="0"/>
              <a:t> == N-1)</a:t>
            </a:r>
          </a:p>
          <a:p>
            <a:pPr lvl="2"/>
            <a:r>
              <a:rPr lang="en-US" sz="2000" dirty="0"/>
              <a:t>print a[</a:t>
            </a:r>
            <a:r>
              <a:rPr lang="en-US" sz="2000" dirty="0" err="1"/>
              <a:t>i</a:t>
            </a:r>
            <a:r>
              <a:rPr lang="en-US" sz="2000" dirty="0"/>
              <a:t>]</a:t>
            </a:r>
          </a:p>
          <a:p>
            <a:pPr lvl="1"/>
            <a:r>
              <a:rPr lang="en-US" sz="2400" dirty="0"/>
              <a:t>else if (</a:t>
            </a:r>
            <a:r>
              <a:rPr lang="en-US" sz="2400" dirty="0" err="1"/>
              <a:t>i</a:t>
            </a:r>
            <a:r>
              <a:rPr lang="en-US" sz="2400" dirty="0"/>
              <a:t>==2)  // "else if" is important </a:t>
            </a:r>
          </a:p>
          <a:p>
            <a:pPr lvl="2"/>
            <a:r>
              <a:rPr lang="en-US" sz="2000" dirty="0"/>
              <a:t>print “…”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EDE67-6580-08B7-8779-A9963687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3907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H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HK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N;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a[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i+1;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&amp;N);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||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||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== N-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2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||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== N-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a[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==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2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zh-HK" sz="20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</a:t>
            </a:r>
            <a:r>
              <a:rPr lang="en-US" altLang="zh-HK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"else" is important 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"......\n"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07F4C3C5-A66C-11C5-2D4C-246EDF8F14C7}"/>
              </a:ext>
            </a:extLst>
          </p:cNvPr>
          <p:cNvSpPr txBox="1"/>
          <p:nvPr/>
        </p:nvSpPr>
        <p:spPr>
          <a:xfrm>
            <a:off x="5486400" y="5868347"/>
            <a:ext cx="36576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How to print the pattern 1 -2 3 -4 … ?</a:t>
            </a:r>
          </a:p>
        </p:txBody>
      </p:sp>
    </p:spTree>
    <p:extLst>
      <p:ext uri="{BB962C8B-B14F-4D97-AF65-F5344CB8AC3E}">
        <p14:creationId xmlns:p14="http://schemas.microsoft.com/office/powerpoint/2010/main" val="38820938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H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HK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N, 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sign = 1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a[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i+1;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&amp;N);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US" altLang="zh-HK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	       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N-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N-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sign *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HK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"else" is important 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"......\n"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HK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sign *= -1;</a:t>
            </a:r>
            <a:endParaRPr lang="en-US" altLang="zh-HK" sz="20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158EF2F-FDB9-8972-944D-98EF7C2C689E}"/>
              </a:ext>
            </a:extLst>
          </p:cNvPr>
          <p:cNvSpPr txBox="1"/>
          <p:nvPr/>
        </p:nvSpPr>
        <p:spPr>
          <a:xfrm>
            <a:off x="1752600" y="5648235"/>
            <a:ext cx="73914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[Extra] (not useful when doing that lab)</a:t>
            </a:r>
          </a:p>
          <a:p>
            <a:r>
              <a:rPr lang="en-US" dirty="0">
                <a:cs typeface="Calibri"/>
              </a:rPr>
              <a:t>How about printing other patterns: {1, 1, 2, 2, 3, 3, …}, {1, 2, 3, 2, 3, 4, …} </a:t>
            </a:r>
          </a:p>
          <a:p>
            <a:pPr marL="342900" indent="-342900">
              <a:buAutoNum type="arabicParenBoth"/>
            </a:pPr>
            <a:r>
              <a:rPr lang="en-US" dirty="0">
                <a:cs typeface="Calibri"/>
              </a:rPr>
              <a:t>try to observe (</a:t>
            </a:r>
            <a:r>
              <a:rPr lang="en-US" dirty="0" err="1">
                <a:cs typeface="Calibri"/>
              </a:rPr>
              <a:t>i</a:t>
            </a:r>
            <a:r>
              <a:rPr lang="en-US" dirty="0">
                <a:cs typeface="Calibri"/>
              </a:rPr>
              <a:t>  / 2)</a:t>
            </a:r>
          </a:p>
          <a:p>
            <a:pPr marL="342900" indent="-342900">
              <a:buAutoNum type="arabicParenBoth"/>
            </a:pPr>
            <a:r>
              <a:rPr lang="en-US" dirty="0">
                <a:cs typeface="Calibri"/>
              </a:rPr>
              <a:t>check </a:t>
            </a:r>
            <a:r>
              <a:rPr lang="en-US" dirty="0" err="1">
                <a:cs typeface="Calibri"/>
              </a:rPr>
              <a:t>i</a:t>
            </a:r>
            <a:r>
              <a:rPr lang="en-US" dirty="0">
                <a:cs typeface="Calibri"/>
              </a:rPr>
              <a:t> % 3 --&gt; {0, 1, 2, 0, 1, 2, … } and Combine (1)</a:t>
            </a:r>
          </a:p>
        </p:txBody>
      </p:sp>
    </p:spTree>
    <p:extLst>
      <p:ext uri="{BB962C8B-B14F-4D97-AF65-F5344CB8AC3E}">
        <p14:creationId xmlns:p14="http://schemas.microsoft.com/office/powerpoint/2010/main" val="236890065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4B0E6-37FB-2531-20E5-9C04644B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>
                <a:cs typeface="Calibri"/>
              </a:rPr>
              <a:t>Finding GCD (previous </a:t>
            </a:r>
            <a:r>
              <a:rPr lang="en-US" altLang="zh-HK" dirty="0" err="1">
                <a:cs typeface="Calibri"/>
              </a:rPr>
              <a:t>uReply</a:t>
            </a:r>
            <a:r>
              <a:rPr lang="en-US" altLang="zh-HK" dirty="0">
                <a:cs typeface="Calibri"/>
              </a:rPr>
              <a:t>)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D307A5-158D-CDA3-906E-BE99F61D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400" dirty="0"/>
              <a:t>Greatest common divisor between (a, b)</a:t>
            </a:r>
          </a:p>
          <a:p>
            <a:pPr lvl="1"/>
            <a:r>
              <a:rPr lang="en-US" altLang="zh-HK" sz="2000" dirty="0"/>
              <a:t>e.g., </a:t>
            </a:r>
            <a:r>
              <a:rPr lang="en-US" altLang="zh-HK" sz="2000" dirty="0" err="1"/>
              <a:t>gcd</a:t>
            </a:r>
            <a:r>
              <a:rPr lang="en-US" altLang="zh-HK" sz="2000" dirty="0"/>
              <a:t>(10, 15) = 5; </a:t>
            </a:r>
            <a:r>
              <a:rPr lang="en-US" altLang="zh-HK" sz="2000" dirty="0" err="1"/>
              <a:t>gcd</a:t>
            </a:r>
            <a:r>
              <a:rPr lang="en-US" altLang="zh-HK" sz="2000" dirty="0"/>
              <a:t>(12, 23) = 1;</a:t>
            </a:r>
          </a:p>
          <a:p>
            <a:endParaRPr lang="en-US" altLang="zh-HK" sz="2400" dirty="0"/>
          </a:p>
          <a:p>
            <a:pPr marL="0" indent="0">
              <a:buNone/>
            </a:pPr>
            <a:r>
              <a:rPr lang="en-US" altLang="zh-HK" sz="2400" dirty="0"/>
              <a:t>Direct Approach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HK" sz="2400" dirty="0"/>
              <a:t>Set </a:t>
            </a:r>
            <a:r>
              <a:rPr lang="en-US" altLang="zh-HK" sz="2400" dirty="0" err="1"/>
              <a:t>gcd</a:t>
            </a:r>
            <a:r>
              <a:rPr lang="en-US" altLang="zh-HK" sz="2400" dirty="0"/>
              <a:t> = 1;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HK" sz="2400" dirty="0"/>
              <a:t>Check for </a:t>
            </a:r>
            <a:r>
              <a:rPr lang="en-US" altLang="zh-HK" sz="2400" dirty="0" err="1"/>
              <a:t>i</a:t>
            </a:r>
            <a:r>
              <a:rPr lang="en-US" altLang="zh-HK" sz="2400" dirty="0"/>
              <a:t> in the range (2, Min(a, b))</a:t>
            </a:r>
          </a:p>
          <a:p>
            <a:pPr lvl="1"/>
            <a:r>
              <a:rPr lang="en-US" altLang="zh-HK" sz="2000" dirty="0"/>
              <a:t>if (</a:t>
            </a:r>
            <a:r>
              <a:rPr lang="en-US" altLang="zh-HK" sz="2000" dirty="0" err="1"/>
              <a:t>i</a:t>
            </a:r>
            <a:r>
              <a:rPr lang="en-US" altLang="zh-HK" sz="2000" dirty="0"/>
              <a:t> is factor of both (a, b)) update </a:t>
            </a:r>
            <a:r>
              <a:rPr lang="en-US" altLang="zh-HK" sz="2000" dirty="0" err="1"/>
              <a:t>gcd</a:t>
            </a:r>
            <a:r>
              <a:rPr lang="en-US" altLang="zh-HK" sz="2000" dirty="0"/>
              <a:t> = </a:t>
            </a:r>
            <a:r>
              <a:rPr lang="en-US" altLang="zh-HK" sz="2000" dirty="0" err="1"/>
              <a:t>i</a:t>
            </a:r>
            <a:r>
              <a:rPr lang="en-US" altLang="zh-HK" sz="2000" dirty="0"/>
              <a:t>;</a:t>
            </a:r>
          </a:p>
          <a:p>
            <a:pPr lvl="1"/>
            <a:endParaRPr lang="zh-HK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D1481A-B67D-8ACE-F8E1-6CE02B53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71A28C1-4F00-4F1E-E702-A3D188BE07E1}"/>
              </a:ext>
            </a:extLst>
          </p:cNvPr>
          <p:cNvSpPr txBox="1"/>
          <p:nvPr/>
        </p:nvSpPr>
        <p:spPr>
          <a:xfrm>
            <a:off x="378069" y="4114800"/>
            <a:ext cx="40386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HK" u="sng" dirty="0"/>
              <a:t>While-loop:</a:t>
            </a:r>
          </a:p>
          <a:p>
            <a:r>
              <a:rPr lang="en-US" altLang="zh-HK" dirty="0"/>
              <a:t>Set </a:t>
            </a:r>
            <a:r>
              <a:rPr lang="en-US" altLang="zh-HK" dirty="0" err="1"/>
              <a:t>gcd</a:t>
            </a:r>
            <a:r>
              <a:rPr lang="en-US" altLang="zh-HK" dirty="0"/>
              <a:t> = 1; </a:t>
            </a:r>
            <a:r>
              <a:rPr lang="en-US" altLang="zh-HK" dirty="0" err="1">
                <a:highlight>
                  <a:srgbClr val="FFFF00"/>
                </a:highlight>
              </a:rPr>
              <a:t>i</a:t>
            </a:r>
            <a:r>
              <a:rPr lang="en-US" altLang="zh-HK" dirty="0">
                <a:highlight>
                  <a:srgbClr val="FFFF00"/>
                </a:highlight>
              </a:rPr>
              <a:t> = 2</a:t>
            </a:r>
            <a:r>
              <a:rPr lang="en-US" altLang="zh-HK" dirty="0"/>
              <a:t>;</a:t>
            </a:r>
          </a:p>
          <a:p>
            <a:r>
              <a:rPr lang="en-US" altLang="zh-HK" dirty="0"/>
              <a:t>while(</a:t>
            </a:r>
            <a:r>
              <a:rPr lang="en-US" altLang="zh-HK" dirty="0" err="1">
                <a:highlight>
                  <a:srgbClr val="CCCCFF"/>
                </a:highlight>
              </a:rPr>
              <a:t>i</a:t>
            </a:r>
            <a:r>
              <a:rPr lang="en-US" altLang="zh-HK" dirty="0">
                <a:highlight>
                  <a:srgbClr val="CCCCFF"/>
                </a:highlight>
              </a:rPr>
              <a:t> &lt;= a &amp;&amp; </a:t>
            </a:r>
            <a:r>
              <a:rPr lang="en-US" altLang="zh-HK" dirty="0" err="1">
                <a:highlight>
                  <a:srgbClr val="CCCCFF"/>
                </a:highlight>
              </a:rPr>
              <a:t>i</a:t>
            </a:r>
            <a:r>
              <a:rPr lang="en-US" altLang="zh-HK" dirty="0">
                <a:highlight>
                  <a:srgbClr val="CCCCFF"/>
                </a:highlight>
              </a:rPr>
              <a:t> &lt;= b</a:t>
            </a:r>
            <a:r>
              <a:rPr lang="en-US" altLang="zh-HK" dirty="0"/>
              <a:t>) </a:t>
            </a:r>
          </a:p>
          <a:p>
            <a:pPr lvl="1"/>
            <a:r>
              <a:rPr lang="en-US" altLang="zh-HK" dirty="0"/>
              <a:t>if (</a:t>
            </a:r>
            <a:r>
              <a:rPr lang="en-US" altLang="zh-HK" dirty="0" err="1"/>
              <a:t>i</a:t>
            </a:r>
            <a:r>
              <a:rPr lang="en-US" altLang="zh-HK" dirty="0"/>
              <a:t> is factor of (</a:t>
            </a:r>
            <a:r>
              <a:rPr lang="en-US" altLang="zh-HK" dirty="0" err="1"/>
              <a:t>a,b</a:t>
            </a:r>
            <a:r>
              <a:rPr lang="en-US" altLang="zh-HK" dirty="0"/>
              <a:t>)) </a:t>
            </a:r>
          </a:p>
          <a:p>
            <a:pPr lvl="1"/>
            <a:r>
              <a:rPr lang="en-US" altLang="zh-HK" dirty="0"/>
              <a:t>     update </a:t>
            </a:r>
            <a:r>
              <a:rPr lang="en-US" altLang="zh-HK" dirty="0" err="1"/>
              <a:t>gcd</a:t>
            </a:r>
            <a:r>
              <a:rPr lang="en-US" altLang="zh-HK" dirty="0"/>
              <a:t> = </a:t>
            </a:r>
            <a:r>
              <a:rPr lang="en-US" altLang="zh-HK" dirty="0" err="1"/>
              <a:t>i</a:t>
            </a:r>
            <a:r>
              <a:rPr lang="en-US" altLang="zh-HK" dirty="0"/>
              <a:t>;</a:t>
            </a:r>
          </a:p>
          <a:p>
            <a:pPr lvl="1"/>
            <a:r>
              <a:rPr lang="en-US" altLang="zh-HK" dirty="0" err="1">
                <a:highlight>
                  <a:srgbClr val="FFFF00"/>
                </a:highlight>
              </a:rPr>
              <a:t>i</a:t>
            </a:r>
            <a:r>
              <a:rPr lang="en-US" altLang="zh-HK" dirty="0">
                <a:highlight>
                  <a:srgbClr val="FFFF00"/>
                </a:highlight>
              </a:rPr>
              <a:t>++;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F9F9EC-133E-8CFA-F459-5098EF747AB4}"/>
              </a:ext>
            </a:extLst>
          </p:cNvPr>
          <p:cNvSpPr txBox="1"/>
          <p:nvPr/>
        </p:nvSpPr>
        <p:spPr>
          <a:xfrm>
            <a:off x="4724400" y="4114800"/>
            <a:ext cx="40386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HK" u="sng" dirty="0"/>
              <a:t>for-loop:</a:t>
            </a:r>
          </a:p>
          <a:p>
            <a:pPr marL="0" indent="0">
              <a:buNone/>
            </a:pPr>
            <a:r>
              <a:rPr lang="en-US" altLang="zh-HK" dirty="0"/>
              <a:t>limit = MIN(a, b)</a:t>
            </a:r>
          </a:p>
          <a:p>
            <a:r>
              <a:rPr lang="en-US" altLang="zh-HK" dirty="0"/>
              <a:t>Set </a:t>
            </a:r>
            <a:r>
              <a:rPr lang="en-US" altLang="zh-HK" dirty="0" err="1"/>
              <a:t>gcd</a:t>
            </a:r>
            <a:r>
              <a:rPr lang="en-US" altLang="zh-HK" dirty="0"/>
              <a:t> = 1;</a:t>
            </a:r>
          </a:p>
          <a:p>
            <a:r>
              <a:rPr lang="en-US" altLang="zh-HK" dirty="0"/>
              <a:t>for(int </a:t>
            </a:r>
            <a:r>
              <a:rPr lang="en-US" altLang="zh-HK" dirty="0" err="1">
                <a:highlight>
                  <a:srgbClr val="FFFF00"/>
                </a:highlight>
              </a:rPr>
              <a:t>i</a:t>
            </a:r>
            <a:r>
              <a:rPr lang="en-US" altLang="zh-HK" dirty="0">
                <a:highlight>
                  <a:srgbClr val="FFFF00"/>
                </a:highlight>
              </a:rPr>
              <a:t> = 2</a:t>
            </a:r>
            <a:r>
              <a:rPr lang="en-US" altLang="zh-HK" dirty="0"/>
              <a:t>; </a:t>
            </a:r>
            <a:r>
              <a:rPr lang="en-US" altLang="zh-HK" dirty="0" err="1">
                <a:highlight>
                  <a:srgbClr val="CCCCFF"/>
                </a:highlight>
              </a:rPr>
              <a:t>i</a:t>
            </a:r>
            <a:r>
              <a:rPr lang="en-US" altLang="zh-HK" dirty="0">
                <a:highlight>
                  <a:srgbClr val="CCCCFF"/>
                </a:highlight>
              </a:rPr>
              <a:t> &lt;= limit</a:t>
            </a:r>
            <a:r>
              <a:rPr lang="en-US" altLang="zh-HK" dirty="0"/>
              <a:t>; </a:t>
            </a:r>
            <a:r>
              <a:rPr lang="en-US" altLang="zh-HK" dirty="0" err="1">
                <a:highlight>
                  <a:srgbClr val="FFFF00"/>
                </a:highlight>
              </a:rPr>
              <a:t>i</a:t>
            </a:r>
            <a:r>
              <a:rPr lang="en-US" altLang="zh-HK" dirty="0">
                <a:highlight>
                  <a:srgbClr val="FFFF00"/>
                </a:highlight>
              </a:rPr>
              <a:t>++</a:t>
            </a:r>
            <a:r>
              <a:rPr lang="en-US" altLang="zh-HK" dirty="0"/>
              <a:t>) </a:t>
            </a:r>
          </a:p>
          <a:p>
            <a:pPr lvl="1"/>
            <a:r>
              <a:rPr lang="en-US" altLang="zh-HK" dirty="0"/>
              <a:t>if (</a:t>
            </a:r>
            <a:r>
              <a:rPr lang="en-US" altLang="zh-HK" dirty="0" err="1"/>
              <a:t>i</a:t>
            </a:r>
            <a:r>
              <a:rPr lang="en-US" altLang="zh-HK" dirty="0"/>
              <a:t> is factor of (</a:t>
            </a:r>
            <a:r>
              <a:rPr lang="en-US" altLang="zh-HK" dirty="0" err="1"/>
              <a:t>a,b</a:t>
            </a:r>
            <a:r>
              <a:rPr lang="en-US" altLang="zh-HK" dirty="0"/>
              <a:t>)) </a:t>
            </a:r>
          </a:p>
          <a:p>
            <a:pPr lvl="1"/>
            <a:r>
              <a:rPr lang="en-US" altLang="zh-HK" dirty="0"/>
              <a:t>     update </a:t>
            </a:r>
            <a:r>
              <a:rPr lang="en-US" altLang="zh-HK" dirty="0" err="1"/>
              <a:t>gcd</a:t>
            </a:r>
            <a:r>
              <a:rPr lang="en-US" altLang="zh-HK" dirty="0"/>
              <a:t> = </a:t>
            </a:r>
            <a:r>
              <a:rPr lang="en-US" altLang="zh-HK" dirty="0" err="1"/>
              <a:t>i</a:t>
            </a:r>
            <a:r>
              <a:rPr lang="en-US" altLang="zh-HK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960928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161B1-E713-3D25-21EF-3DBB5292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Extra</a:t>
            </a:r>
            <a:endParaRPr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E75023-6080-3AB1-322F-B3DEA4ED66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zh-HK" dirty="0"/>
                  <a:t>Write a while loop to check the following:</a:t>
                </a:r>
              </a:p>
              <a:p>
                <a:pPr marL="0" indent="0">
                  <a:buNone/>
                </a:pPr>
                <a:r>
                  <a:rPr lang="en-US" altLang="zh-HK" b="1" dirty="0"/>
                  <a:t>Given </a:t>
                </a:r>
                <a:r>
                  <a:rPr lang="en-US" altLang="zh-HK" dirty="0">
                    <a:highlight>
                      <a:srgbClr val="FFFF00"/>
                    </a:highlight>
                  </a:rPr>
                  <a:t>start</a:t>
                </a:r>
                <a:r>
                  <a:rPr lang="en-US" altLang="zh-HK" dirty="0"/>
                  <a:t> = 10; </a:t>
                </a:r>
                <a:r>
                  <a:rPr lang="en-US" altLang="zh-HK" dirty="0">
                    <a:highlight>
                      <a:srgbClr val="CCCCFF"/>
                    </a:highlight>
                  </a:rPr>
                  <a:t>end</a:t>
                </a:r>
                <a:r>
                  <a:rPr lang="en-US" altLang="zh-HK" dirty="0"/>
                  <a:t> = 100; // example</a:t>
                </a:r>
              </a:p>
              <a:p>
                <a:pPr marL="0" indent="0">
                  <a:buNone/>
                </a:pPr>
                <a:r>
                  <a:rPr lang="en-US" altLang="zh-HK" b="1" dirty="0"/>
                  <a:t>and </a:t>
                </a:r>
                <a:r>
                  <a:rPr lang="en-US" altLang="zh-HK" dirty="0"/>
                  <a:t>increment = 4; decrement = 5;  // example</a:t>
                </a:r>
              </a:p>
              <a:p>
                <a:pPr marL="0" indent="0">
                  <a:buNone/>
                </a:pPr>
                <a:r>
                  <a:rPr lang="en-US" altLang="zh-HK" dirty="0"/>
                  <a:t>Check if </a:t>
                </a:r>
              </a:p>
              <a:p>
                <a:pPr lvl="1"/>
                <a:r>
                  <a:rPr lang="en-US" altLang="zh-HK" dirty="0"/>
                  <a:t>{</a:t>
                </a:r>
                <a:r>
                  <a:rPr lang="en-US" altLang="zh-HK" dirty="0">
                    <a:highlight>
                      <a:srgbClr val="FFFF00"/>
                    </a:highlight>
                  </a:rPr>
                  <a:t>10</a:t>
                </a:r>
                <a:r>
                  <a:rPr lang="en-US" altLang="zh-HK" dirty="0"/>
                  <a:t>, 10+4, 10+4+4, ...., 98} intersect   (</a:t>
                </a:r>
                <a:r>
                  <a:rPr lang="en-US" altLang="zh-HK" dirty="0">
                    <a:highlight>
                      <a:srgbClr val="FFFF00"/>
                    </a:highlight>
                  </a:rPr>
                  <a:t>10</a:t>
                </a:r>
                <a:r>
                  <a:rPr lang="en-US" altLang="zh-HK" dirty="0"/>
                  <a:t> + 4 * m </a:t>
                </a: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HK" dirty="0"/>
                  <a:t> </a:t>
                </a:r>
                <a:r>
                  <a:rPr lang="en-US" altLang="zh-HK" dirty="0">
                    <a:highlight>
                      <a:srgbClr val="CCCCFF"/>
                    </a:highlight>
                  </a:rPr>
                  <a:t>end</a:t>
                </a:r>
                <a:r>
                  <a:rPr lang="en-US" altLang="zh-HK" dirty="0"/>
                  <a:t>)  </a:t>
                </a:r>
              </a:p>
              <a:p>
                <a:pPr lvl="1"/>
                <a:r>
                  <a:rPr lang="en-US" altLang="zh-HK" dirty="0"/>
                  <a:t>{</a:t>
                </a:r>
                <a:r>
                  <a:rPr lang="en-US" altLang="zh-HK" dirty="0">
                    <a:highlight>
                      <a:srgbClr val="CCCCFF"/>
                    </a:highlight>
                  </a:rPr>
                  <a:t>100</a:t>
                </a:r>
                <a:r>
                  <a:rPr lang="en-US" altLang="zh-HK" dirty="0"/>
                  <a:t>, 100-5, 100-5-5, ..., 10} 	       	   (</a:t>
                </a:r>
                <a:r>
                  <a:rPr lang="en-US" altLang="zh-HK" dirty="0">
                    <a:highlight>
                      <a:srgbClr val="CCCCFF"/>
                    </a:highlight>
                  </a:rPr>
                  <a:t>100</a:t>
                </a:r>
                <a:r>
                  <a:rPr lang="en-US" altLang="zh-HK" dirty="0"/>
                  <a:t> – 5 * n </a:t>
                </a:r>
                <a14:m>
                  <m:oMath xmlns:m="http://schemas.openxmlformats.org/officeDocument/2006/math"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HK" dirty="0"/>
                  <a:t> </a:t>
                </a:r>
                <a:r>
                  <a:rPr lang="en-US" altLang="zh-HK" dirty="0">
                    <a:highlight>
                      <a:srgbClr val="FFFF00"/>
                    </a:highlight>
                  </a:rPr>
                  <a:t>start</a:t>
                </a:r>
                <a:r>
                  <a:rPr lang="en-US" altLang="zh-HK" dirty="0"/>
                  <a:t>)</a:t>
                </a:r>
              </a:p>
              <a:p>
                <a:pPr marL="57150" indent="0">
                  <a:buNone/>
                </a:pPr>
                <a:r>
                  <a:rPr lang="en-US" altLang="zh-HK" dirty="0"/>
                  <a:t>using a </a:t>
                </a:r>
                <a:r>
                  <a:rPr lang="en-US" altLang="zh-HK" i="1" dirty="0"/>
                  <a:t>single </a:t>
                </a:r>
                <a:r>
                  <a:rPr lang="en-US" altLang="zh-HK" dirty="0"/>
                  <a:t>while loop.</a:t>
                </a:r>
              </a:p>
              <a:p>
                <a:pPr marL="0" indent="0">
                  <a:buNone/>
                </a:pPr>
                <a:r>
                  <a:rPr lang="en-US" altLang="zh-HK" sz="2000" b="1" dirty="0"/>
                  <a:t>Hint:</a:t>
                </a:r>
                <a:r>
                  <a:rPr lang="en-US" altLang="zh-HK" sz="2000" dirty="0"/>
                  <a:t> you can check for each x ∈ {10, 14, 18, ..., 98}: if (100-x is divisible by 5).</a:t>
                </a:r>
              </a:p>
              <a:p>
                <a:pPr marL="0" indent="0">
                  <a:buNone/>
                </a:pPr>
                <a:r>
                  <a:rPr lang="en-US" altLang="zh-HK" sz="2000" dirty="0"/>
                  <a:t>Given x, if (x = 100 – 5*n) then we have a solution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E75023-6080-3AB1-322F-B3DEA4ED66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8" t="-1432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BD7B12-B502-2E30-DADE-0F55E5C3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6886DEE-2D01-ED7B-A5C7-A7C7519ECC4C}"/>
              </a:ext>
            </a:extLst>
          </p:cNvPr>
          <p:cNvSpPr txBox="1"/>
          <p:nvPr/>
        </p:nvSpPr>
        <p:spPr>
          <a:xfrm>
            <a:off x="1219200" y="5606534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dirty="0"/>
              <a:t>(100-x = 5*n) </a:t>
            </a:r>
            <a:endParaRPr lang="zh-HK" altLang="en-US" dirty="0"/>
          </a:p>
        </p:txBody>
      </p:sp>
      <p:sp>
        <p:nvSpPr>
          <p:cNvPr id="7" name="等於 6">
            <a:extLst>
              <a:ext uri="{FF2B5EF4-FFF2-40B4-BE49-F238E27FC236}">
                <a16:creationId xmlns:a16="http://schemas.microsoft.com/office/drawing/2014/main" id="{37603951-C7A4-B49C-FE9D-DA6BEF5ACFFB}"/>
              </a:ext>
            </a:extLst>
          </p:cNvPr>
          <p:cNvSpPr/>
          <p:nvPr/>
        </p:nvSpPr>
        <p:spPr>
          <a:xfrm rot="5232600">
            <a:off x="1747171" y="5400904"/>
            <a:ext cx="228600" cy="228600"/>
          </a:xfrm>
          <a:prstGeom prst="mathEqua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91742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H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HK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end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dec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found = 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start +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end){ </a:t>
            </a:r>
            <a:r>
              <a:rPr lang="en-US" altLang="zh-HK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enumerate all (10 + </a:t>
            </a:r>
            <a:r>
              <a:rPr lang="en-US" altLang="zh-HK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altLang="zh-HK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*</a:t>
            </a:r>
            <a:r>
              <a:rPr lang="en-US" altLang="zh-HK" sz="20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((end -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dec ==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altLang="zh-HK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//check 100-x = 5n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found = 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++;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 =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 +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inc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(!found)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"False\n"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158EF2F-FDB9-8972-944D-98EF7C2C689E}"/>
              </a:ext>
            </a:extLst>
          </p:cNvPr>
          <p:cNvSpPr txBox="1"/>
          <p:nvPr/>
        </p:nvSpPr>
        <p:spPr>
          <a:xfrm>
            <a:off x="4953000" y="3810000"/>
            <a:ext cx="38862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We can also output the solutions (m, n)</a:t>
            </a:r>
          </a:p>
        </p:txBody>
      </p:sp>
    </p:spTree>
    <p:extLst>
      <p:ext uri="{BB962C8B-B14F-4D97-AF65-F5344CB8AC3E}">
        <p14:creationId xmlns:p14="http://schemas.microsoft.com/office/powerpoint/2010/main" val="7476777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H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HK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end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dec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found = 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start +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end){ </a:t>
            </a:r>
            <a:r>
              <a:rPr lang="en-US" altLang="zh-HK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enumerate all (10 + </a:t>
            </a:r>
            <a:r>
              <a:rPr lang="en-US" altLang="zh-HK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altLang="zh-HK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*</a:t>
            </a:r>
            <a:r>
              <a:rPr lang="en-US" altLang="zh-HK" sz="20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(end -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) % dec == 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0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"Solution: a = %d, b = %d\n"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end -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CCCCFF"/>
                </a:highlight>
                <a:latin typeface="Consolas" panose="020B0609020204030204" pitchFamily="49" charset="0"/>
              </a:rPr>
              <a:t>) / dec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found = </a:t>
            </a:r>
            <a:r>
              <a:rPr lang="en-US" altLang="zh-HK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zh-HK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currentX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H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(!found) </a:t>
            </a:r>
            <a:r>
              <a:rPr lang="en-US" altLang="zh-H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H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 solution\n"</a:t>
            </a:r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H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H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0" bIns="45720"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158EF2F-FDB9-8972-944D-98EF7C2C689E}"/>
              </a:ext>
            </a:extLst>
          </p:cNvPr>
          <p:cNvSpPr txBox="1"/>
          <p:nvPr/>
        </p:nvSpPr>
        <p:spPr>
          <a:xfrm>
            <a:off x="4953000" y="3810000"/>
            <a:ext cx="38862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We can also output the solutions (m, n)</a:t>
            </a:r>
          </a:p>
        </p:txBody>
      </p:sp>
    </p:spTree>
    <p:extLst>
      <p:ext uri="{BB962C8B-B14F-4D97-AF65-F5344CB8AC3E}">
        <p14:creationId xmlns:p14="http://schemas.microsoft.com/office/powerpoint/2010/main" val="34665381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8556</TotalTime>
  <Words>1591</Words>
  <Application>Microsoft Office PowerPoint</Application>
  <PresentationFormat>如螢幕大小 (4:3)</PresentationFormat>
  <Paragraphs>266</Paragraphs>
  <Slides>12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Consolas</vt:lpstr>
      <vt:lpstr>Office Theme</vt:lpstr>
      <vt:lpstr>Extra Materials</vt:lpstr>
      <vt:lpstr>More Exercise (in Lecture Note 7(a))</vt:lpstr>
      <vt:lpstr>Direct Approach (check ONE number)</vt:lpstr>
      <vt:lpstr>Direct Approach (Faster)</vt:lpstr>
      <vt:lpstr>Combined</vt:lpstr>
      <vt:lpstr>Example Related to Lab 6 - Ex 5</vt:lpstr>
      <vt:lpstr>Example</vt:lpstr>
      <vt:lpstr>Example</vt:lpstr>
      <vt:lpstr>Finding GCD (previous uReply)</vt:lpstr>
      <vt:lpstr>Extra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Looping (III)</dc:title>
  <cp:lastModifiedBy>Pui Kit Ma (IEG)</cp:lastModifiedBy>
  <cp:revision>63</cp:revision>
  <dcterms:created xsi:type="dcterms:W3CDTF">2011-07-19T12:51:33Z</dcterms:created>
  <dcterms:modified xsi:type="dcterms:W3CDTF">2024-10-16T20:44:08Z</dcterms:modified>
</cp:coreProperties>
</file>