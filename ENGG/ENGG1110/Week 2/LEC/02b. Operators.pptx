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tags/tag1.xml" ContentType="application/vnd.openxmlformats-officedocument.presentationml.tags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48" r:id="rId1"/>
  </p:sldMasterIdLst>
  <p:notesMasterIdLst>
    <p:notesMasterId r:id="rId26"/>
  </p:notesMasterIdLst>
  <p:handoutMasterIdLst>
    <p:handoutMasterId r:id="rId27"/>
  </p:handoutMasterIdLst>
  <p:sldIdLst>
    <p:sldId id="256" r:id="rId2"/>
    <p:sldId id="257" r:id="rId3"/>
    <p:sldId id="305" r:id="rId4"/>
    <p:sldId id="328" r:id="rId5"/>
    <p:sldId id="306" r:id="rId6"/>
    <p:sldId id="307" r:id="rId7"/>
    <p:sldId id="308" r:id="rId8"/>
    <p:sldId id="309" r:id="rId9"/>
    <p:sldId id="331" r:id="rId10"/>
    <p:sldId id="310" r:id="rId11"/>
    <p:sldId id="311" r:id="rId12"/>
    <p:sldId id="312" r:id="rId13"/>
    <p:sldId id="313" r:id="rId14"/>
    <p:sldId id="314" r:id="rId15"/>
    <p:sldId id="316" r:id="rId16"/>
    <p:sldId id="317" r:id="rId17"/>
    <p:sldId id="321" r:id="rId18"/>
    <p:sldId id="333" r:id="rId19"/>
    <p:sldId id="323" r:id="rId20"/>
    <p:sldId id="325" r:id="rId21"/>
    <p:sldId id="318" r:id="rId22"/>
    <p:sldId id="320" r:id="rId23"/>
    <p:sldId id="319" r:id="rId24"/>
    <p:sldId id="327" r:id="rId25"/>
  </p:sldIdLst>
  <p:sldSz cx="9144000" cy="6858000" type="screen4x3"/>
  <p:notesSz cx="6807200" cy="9939338"/>
  <p:custDataLst>
    <p:tags r:id="rId28"/>
  </p:custData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3131" userDrawn="1">
          <p15:clr>
            <a:srgbClr val="A4A3A4"/>
          </p15:clr>
        </p15:guide>
        <p15:guide id="2" pos="2144" userDrawn="1">
          <p15:clr>
            <a:srgbClr val="A4A3A4"/>
          </p15:clr>
        </p15:guide>
      </p15:notes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Chuck-jee Chau" initials="CCJ" lastIdx="1" clrIdx="0">
    <p:extLst>
      <p:ext uri="{19B8F6BF-5375-455C-9EA6-DF929625EA0E}">
        <p15:presenceInfo xmlns:p15="http://schemas.microsoft.com/office/powerpoint/2012/main" userId="Chuck-jee Chau" providerId="Non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FFCC"/>
    <a:srgbClr val="750F6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EF220A37-ABA7-425A-94C8-F3986DFFD633}" v="2" dt="2024-01-16T01:21:49.180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3C2FFA5D-87B4-456A-9821-1D502468CF0F}" styleName="Themed Style 1 -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SorterView">
  <p:normalViewPr>
    <p:restoredLeft sz="13708"/>
    <p:restoredTop sz="83908" autoAdjust="0"/>
  </p:normalViewPr>
  <p:slideViewPr>
    <p:cSldViewPr snapToGrid="0">
      <p:cViewPr varScale="1">
        <p:scale>
          <a:sx n="47" d="100"/>
          <a:sy n="47" d="100"/>
        </p:scale>
        <p:origin x="1301" y="48"/>
      </p:cViewPr>
      <p:guideLst>
        <p:guide orient="horz" pos="2160"/>
        <p:guide pos="2880"/>
      </p:guideLst>
    </p:cSldViewPr>
  </p:slideViewPr>
  <p:notesTextViewPr>
    <p:cViewPr>
      <p:scale>
        <a:sx n="125" d="100"/>
        <a:sy n="125" d="100"/>
      </p:scale>
      <p:origin x="0" y="0"/>
    </p:cViewPr>
  </p:notesTextViewPr>
  <p:sorterViewPr>
    <p:cViewPr varScale="1">
      <p:scale>
        <a:sx n="100" d="100"/>
        <a:sy n="100" d="100"/>
      </p:scale>
      <p:origin x="0" y="-6864"/>
    </p:cViewPr>
  </p:sorterViewPr>
  <p:notesViewPr>
    <p:cSldViewPr snapToGrid="0">
      <p:cViewPr>
        <p:scale>
          <a:sx n="1" d="2"/>
          <a:sy n="1" d="2"/>
        </p:scale>
        <p:origin x="0" y="0"/>
      </p:cViewPr>
      <p:guideLst>
        <p:guide orient="horz" pos="3131"/>
        <p:guide pos="2144"/>
      </p:guideLst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microsoft.com/office/2016/11/relationships/changesInfo" Target="changesInfos/changesInfo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commentAuthors" Target="commentAuthor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ags" Target="tags/tag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handoutMaster" Target="handoutMasters/handoutMaster1.xml"/><Relationship Id="rId30" Type="http://schemas.openxmlformats.org/officeDocument/2006/relationships/presProps" Target="presProps.xml"/><Relationship Id="rId35" Type="http://schemas.microsoft.com/office/2015/10/relationships/revisionInfo" Target="revisionInfo.xml"/><Relationship Id="rId8" Type="http://schemas.openxmlformats.org/officeDocument/2006/relationships/slide" Target="slides/slide7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Yim Pan Chui, Dr. (CSD)" userId="06f431c5-cc1a-4439-a61b-5f3af947c103" providerId="ADAL" clId="{594C7A4F-D69D-4E7D-95A2-F304F7064BF4}"/>
    <pc:docChg chg="modSld sldOrd">
      <pc:chgData name="Yim Pan Chui, Dr. (CSD)" userId="06f431c5-cc1a-4439-a61b-5f3af947c103" providerId="ADAL" clId="{594C7A4F-D69D-4E7D-95A2-F304F7064BF4}" dt="2023-08-21T03:26:16.949" v="9" actId="5793"/>
      <pc:docMkLst>
        <pc:docMk/>
      </pc:docMkLst>
      <pc:sldChg chg="modSp mod">
        <pc:chgData name="Yim Pan Chui, Dr. (CSD)" userId="06f431c5-cc1a-4439-a61b-5f3af947c103" providerId="ADAL" clId="{594C7A4F-D69D-4E7D-95A2-F304F7064BF4}" dt="2023-08-21T03:26:16.949" v="9" actId="5793"/>
        <pc:sldMkLst>
          <pc:docMk/>
          <pc:sldMk cId="2323925547" sldId="325"/>
        </pc:sldMkLst>
        <pc:spChg chg="mod">
          <ac:chgData name="Yim Pan Chui, Dr. (CSD)" userId="06f431c5-cc1a-4439-a61b-5f3af947c103" providerId="ADAL" clId="{594C7A4F-D69D-4E7D-95A2-F304F7064BF4}" dt="2023-08-21T03:26:16.949" v="9" actId="5793"/>
          <ac:spMkLst>
            <pc:docMk/>
            <pc:sldMk cId="2323925547" sldId="325"/>
            <ac:spMk id="3" creationId="{00000000-0000-0000-0000-000000000000}"/>
          </ac:spMkLst>
        </pc:spChg>
      </pc:sldChg>
      <pc:sldChg chg="modSp mod ord">
        <pc:chgData name="Yim Pan Chui, Dr. (CSD)" userId="06f431c5-cc1a-4439-a61b-5f3af947c103" providerId="ADAL" clId="{594C7A4F-D69D-4E7D-95A2-F304F7064BF4}" dt="2023-08-21T03:25:52.989" v="6" actId="20577"/>
        <pc:sldMkLst>
          <pc:docMk/>
          <pc:sldMk cId="1246939930" sldId="332"/>
        </pc:sldMkLst>
        <pc:spChg chg="mod">
          <ac:chgData name="Yim Pan Chui, Dr. (CSD)" userId="06f431c5-cc1a-4439-a61b-5f3af947c103" providerId="ADAL" clId="{594C7A4F-D69D-4E7D-95A2-F304F7064BF4}" dt="2023-08-21T03:25:52.989" v="6" actId="20577"/>
          <ac:spMkLst>
            <pc:docMk/>
            <pc:sldMk cId="1246939930" sldId="332"/>
            <ac:spMk id="22531" creationId="{00000000-0000-0000-0000-000000000000}"/>
          </ac:spMkLst>
        </pc:spChg>
      </pc:sldChg>
    </pc:docChg>
  </pc:docChgLst>
  <pc:docChgLst>
    <pc:chgData name="Yim Pan Chui, Dr. (CSD)" userId="06f431c5-cc1a-4439-a61b-5f3af947c103" providerId="ADAL" clId="{2B9E64CF-BA8E-459B-A149-EDF4358028A8}"/>
    <pc:docChg chg="modSld">
      <pc:chgData name="Yim Pan Chui, Dr. (CSD)" userId="06f431c5-cc1a-4439-a61b-5f3af947c103" providerId="ADAL" clId="{2B9E64CF-BA8E-459B-A149-EDF4358028A8}" dt="2023-01-15T14:11:14.433" v="0" actId="20577"/>
      <pc:docMkLst>
        <pc:docMk/>
      </pc:docMkLst>
      <pc:sldChg chg="modSp mod">
        <pc:chgData name="Yim Pan Chui, Dr. (CSD)" userId="06f431c5-cc1a-4439-a61b-5f3af947c103" providerId="ADAL" clId="{2B9E64CF-BA8E-459B-A149-EDF4358028A8}" dt="2023-01-15T14:11:14.433" v="0" actId="20577"/>
        <pc:sldMkLst>
          <pc:docMk/>
          <pc:sldMk cId="2323925547" sldId="325"/>
        </pc:sldMkLst>
        <pc:spChg chg="mod">
          <ac:chgData name="Yim Pan Chui, Dr. (CSD)" userId="06f431c5-cc1a-4439-a61b-5f3af947c103" providerId="ADAL" clId="{2B9E64CF-BA8E-459B-A149-EDF4358028A8}" dt="2023-01-15T14:11:14.433" v="0" actId="20577"/>
          <ac:spMkLst>
            <pc:docMk/>
            <pc:sldMk cId="2323925547" sldId="325"/>
            <ac:spMk id="3" creationId="{00000000-0000-0000-0000-000000000000}"/>
          </ac:spMkLst>
        </pc:spChg>
      </pc:sldChg>
    </pc:docChg>
  </pc:docChgLst>
  <pc:docChgLst>
    <pc:chgData name="William Hui (IEG)" userId="S::kyhui@cuhk.edu.hk::07728535-8fdc-4325-b24f-20cc4d58a3a3" providerId="AD" clId="Web-{233E41C6-E6AA-F9B9-B36D-A465C0EBD5CD}"/>
    <pc:docChg chg="delSld modSld">
      <pc:chgData name="William Hui (IEG)" userId="S::kyhui@cuhk.edu.hk::07728535-8fdc-4325-b24f-20cc4d58a3a3" providerId="AD" clId="Web-{233E41C6-E6AA-F9B9-B36D-A465C0EBD5CD}" dt="2019-08-23T14:35:36.265" v="62"/>
      <pc:docMkLst>
        <pc:docMk/>
      </pc:docMkLst>
      <pc:sldChg chg="modSp">
        <pc:chgData name="William Hui (IEG)" userId="S::kyhui@cuhk.edu.hk::07728535-8fdc-4325-b24f-20cc4d58a3a3" providerId="AD" clId="Web-{233E41C6-E6AA-F9B9-B36D-A465C0EBD5CD}" dt="2019-08-23T14:35:27.890" v="59" actId="20577"/>
        <pc:sldMkLst>
          <pc:docMk/>
          <pc:sldMk cId="2101956271" sldId="331"/>
        </pc:sldMkLst>
        <pc:spChg chg="mod">
          <ac:chgData name="William Hui (IEG)" userId="S::kyhui@cuhk.edu.hk::07728535-8fdc-4325-b24f-20cc4d58a3a3" providerId="AD" clId="Web-{233E41C6-E6AA-F9B9-B36D-A465C0EBD5CD}" dt="2019-08-23T14:35:27.890" v="59" actId="20577"/>
          <ac:spMkLst>
            <pc:docMk/>
            <pc:sldMk cId="2101956271" sldId="331"/>
            <ac:spMk id="386079" creationId="{00000000-0000-0000-0000-000000000000}"/>
          </ac:spMkLst>
        </pc:spChg>
        <pc:graphicFrameChg chg="mod modGraphic">
          <ac:chgData name="William Hui (IEG)" userId="S::kyhui@cuhk.edu.hk::07728535-8fdc-4325-b24f-20cc4d58a3a3" providerId="AD" clId="Web-{233E41C6-E6AA-F9B9-B36D-A465C0EBD5CD}" dt="2019-08-23T14:35:14.015" v="56" actId="1076"/>
          <ac:graphicFrameMkLst>
            <pc:docMk/>
            <pc:sldMk cId="2101956271" sldId="331"/>
            <ac:graphicFrameMk id="2" creationId="{25140181-0D7F-4070-B7A3-B35BDD6BDAA1}"/>
          </ac:graphicFrameMkLst>
        </pc:graphicFrameChg>
      </pc:sldChg>
    </pc:docChg>
  </pc:docChgLst>
  <pc:docChgLst>
    <pc:chgData name="William Hui (IEG)" userId="S::kyhui@cuhk.edu.hk::07728535-8fdc-4325-b24f-20cc4d58a3a3" providerId="AD" clId="Web-{B4393E2D-924B-2D53-B119-CD212D382C8F}"/>
    <pc:docChg chg="addSld modSld">
      <pc:chgData name="William Hui (IEG)" userId="S::kyhui@cuhk.edu.hk::07728535-8fdc-4325-b24f-20cc4d58a3a3" providerId="AD" clId="Web-{B4393E2D-924B-2D53-B119-CD212D382C8F}" dt="2019-08-31T10:47:25.457" v="8" actId="20577"/>
      <pc:docMkLst>
        <pc:docMk/>
      </pc:docMkLst>
      <pc:sldChg chg="modSp add">
        <pc:chgData name="William Hui (IEG)" userId="S::kyhui@cuhk.edu.hk::07728535-8fdc-4325-b24f-20cc4d58a3a3" providerId="AD" clId="Web-{B4393E2D-924B-2D53-B119-CD212D382C8F}" dt="2019-08-31T10:47:25.457" v="7" actId="20577"/>
        <pc:sldMkLst>
          <pc:docMk/>
          <pc:sldMk cId="222513850" sldId="332"/>
        </pc:sldMkLst>
        <pc:spChg chg="mod">
          <ac:chgData name="William Hui (IEG)" userId="S::kyhui@cuhk.edu.hk::07728535-8fdc-4325-b24f-20cc4d58a3a3" providerId="AD" clId="Web-{B4393E2D-924B-2D53-B119-CD212D382C8F}" dt="2019-08-31T10:47:25.457" v="7" actId="20577"/>
          <ac:spMkLst>
            <pc:docMk/>
            <pc:sldMk cId="222513850" sldId="332"/>
            <ac:spMk id="3" creationId="{1A42E128-67DC-4079-B610-6266594B8729}"/>
          </ac:spMkLst>
        </pc:spChg>
      </pc:sldChg>
    </pc:docChg>
  </pc:docChgLst>
  <pc:docChgLst>
    <pc:chgData name="William Hui (IEG)" userId="S::kyhui@cuhk.edu.hk::07728535-8fdc-4325-b24f-20cc4d58a3a3" providerId="AD" clId="Web-{337F27DA-FCAA-4C98-ABA0-18079208400E}"/>
    <pc:docChg chg="modSld">
      <pc:chgData name="William Hui (IEG)" userId="S::kyhui@cuhk.edu.hk::07728535-8fdc-4325-b24f-20cc4d58a3a3" providerId="AD" clId="Web-{337F27DA-FCAA-4C98-ABA0-18079208400E}" dt="2019-08-23T09:41:19.583" v="20" actId="20577"/>
      <pc:docMkLst>
        <pc:docMk/>
      </pc:docMkLst>
      <pc:sldChg chg="modSp">
        <pc:chgData name="William Hui (IEG)" userId="S::kyhui@cuhk.edu.hk::07728535-8fdc-4325-b24f-20cc4d58a3a3" providerId="AD" clId="Web-{337F27DA-FCAA-4C98-ABA0-18079208400E}" dt="2019-08-23T09:41:16.801" v="18" actId="20577"/>
        <pc:sldMkLst>
          <pc:docMk/>
          <pc:sldMk cId="1846506174" sldId="328"/>
        </pc:sldMkLst>
        <pc:spChg chg="mod">
          <ac:chgData name="William Hui (IEG)" userId="S::kyhui@cuhk.edu.hk::07728535-8fdc-4325-b24f-20cc4d58a3a3" providerId="AD" clId="Web-{337F27DA-FCAA-4C98-ABA0-18079208400E}" dt="2019-08-23T09:41:16.801" v="18" actId="20577"/>
          <ac:spMkLst>
            <pc:docMk/>
            <pc:sldMk cId="1846506174" sldId="328"/>
            <ac:spMk id="3" creationId="{00000000-0000-0000-0000-000000000000}"/>
          </ac:spMkLst>
        </pc:spChg>
      </pc:sldChg>
    </pc:docChg>
  </pc:docChgLst>
  <pc:docChgLst>
    <pc:chgData name="Yim Pan Chui, Dr. (CSD)" userId="06f431c5-cc1a-4439-a61b-5f3af947c103" providerId="ADAL" clId="{EF220A37-ABA7-425A-94C8-F3986DFFD633}"/>
    <pc:docChg chg="addSld delSld modSld">
      <pc:chgData name="Yim Pan Chui, Dr. (CSD)" userId="06f431c5-cc1a-4439-a61b-5f3af947c103" providerId="ADAL" clId="{EF220A37-ABA7-425A-94C8-F3986DFFD633}" dt="2024-01-12T01:08:06.325" v="3" actId="47"/>
      <pc:docMkLst>
        <pc:docMk/>
      </pc:docMkLst>
      <pc:sldChg chg="modSp del mod">
        <pc:chgData name="Yim Pan Chui, Dr. (CSD)" userId="06f431c5-cc1a-4439-a61b-5f3af947c103" providerId="ADAL" clId="{EF220A37-ABA7-425A-94C8-F3986DFFD633}" dt="2024-01-12T01:08:06.325" v="3" actId="47"/>
        <pc:sldMkLst>
          <pc:docMk/>
          <pc:sldMk cId="2323925547" sldId="325"/>
        </pc:sldMkLst>
        <pc:spChg chg="mod">
          <ac:chgData name="Yim Pan Chui, Dr. (CSD)" userId="06f431c5-cc1a-4439-a61b-5f3af947c103" providerId="ADAL" clId="{EF220A37-ABA7-425A-94C8-F3986DFFD633}" dt="2024-01-12T01:06:54.068" v="2" actId="20577"/>
          <ac:spMkLst>
            <pc:docMk/>
            <pc:sldMk cId="2323925547" sldId="325"/>
            <ac:spMk id="3" creationId="{00000000-0000-0000-0000-000000000000}"/>
          </ac:spMkLst>
        </pc:spChg>
      </pc:sldChg>
      <pc:sldChg chg="add">
        <pc:chgData name="Yim Pan Chui, Dr. (CSD)" userId="06f431c5-cc1a-4439-a61b-5f3af947c103" providerId="ADAL" clId="{EF220A37-ABA7-425A-94C8-F3986DFFD633}" dt="2024-01-12T01:06:35.020" v="0"/>
        <pc:sldMkLst>
          <pc:docMk/>
          <pc:sldMk cId="3079095902" sldId="333"/>
        </pc:sldMkLst>
      </pc:sldChg>
    </pc:docChg>
  </pc:docChgLst>
  <pc:docChgLst>
    <pc:chgData name="William Hui (IEG)" userId="S::kyhui@cuhk.edu.hk::07728535-8fdc-4325-b24f-20cc4d58a3a3" providerId="AD" clId="Web-{36D9D854-4975-9CB4-27D8-D00B90D28B77}"/>
    <pc:docChg chg="delSld modSld">
      <pc:chgData name="William Hui (IEG)" userId="S::kyhui@cuhk.edu.hk::07728535-8fdc-4325-b24f-20cc4d58a3a3" providerId="AD" clId="Web-{36D9D854-4975-9CB4-27D8-D00B90D28B77}" dt="2019-08-23T13:28:50.412" v="86" actId="20577"/>
      <pc:docMkLst>
        <pc:docMk/>
      </pc:docMkLst>
      <pc:sldChg chg="modSp">
        <pc:chgData name="William Hui (IEG)" userId="S::kyhui@cuhk.edu.hk::07728535-8fdc-4325-b24f-20cc4d58a3a3" providerId="AD" clId="Web-{36D9D854-4975-9CB4-27D8-D00B90D28B77}" dt="2019-08-23T13:23:08.628" v="0" actId="20577"/>
        <pc:sldMkLst>
          <pc:docMk/>
          <pc:sldMk cId="0" sldId="256"/>
        </pc:sldMkLst>
        <pc:spChg chg="mod">
          <ac:chgData name="William Hui (IEG)" userId="S::kyhui@cuhk.edu.hk::07728535-8fdc-4325-b24f-20cc4d58a3a3" providerId="AD" clId="Web-{36D9D854-4975-9CB4-27D8-D00B90D28B77}" dt="2019-08-23T13:23:08.628" v="0" actId="20577"/>
          <ac:spMkLst>
            <pc:docMk/>
            <pc:sldMk cId="0" sldId="256"/>
            <ac:spMk id="2" creationId="{00000000-0000-0000-0000-000000000000}"/>
          </ac:spMkLst>
        </pc:spChg>
      </pc:sldChg>
      <pc:sldChg chg="modSp">
        <pc:chgData name="William Hui (IEG)" userId="S::kyhui@cuhk.edu.hk::07728535-8fdc-4325-b24f-20cc4d58a3a3" providerId="AD" clId="Web-{36D9D854-4975-9CB4-27D8-D00B90D28B77}" dt="2019-08-23T13:24:56.774" v="9" actId="20577"/>
        <pc:sldMkLst>
          <pc:docMk/>
          <pc:sldMk cId="3055564603" sldId="305"/>
        </pc:sldMkLst>
        <pc:spChg chg="mod">
          <ac:chgData name="William Hui (IEG)" userId="S::kyhui@cuhk.edu.hk::07728535-8fdc-4325-b24f-20cc4d58a3a3" providerId="AD" clId="Web-{36D9D854-4975-9CB4-27D8-D00B90D28B77}" dt="2019-08-23T13:24:56.774" v="9" actId="20577"/>
          <ac:spMkLst>
            <pc:docMk/>
            <pc:sldMk cId="3055564603" sldId="305"/>
            <ac:spMk id="5123" creationId="{00000000-0000-0000-0000-000000000000}"/>
          </ac:spMkLst>
        </pc:spChg>
      </pc:sldChg>
      <pc:sldChg chg="modSp">
        <pc:chgData name="William Hui (IEG)" userId="S::kyhui@cuhk.edu.hk::07728535-8fdc-4325-b24f-20cc4d58a3a3" providerId="AD" clId="Web-{36D9D854-4975-9CB4-27D8-D00B90D28B77}" dt="2019-08-23T13:25:04.868" v="13" actId="20577"/>
        <pc:sldMkLst>
          <pc:docMk/>
          <pc:sldMk cId="3733948420" sldId="306"/>
        </pc:sldMkLst>
        <pc:spChg chg="mod">
          <ac:chgData name="William Hui (IEG)" userId="S::kyhui@cuhk.edu.hk::07728535-8fdc-4325-b24f-20cc4d58a3a3" providerId="AD" clId="Web-{36D9D854-4975-9CB4-27D8-D00B90D28B77}" dt="2019-08-23T13:25:04.868" v="13" actId="20577"/>
          <ac:spMkLst>
            <pc:docMk/>
            <pc:sldMk cId="3733948420" sldId="306"/>
            <ac:spMk id="6147" creationId="{00000000-0000-0000-0000-000000000000}"/>
          </ac:spMkLst>
        </pc:spChg>
      </pc:sldChg>
      <pc:sldChg chg="addSp delSp modSp">
        <pc:chgData name="William Hui (IEG)" userId="S::kyhui@cuhk.edu.hk::07728535-8fdc-4325-b24f-20cc4d58a3a3" providerId="AD" clId="Web-{36D9D854-4975-9CB4-27D8-D00B90D28B77}" dt="2019-08-23T13:25:37.432" v="20" actId="1076"/>
        <pc:sldMkLst>
          <pc:docMk/>
          <pc:sldMk cId="2966139973" sldId="307"/>
        </pc:sldMkLst>
        <pc:spChg chg="add del mod">
          <ac:chgData name="William Hui (IEG)" userId="S::kyhui@cuhk.edu.hk::07728535-8fdc-4325-b24f-20cc4d58a3a3" providerId="AD" clId="Web-{36D9D854-4975-9CB4-27D8-D00B90D28B77}" dt="2019-08-23T13:25:33.557" v="19"/>
          <ac:spMkLst>
            <pc:docMk/>
            <pc:sldMk cId="2966139973" sldId="307"/>
            <ac:spMk id="3" creationId="{155A47D0-4757-436D-869C-C2C8B5CCF6AD}"/>
          </ac:spMkLst>
        </pc:spChg>
        <pc:spChg chg="add mod">
          <ac:chgData name="William Hui (IEG)" userId="S::kyhui@cuhk.edu.hk::07728535-8fdc-4325-b24f-20cc4d58a3a3" providerId="AD" clId="Web-{36D9D854-4975-9CB4-27D8-D00B90D28B77}" dt="2019-08-23T13:25:37.432" v="20" actId="1076"/>
          <ac:spMkLst>
            <pc:docMk/>
            <pc:sldMk cId="2966139973" sldId="307"/>
            <ac:spMk id="4" creationId="{C11EE362-678C-4830-B0C3-98E6BA58263F}"/>
          </ac:spMkLst>
        </pc:spChg>
        <pc:spChg chg="del mod">
          <ac:chgData name="William Hui (IEG)" userId="S::kyhui@cuhk.edu.hk::07728535-8fdc-4325-b24f-20cc4d58a3a3" providerId="AD" clId="Web-{36D9D854-4975-9CB4-27D8-D00B90D28B77}" dt="2019-08-23T13:25:26.151" v="17"/>
          <ac:spMkLst>
            <pc:docMk/>
            <pc:sldMk cId="2966139973" sldId="307"/>
            <ac:spMk id="7171" creationId="{00000000-0000-0000-0000-000000000000}"/>
          </ac:spMkLst>
        </pc:spChg>
      </pc:sldChg>
      <pc:sldChg chg="modSp">
        <pc:chgData name="William Hui (IEG)" userId="S::kyhui@cuhk.edu.hk::07728535-8fdc-4325-b24f-20cc4d58a3a3" providerId="AD" clId="Web-{36D9D854-4975-9CB4-27D8-D00B90D28B77}" dt="2019-08-23T13:26:09.715" v="68" actId="20577"/>
        <pc:sldMkLst>
          <pc:docMk/>
          <pc:sldMk cId="44215685" sldId="308"/>
        </pc:sldMkLst>
        <pc:spChg chg="mod">
          <ac:chgData name="William Hui (IEG)" userId="S::kyhui@cuhk.edu.hk::07728535-8fdc-4325-b24f-20cc4d58a3a3" providerId="AD" clId="Web-{36D9D854-4975-9CB4-27D8-D00B90D28B77}" dt="2019-08-23T13:25:44.324" v="21" actId="20577"/>
          <ac:spMkLst>
            <pc:docMk/>
            <pc:sldMk cId="44215685" sldId="308"/>
            <ac:spMk id="8195" creationId="{00000000-0000-0000-0000-000000000000}"/>
          </ac:spMkLst>
        </pc:spChg>
        <pc:spChg chg="mod">
          <ac:chgData name="William Hui (IEG)" userId="S::kyhui@cuhk.edu.hk::07728535-8fdc-4325-b24f-20cc4d58a3a3" providerId="AD" clId="Web-{36D9D854-4975-9CB4-27D8-D00B90D28B77}" dt="2019-08-23T13:26:09.715" v="68" actId="20577"/>
          <ac:spMkLst>
            <pc:docMk/>
            <pc:sldMk cId="44215685" sldId="308"/>
            <ac:spMk id="399363" creationId="{00000000-0000-0000-0000-000000000000}"/>
          </ac:spMkLst>
        </pc:spChg>
      </pc:sldChg>
      <pc:sldChg chg="modSp">
        <pc:chgData name="William Hui (IEG)" userId="S::kyhui@cuhk.edu.hk::07728535-8fdc-4325-b24f-20cc4d58a3a3" providerId="AD" clId="Web-{36D9D854-4975-9CB4-27D8-D00B90D28B77}" dt="2019-08-23T13:26:43.124" v="78" actId="14100"/>
        <pc:sldMkLst>
          <pc:docMk/>
          <pc:sldMk cId="3717663575" sldId="309"/>
        </pc:sldMkLst>
        <pc:spChg chg="mod">
          <ac:chgData name="William Hui (IEG)" userId="S::kyhui@cuhk.edu.hk::07728535-8fdc-4325-b24f-20cc4d58a3a3" providerId="AD" clId="Web-{36D9D854-4975-9CB4-27D8-D00B90D28B77}" dt="2019-08-23T13:26:22.294" v="73" actId="14100"/>
          <ac:spMkLst>
            <pc:docMk/>
            <pc:sldMk cId="3717663575" sldId="309"/>
            <ac:spMk id="9219" creationId="{00000000-0000-0000-0000-000000000000}"/>
          </ac:spMkLst>
        </pc:spChg>
        <pc:spChg chg="mod">
          <ac:chgData name="William Hui (IEG)" userId="S::kyhui@cuhk.edu.hk::07728535-8fdc-4325-b24f-20cc4d58a3a3" providerId="AD" clId="Web-{36D9D854-4975-9CB4-27D8-D00B90D28B77}" dt="2019-08-23T13:26:43.124" v="78" actId="14100"/>
          <ac:spMkLst>
            <pc:docMk/>
            <pc:sldMk cId="3717663575" sldId="309"/>
            <ac:spMk id="386079" creationId="{00000000-0000-0000-0000-000000000000}"/>
          </ac:spMkLst>
        </pc:spChg>
      </pc:sldChg>
      <pc:sldChg chg="modSp">
        <pc:chgData name="William Hui (IEG)" userId="S::kyhui@cuhk.edu.hk::07728535-8fdc-4325-b24f-20cc4d58a3a3" providerId="AD" clId="Web-{36D9D854-4975-9CB4-27D8-D00B90D28B77}" dt="2019-08-23T13:28:22.285" v="82" actId="20577"/>
        <pc:sldMkLst>
          <pc:docMk/>
          <pc:sldMk cId="1280065568" sldId="311"/>
        </pc:sldMkLst>
        <pc:spChg chg="mod">
          <ac:chgData name="William Hui (IEG)" userId="S::kyhui@cuhk.edu.hk::07728535-8fdc-4325-b24f-20cc4d58a3a3" providerId="AD" clId="Web-{36D9D854-4975-9CB4-27D8-D00B90D28B77}" dt="2019-08-23T13:28:22.285" v="82" actId="20577"/>
          <ac:spMkLst>
            <pc:docMk/>
            <pc:sldMk cId="1280065568" sldId="311"/>
            <ac:spMk id="11267" creationId="{00000000-0000-0000-0000-000000000000}"/>
          </ac:spMkLst>
        </pc:spChg>
      </pc:sldChg>
      <pc:sldChg chg="modSp">
        <pc:chgData name="William Hui (IEG)" userId="S::kyhui@cuhk.edu.hk::07728535-8fdc-4325-b24f-20cc4d58a3a3" providerId="AD" clId="Web-{36D9D854-4975-9CB4-27D8-D00B90D28B77}" dt="2019-08-23T13:28:27.113" v="85" actId="20577"/>
        <pc:sldMkLst>
          <pc:docMk/>
          <pc:sldMk cId="666515464" sldId="312"/>
        </pc:sldMkLst>
        <pc:spChg chg="mod">
          <ac:chgData name="William Hui (IEG)" userId="S::kyhui@cuhk.edu.hk::07728535-8fdc-4325-b24f-20cc4d58a3a3" providerId="AD" clId="Web-{36D9D854-4975-9CB4-27D8-D00B90D28B77}" dt="2019-08-23T13:28:27.113" v="85" actId="20577"/>
          <ac:spMkLst>
            <pc:docMk/>
            <pc:sldMk cId="666515464" sldId="312"/>
            <ac:spMk id="12291" creationId="{00000000-0000-0000-0000-000000000000}"/>
          </ac:spMkLst>
        </pc:spChg>
      </pc:sldChg>
      <pc:sldChg chg="modSp">
        <pc:chgData name="William Hui (IEG)" userId="S::kyhui@cuhk.edu.hk::07728535-8fdc-4325-b24f-20cc4d58a3a3" providerId="AD" clId="Web-{36D9D854-4975-9CB4-27D8-D00B90D28B77}" dt="2019-08-23T13:28:50.412" v="86" actId="20577"/>
        <pc:sldMkLst>
          <pc:docMk/>
          <pc:sldMk cId="2753475353" sldId="317"/>
        </pc:sldMkLst>
        <pc:spChg chg="mod">
          <ac:chgData name="William Hui (IEG)" userId="S::kyhui@cuhk.edu.hk::07728535-8fdc-4325-b24f-20cc4d58a3a3" providerId="AD" clId="Web-{36D9D854-4975-9CB4-27D8-D00B90D28B77}" dt="2019-08-23T13:28:50.412" v="86" actId="20577"/>
          <ac:spMkLst>
            <pc:docMk/>
            <pc:sldMk cId="2753475353" sldId="317"/>
            <ac:spMk id="2" creationId="{00000000-0000-0000-0000-000000000000}"/>
          </ac:spMkLst>
        </pc:spChg>
      </pc:sldChg>
      <pc:sldChg chg="modSp">
        <pc:chgData name="William Hui (IEG)" userId="S::kyhui@cuhk.edu.hk::07728535-8fdc-4325-b24f-20cc4d58a3a3" providerId="AD" clId="Web-{36D9D854-4975-9CB4-27D8-D00B90D28B77}" dt="2019-08-23T13:24:03.849" v="5" actId="20577"/>
        <pc:sldMkLst>
          <pc:docMk/>
          <pc:sldMk cId="277001808" sldId="323"/>
        </pc:sldMkLst>
        <pc:spChg chg="mod">
          <ac:chgData name="William Hui (IEG)" userId="S::kyhui@cuhk.edu.hk::07728535-8fdc-4325-b24f-20cc4d58a3a3" providerId="AD" clId="Web-{36D9D854-4975-9CB4-27D8-D00B90D28B77}" dt="2019-08-23T13:24:03.849" v="5" actId="20577"/>
          <ac:spMkLst>
            <pc:docMk/>
            <pc:sldMk cId="277001808" sldId="323"/>
            <ac:spMk id="418819" creationId="{00000000-0000-0000-0000-000000000000}"/>
          </ac:spMkLst>
        </pc:spChg>
      </pc:sldChg>
      <pc:sldChg chg="modSp">
        <pc:chgData name="William Hui (IEG)" userId="S::kyhui@cuhk.edu.hk::07728535-8fdc-4325-b24f-20cc4d58a3a3" providerId="AD" clId="Web-{36D9D854-4975-9CB4-27D8-D00B90D28B77}" dt="2019-08-23T13:25:00.681" v="10" actId="20577"/>
        <pc:sldMkLst>
          <pc:docMk/>
          <pc:sldMk cId="1846506174" sldId="328"/>
        </pc:sldMkLst>
        <pc:spChg chg="mod">
          <ac:chgData name="William Hui (IEG)" userId="S::kyhui@cuhk.edu.hk::07728535-8fdc-4325-b24f-20cc4d58a3a3" providerId="AD" clId="Web-{36D9D854-4975-9CB4-27D8-D00B90D28B77}" dt="2019-08-23T13:25:00.681" v="10" actId="20577"/>
          <ac:spMkLst>
            <pc:docMk/>
            <pc:sldMk cId="1846506174" sldId="328"/>
            <ac:spMk id="2" creationId="{00000000-0000-0000-0000-000000000000}"/>
          </ac:spMkLst>
        </pc:spChg>
      </pc:sldChg>
      <pc:sldChg chg="modSp">
        <pc:chgData name="William Hui (IEG)" userId="S::kyhui@cuhk.edu.hk::07728535-8fdc-4325-b24f-20cc4d58a3a3" providerId="AD" clId="Web-{36D9D854-4975-9CB4-27D8-D00B90D28B77}" dt="2019-08-23T13:27:49.690" v="80" actId="14100"/>
        <pc:sldMkLst>
          <pc:docMk/>
          <pc:sldMk cId="2101956271" sldId="331"/>
        </pc:sldMkLst>
        <pc:spChg chg="mod">
          <ac:chgData name="William Hui (IEG)" userId="S::kyhui@cuhk.edu.hk::07728535-8fdc-4325-b24f-20cc4d58a3a3" providerId="AD" clId="Web-{36D9D854-4975-9CB4-27D8-D00B90D28B77}" dt="2019-08-23T13:27:49.690" v="80" actId="14100"/>
          <ac:spMkLst>
            <pc:docMk/>
            <pc:sldMk cId="2101956271" sldId="331"/>
            <ac:spMk id="9219" creationId="{00000000-0000-0000-0000-000000000000}"/>
          </ac:spMkLst>
        </pc:spChg>
      </pc:sldChg>
    </pc:docChg>
  </pc:docChgLst>
  <pc:docChgLst>
    <pc:chgData name="William Hui (IEG)" userId="S::kyhui@cuhk.edu.hk::07728535-8fdc-4325-b24f-20cc4d58a3a3" providerId="AD" clId="Web-{C2FE751D-F61E-CF5E-11BB-65FCE61D8CB8}"/>
    <pc:docChg chg="modSld">
      <pc:chgData name="William Hui (IEG)" userId="S::kyhui@cuhk.edu.hk::07728535-8fdc-4325-b24f-20cc4d58a3a3" providerId="AD" clId="Web-{C2FE751D-F61E-CF5E-11BB-65FCE61D8CB8}" dt="2019-08-24T08:32:14.047" v="4" actId="20577"/>
      <pc:docMkLst>
        <pc:docMk/>
      </pc:docMkLst>
      <pc:sldChg chg="modSp">
        <pc:chgData name="William Hui (IEG)" userId="S::kyhui@cuhk.edu.hk::07728535-8fdc-4325-b24f-20cc4d58a3a3" providerId="AD" clId="Web-{C2FE751D-F61E-CF5E-11BB-65FCE61D8CB8}" dt="2019-08-24T08:32:11.950" v="2" actId="20577"/>
        <pc:sldMkLst>
          <pc:docMk/>
          <pc:sldMk cId="44215685" sldId="308"/>
        </pc:sldMkLst>
        <pc:spChg chg="mod">
          <ac:chgData name="William Hui (IEG)" userId="S::kyhui@cuhk.edu.hk::07728535-8fdc-4325-b24f-20cc4d58a3a3" providerId="AD" clId="Web-{C2FE751D-F61E-CF5E-11BB-65FCE61D8CB8}" dt="2019-08-24T08:32:11.950" v="2" actId="20577"/>
          <ac:spMkLst>
            <pc:docMk/>
            <pc:sldMk cId="44215685" sldId="308"/>
            <ac:spMk id="399363" creationId="{00000000-0000-0000-0000-000000000000}"/>
          </ac:spMkLst>
        </pc:spChg>
      </pc:sldChg>
    </pc:docChg>
  </pc:docChgLst>
  <pc:docChgLst>
    <pc:chgData name="Chuck jee Chau (CSD)" userId="7aa7a09e-983f-4214-9e5a-071cbb678e81" providerId="ADAL" clId="{5D0A25C6-EE0E-C54F-9094-0850F22B8B9C}"/>
    <pc:docChg chg="undo custSel modSld">
      <pc:chgData name="Chuck jee Chau (CSD)" userId="7aa7a09e-983f-4214-9e5a-071cbb678e81" providerId="ADAL" clId="{5D0A25C6-EE0E-C54F-9094-0850F22B8B9C}" dt="2019-09-05T12:25:58.351" v="65" actId="1592"/>
      <pc:docMkLst>
        <pc:docMk/>
      </pc:docMkLst>
      <pc:sldChg chg="addSp modSp">
        <pc:chgData name="Chuck jee Chau (CSD)" userId="7aa7a09e-983f-4214-9e5a-071cbb678e81" providerId="ADAL" clId="{5D0A25C6-EE0E-C54F-9094-0850F22B8B9C}" dt="2019-09-05T12:19:11.420" v="52" actId="14100"/>
        <pc:sldMkLst>
          <pc:docMk/>
          <pc:sldMk cId="3733948420" sldId="306"/>
        </pc:sldMkLst>
        <pc:spChg chg="add mod">
          <ac:chgData name="Chuck jee Chau (CSD)" userId="7aa7a09e-983f-4214-9e5a-071cbb678e81" providerId="ADAL" clId="{5D0A25C6-EE0E-C54F-9094-0850F22B8B9C}" dt="2019-09-05T12:19:11.420" v="52" actId="14100"/>
          <ac:spMkLst>
            <pc:docMk/>
            <pc:sldMk cId="3733948420" sldId="306"/>
            <ac:spMk id="2" creationId="{50129A66-7705-2440-AF92-BB325EEBB3AA}"/>
          </ac:spMkLst>
        </pc:spChg>
      </pc:sldChg>
      <pc:sldChg chg="addSp delSp modSp">
        <pc:chgData name="Chuck jee Chau (CSD)" userId="7aa7a09e-983f-4214-9e5a-071cbb678e81" providerId="ADAL" clId="{5D0A25C6-EE0E-C54F-9094-0850F22B8B9C}" dt="2019-09-05T12:15:55.157" v="12" actId="20577"/>
        <pc:sldMkLst>
          <pc:docMk/>
          <pc:sldMk cId="2966139973" sldId="307"/>
        </pc:sldMkLst>
        <pc:spChg chg="del mod">
          <ac:chgData name="Chuck jee Chau (CSD)" userId="7aa7a09e-983f-4214-9e5a-071cbb678e81" providerId="ADAL" clId="{5D0A25C6-EE0E-C54F-9094-0850F22B8B9C}" dt="2019-09-05T12:15:37.689" v="10" actId="478"/>
          <ac:spMkLst>
            <pc:docMk/>
            <pc:sldMk cId="2966139973" sldId="307"/>
            <ac:spMk id="4" creationId="{C11EE362-678C-4830-B0C3-98E6BA58263F}"/>
          </ac:spMkLst>
        </pc:spChg>
        <pc:spChg chg="add">
          <ac:chgData name="Chuck jee Chau (CSD)" userId="7aa7a09e-983f-4214-9e5a-071cbb678e81" providerId="ADAL" clId="{5D0A25C6-EE0E-C54F-9094-0850F22B8B9C}" dt="2019-09-05T12:15:42.864" v="11"/>
          <ac:spMkLst>
            <pc:docMk/>
            <pc:sldMk cId="2966139973" sldId="307"/>
            <ac:spMk id="6" creationId="{1464B1A7-359D-B44A-9896-6C4140CC8656}"/>
          </ac:spMkLst>
        </pc:spChg>
        <pc:spChg chg="mod">
          <ac:chgData name="Chuck jee Chau (CSD)" userId="7aa7a09e-983f-4214-9e5a-071cbb678e81" providerId="ADAL" clId="{5D0A25C6-EE0E-C54F-9094-0850F22B8B9C}" dt="2019-09-05T12:15:55.157" v="12" actId="20577"/>
          <ac:spMkLst>
            <pc:docMk/>
            <pc:sldMk cId="2966139973" sldId="307"/>
            <ac:spMk id="7173" creationId="{00000000-0000-0000-0000-000000000000}"/>
          </ac:spMkLst>
        </pc:spChg>
      </pc:sldChg>
      <pc:sldChg chg="addSp delSp modSp">
        <pc:chgData name="Chuck jee Chau (CSD)" userId="7aa7a09e-983f-4214-9e5a-071cbb678e81" providerId="ADAL" clId="{5D0A25C6-EE0E-C54F-9094-0850F22B8B9C}" dt="2019-09-05T12:20:17.639" v="59" actId="20577"/>
        <pc:sldMkLst>
          <pc:docMk/>
          <pc:sldMk cId="3717663575" sldId="309"/>
        </pc:sldMkLst>
        <pc:spChg chg="add del mod">
          <ac:chgData name="Chuck jee Chau (CSD)" userId="7aa7a09e-983f-4214-9e5a-071cbb678e81" providerId="ADAL" clId="{5D0A25C6-EE0E-C54F-9094-0850F22B8B9C}" dt="2019-09-05T12:19:45.587" v="54" actId="478"/>
          <ac:spMkLst>
            <pc:docMk/>
            <pc:sldMk cId="3717663575" sldId="309"/>
            <ac:spMk id="3" creationId="{2682CDCB-2535-C44F-8622-39B197DD19F8}"/>
          </ac:spMkLst>
        </pc:spChg>
        <pc:spChg chg="add">
          <ac:chgData name="Chuck jee Chau (CSD)" userId="7aa7a09e-983f-4214-9e5a-071cbb678e81" providerId="ADAL" clId="{5D0A25C6-EE0E-C54F-9094-0850F22B8B9C}" dt="2019-09-05T12:19:46.559" v="55"/>
          <ac:spMkLst>
            <pc:docMk/>
            <pc:sldMk cId="3717663575" sldId="309"/>
            <ac:spMk id="7" creationId="{3B1E0F3D-8258-FF49-97B6-13EE96D99670}"/>
          </ac:spMkLst>
        </pc:spChg>
        <pc:spChg chg="del">
          <ac:chgData name="Chuck jee Chau (CSD)" userId="7aa7a09e-983f-4214-9e5a-071cbb678e81" providerId="ADAL" clId="{5D0A25C6-EE0E-C54F-9094-0850F22B8B9C}" dt="2019-09-05T12:19:42.485" v="53" actId="478"/>
          <ac:spMkLst>
            <pc:docMk/>
            <pc:sldMk cId="3717663575" sldId="309"/>
            <ac:spMk id="9219" creationId="{00000000-0000-0000-0000-000000000000}"/>
          </ac:spMkLst>
        </pc:spChg>
        <pc:spChg chg="mod">
          <ac:chgData name="Chuck jee Chau (CSD)" userId="7aa7a09e-983f-4214-9e5a-071cbb678e81" providerId="ADAL" clId="{5D0A25C6-EE0E-C54F-9094-0850F22B8B9C}" dt="2019-09-05T12:20:17.639" v="59" actId="20577"/>
          <ac:spMkLst>
            <pc:docMk/>
            <pc:sldMk cId="3717663575" sldId="309"/>
            <ac:spMk id="386079" creationId="{00000000-0000-0000-0000-000000000000}"/>
          </ac:spMkLst>
        </pc:spChg>
      </pc:sldChg>
      <pc:sldChg chg="modSp">
        <pc:chgData name="Chuck jee Chau (CSD)" userId="7aa7a09e-983f-4214-9e5a-071cbb678e81" providerId="ADAL" clId="{5D0A25C6-EE0E-C54F-9094-0850F22B8B9C}" dt="2019-09-05T12:20:58.558" v="60" actId="2711"/>
        <pc:sldMkLst>
          <pc:docMk/>
          <pc:sldMk cId="3445615455" sldId="310"/>
        </pc:sldMkLst>
        <pc:spChg chg="mod">
          <ac:chgData name="Chuck jee Chau (CSD)" userId="7aa7a09e-983f-4214-9e5a-071cbb678e81" providerId="ADAL" clId="{5D0A25C6-EE0E-C54F-9094-0850F22B8B9C}" dt="2019-09-05T12:20:58.558" v="60" actId="2711"/>
          <ac:spMkLst>
            <pc:docMk/>
            <pc:sldMk cId="3445615455" sldId="310"/>
            <ac:spMk id="10244" creationId="{00000000-0000-0000-0000-000000000000}"/>
          </ac:spMkLst>
        </pc:spChg>
      </pc:sldChg>
      <pc:sldChg chg="delCm">
        <pc:chgData name="Chuck jee Chau (CSD)" userId="7aa7a09e-983f-4214-9e5a-071cbb678e81" providerId="ADAL" clId="{5D0A25C6-EE0E-C54F-9094-0850F22B8B9C}" dt="2019-09-05T12:25:58.351" v="65" actId="1592"/>
        <pc:sldMkLst>
          <pc:docMk/>
          <pc:sldMk cId="666515464" sldId="312"/>
        </pc:sldMkLst>
      </pc:sldChg>
      <pc:sldChg chg="modSp">
        <pc:chgData name="Chuck jee Chau (CSD)" userId="7aa7a09e-983f-4214-9e5a-071cbb678e81" providerId="ADAL" clId="{5D0A25C6-EE0E-C54F-9094-0850F22B8B9C}" dt="2019-09-05T12:23:43.211" v="62" actId="114"/>
        <pc:sldMkLst>
          <pc:docMk/>
          <pc:sldMk cId="2446052106" sldId="314"/>
        </pc:sldMkLst>
        <pc:spChg chg="mod">
          <ac:chgData name="Chuck jee Chau (CSD)" userId="7aa7a09e-983f-4214-9e5a-071cbb678e81" providerId="ADAL" clId="{5D0A25C6-EE0E-C54F-9094-0850F22B8B9C}" dt="2019-09-05T12:23:43.211" v="62" actId="114"/>
          <ac:spMkLst>
            <pc:docMk/>
            <pc:sldMk cId="2446052106" sldId="314"/>
            <ac:spMk id="428036" creationId="{00000000-0000-0000-0000-000000000000}"/>
          </ac:spMkLst>
        </pc:spChg>
      </pc:sldChg>
      <pc:sldChg chg="modSp">
        <pc:chgData name="Chuck jee Chau (CSD)" userId="7aa7a09e-983f-4214-9e5a-071cbb678e81" providerId="ADAL" clId="{5D0A25C6-EE0E-C54F-9094-0850F22B8B9C}" dt="2019-09-05T12:24:59.086" v="63" actId="114"/>
        <pc:sldMkLst>
          <pc:docMk/>
          <pc:sldMk cId="2753475353" sldId="317"/>
        </pc:sldMkLst>
        <pc:spChg chg="mod">
          <ac:chgData name="Chuck jee Chau (CSD)" userId="7aa7a09e-983f-4214-9e5a-071cbb678e81" providerId="ADAL" clId="{5D0A25C6-EE0E-C54F-9094-0850F22B8B9C}" dt="2019-09-05T12:24:59.086" v="63" actId="114"/>
          <ac:spMkLst>
            <pc:docMk/>
            <pc:sldMk cId="2753475353" sldId="317"/>
            <ac:spMk id="3" creationId="{00000000-0000-0000-0000-000000000000}"/>
          </ac:spMkLst>
        </pc:spChg>
      </pc:sldChg>
      <pc:sldChg chg="addSp delSp modSp">
        <pc:chgData name="Chuck jee Chau (CSD)" userId="7aa7a09e-983f-4214-9e5a-071cbb678e81" providerId="ADAL" clId="{5D0A25C6-EE0E-C54F-9094-0850F22B8B9C}" dt="2019-09-05T12:19:53.209" v="58"/>
        <pc:sldMkLst>
          <pc:docMk/>
          <pc:sldMk cId="2101956271" sldId="331"/>
        </pc:sldMkLst>
        <pc:spChg chg="add del mod">
          <ac:chgData name="Chuck jee Chau (CSD)" userId="7aa7a09e-983f-4214-9e5a-071cbb678e81" providerId="ADAL" clId="{5D0A25C6-EE0E-C54F-9094-0850F22B8B9C}" dt="2019-09-05T12:19:52.257" v="57" actId="478"/>
          <ac:spMkLst>
            <pc:docMk/>
            <pc:sldMk cId="2101956271" sldId="331"/>
            <ac:spMk id="4" creationId="{50996E13-1498-9547-849F-15D7B30E2342}"/>
          </ac:spMkLst>
        </pc:spChg>
        <pc:spChg chg="add">
          <ac:chgData name="Chuck jee Chau (CSD)" userId="7aa7a09e-983f-4214-9e5a-071cbb678e81" providerId="ADAL" clId="{5D0A25C6-EE0E-C54F-9094-0850F22B8B9C}" dt="2019-09-05T12:19:53.209" v="58"/>
          <ac:spMkLst>
            <pc:docMk/>
            <pc:sldMk cId="2101956271" sldId="331"/>
            <ac:spMk id="8" creationId="{03D27741-4F89-CC46-B17B-806FE4633680}"/>
          </ac:spMkLst>
        </pc:spChg>
        <pc:spChg chg="del">
          <ac:chgData name="Chuck jee Chau (CSD)" userId="7aa7a09e-983f-4214-9e5a-071cbb678e81" providerId="ADAL" clId="{5D0A25C6-EE0E-C54F-9094-0850F22B8B9C}" dt="2019-09-05T12:19:49.607" v="56" actId="478"/>
          <ac:spMkLst>
            <pc:docMk/>
            <pc:sldMk cId="2101956271" sldId="331"/>
            <ac:spMk id="9219" creationId="{00000000-0000-0000-0000-000000000000}"/>
          </ac:spMkLst>
        </pc:spChg>
      </pc:sldChg>
      <pc:sldChg chg="modSp">
        <pc:chgData name="Chuck jee Chau (CSD)" userId="7aa7a09e-983f-4214-9e5a-071cbb678e81" providerId="ADAL" clId="{5D0A25C6-EE0E-C54F-9094-0850F22B8B9C}" dt="2019-09-05T12:25:39.081" v="64" actId="20577"/>
        <pc:sldMkLst>
          <pc:docMk/>
          <pc:sldMk cId="222513850" sldId="332"/>
        </pc:sldMkLst>
        <pc:spChg chg="mod">
          <ac:chgData name="Chuck jee Chau (CSD)" userId="7aa7a09e-983f-4214-9e5a-071cbb678e81" providerId="ADAL" clId="{5D0A25C6-EE0E-C54F-9094-0850F22B8B9C}" dt="2019-09-05T12:25:39.081" v="64" actId="20577"/>
          <ac:spMkLst>
            <pc:docMk/>
            <pc:sldMk cId="222513850" sldId="332"/>
            <ac:spMk id="7" creationId="{BB42CEFC-D2BF-4B29-A47E-2C174B55C702}"/>
          </ac:spMkLst>
        </pc:spChg>
      </pc:sldChg>
    </pc:docChg>
  </pc:docChgLst>
  <pc:docChgLst>
    <pc:chgData name="Ho Chuen Kam (CSD)" userId="d211cd2f-93d8-4bb4-a04c-87bdee3b4bb2" providerId="ADAL" clId="{CABFA5A3-C7E4-43D6-82DE-15F582B019E5}"/>
    <pc:docChg chg="modNotesMaster modHandout">
      <pc:chgData name="Ho Chuen Kam (CSD)" userId="d211cd2f-93d8-4bb4-a04c-87bdee3b4bb2" providerId="ADAL" clId="{CABFA5A3-C7E4-43D6-82DE-15F582B019E5}" dt="2023-09-12T05:50:05.323" v="0"/>
      <pc:docMkLst>
        <pc:docMk/>
      </pc:docMkLst>
    </pc:docChg>
  </pc:docChgLst>
  <pc:docChgLst>
    <pc:chgData name="Yim Pan CHUI" userId="06f431c5-cc1a-4439-a61b-5f3af947c103" providerId="ADAL" clId="{EF220A37-ABA7-425A-94C8-F3986DFFD633}"/>
    <pc:docChg chg="addSld delSld modSld">
      <pc:chgData name="Yim Pan CHUI" userId="06f431c5-cc1a-4439-a61b-5f3af947c103" providerId="ADAL" clId="{EF220A37-ABA7-425A-94C8-F3986DFFD633}" dt="2024-01-16T01:21:49.174" v="1"/>
      <pc:docMkLst>
        <pc:docMk/>
      </pc:docMkLst>
      <pc:sldChg chg="add">
        <pc:chgData name="Yim Pan CHUI" userId="06f431c5-cc1a-4439-a61b-5f3af947c103" providerId="ADAL" clId="{EF220A37-ABA7-425A-94C8-F3986DFFD633}" dt="2024-01-16T01:21:49.174" v="1"/>
        <pc:sldMkLst>
          <pc:docMk/>
          <pc:sldMk cId="2323925547" sldId="325"/>
        </pc:sldMkLst>
      </pc:sldChg>
      <pc:sldChg chg="del">
        <pc:chgData name="Yim Pan CHUI" userId="06f431c5-cc1a-4439-a61b-5f3af947c103" providerId="ADAL" clId="{EF220A37-ABA7-425A-94C8-F3986DFFD633}" dt="2024-01-16T01:21:46.597" v="0" actId="47"/>
        <pc:sldMkLst>
          <pc:docMk/>
          <pc:sldMk cId="1246939930" sldId="332"/>
        </pc:sldMkLst>
      </pc:sldChg>
    </pc:docChg>
  </pc:docChgLst>
  <pc:docChgLst>
    <pc:chgData name="William Hui (IEG)" userId="S::kyhui@cuhk.edu.hk::07728535-8fdc-4325-b24f-20cc4d58a3a3" providerId="AD" clId="Web-{D52CEC41-97FF-9E74-6119-3E8AF0BC2B29}"/>
    <pc:docChg chg="addSld delSld modSld sldOrd">
      <pc:chgData name="William Hui (IEG)" userId="S::kyhui@cuhk.edu.hk::07728535-8fdc-4325-b24f-20cc4d58a3a3" providerId="AD" clId="Web-{D52CEC41-97FF-9E74-6119-3E8AF0BC2B29}" dt="2019-08-23T09:33:05.047" v="1527"/>
      <pc:docMkLst>
        <pc:docMk/>
      </pc:docMkLst>
      <pc:sldChg chg="modSp">
        <pc:chgData name="William Hui (IEG)" userId="S::kyhui@cuhk.edu.hk::07728535-8fdc-4325-b24f-20cc4d58a3a3" providerId="AD" clId="Web-{D52CEC41-97FF-9E74-6119-3E8AF0BC2B29}" dt="2019-08-23T08:27:35.767" v="182" actId="20577"/>
        <pc:sldMkLst>
          <pc:docMk/>
          <pc:sldMk cId="3055564603" sldId="305"/>
        </pc:sldMkLst>
        <pc:spChg chg="mod">
          <ac:chgData name="William Hui (IEG)" userId="S::kyhui@cuhk.edu.hk::07728535-8fdc-4325-b24f-20cc4d58a3a3" providerId="AD" clId="Web-{D52CEC41-97FF-9E74-6119-3E8AF0BC2B29}" dt="2019-08-23T08:27:35.767" v="182" actId="20577"/>
          <ac:spMkLst>
            <pc:docMk/>
            <pc:sldMk cId="3055564603" sldId="305"/>
            <ac:spMk id="381955" creationId="{00000000-0000-0000-0000-000000000000}"/>
          </ac:spMkLst>
        </pc:spChg>
      </pc:sldChg>
      <pc:sldChg chg="modSp">
        <pc:chgData name="William Hui (IEG)" userId="S::kyhui@cuhk.edu.hk::07728535-8fdc-4325-b24f-20cc4d58a3a3" providerId="AD" clId="Web-{D52CEC41-97FF-9E74-6119-3E8AF0BC2B29}" dt="2019-08-23T09:32:17.607" v="1496" actId="20577"/>
        <pc:sldMkLst>
          <pc:docMk/>
          <pc:sldMk cId="44215685" sldId="308"/>
        </pc:sldMkLst>
        <pc:spChg chg="mod">
          <ac:chgData name="William Hui (IEG)" userId="S::kyhui@cuhk.edu.hk::07728535-8fdc-4325-b24f-20cc4d58a3a3" providerId="AD" clId="Web-{D52CEC41-97FF-9E74-6119-3E8AF0BC2B29}" dt="2019-08-23T09:32:17.607" v="1496" actId="20577"/>
          <ac:spMkLst>
            <pc:docMk/>
            <pc:sldMk cId="44215685" sldId="308"/>
            <ac:spMk id="399363" creationId="{00000000-0000-0000-0000-000000000000}"/>
          </ac:spMkLst>
        </pc:spChg>
      </pc:sldChg>
      <pc:sldChg chg="addSp delSp modSp">
        <pc:chgData name="William Hui (IEG)" userId="S::kyhui@cuhk.edu.hk::07728535-8fdc-4325-b24f-20cc4d58a3a3" providerId="AD" clId="Web-{D52CEC41-97FF-9E74-6119-3E8AF0BC2B29}" dt="2019-08-23T09:31:20.104" v="1464" actId="20577"/>
        <pc:sldMkLst>
          <pc:docMk/>
          <pc:sldMk cId="3717663575" sldId="309"/>
        </pc:sldMkLst>
        <pc:spChg chg="mod">
          <ac:chgData name="William Hui (IEG)" userId="S::kyhui@cuhk.edu.hk::07728535-8fdc-4325-b24f-20cc4d58a3a3" providerId="AD" clId="Web-{D52CEC41-97FF-9E74-6119-3E8AF0BC2B29}" dt="2019-08-23T09:31:20.104" v="1464" actId="20577"/>
          <ac:spMkLst>
            <pc:docMk/>
            <pc:sldMk cId="3717663575" sldId="309"/>
            <ac:spMk id="386079" creationId="{00000000-0000-0000-0000-000000000000}"/>
          </ac:spMkLst>
        </pc:spChg>
        <pc:graphicFrameChg chg="add del">
          <ac:chgData name="William Hui (IEG)" userId="S::kyhui@cuhk.edu.hk::07728535-8fdc-4325-b24f-20cc4d58a3a3" providerId="AD" clId="Web-{D52CEC41-97FF-9E74-6119-3E8AF0BC2B29}" dt="2019-08-23T09:27:42.471" v="1217"/>
          <ac:graphicFrameMkLst>
            <pc:docMk/>
            <pc:sldMk cId="3717663575" sldId="309"/>
            <ac:graphicFrameMk id="2" creationId="{8EA26375-DEB6-4F97-BCF0-7B8BEDE1679D}"/>
          </ac:graphicFrameMkLst>
        </pc:graphicFrameChg>
        <pc:graphicFrameChg chg="del">
          <ac:chgData name="William Hui (IEG)" userId="S::kyhui@cuhk.edu.hk::07728535-8fdc-4325-b24f-20cc4d58a3a3" providerId="AD" clId="Web-{D52CEC41-97FF-9E74-6119-3E8AF0BC2B29}" dt="2019-08-23T08:45:10.940" v="637"/>
          <ac:graphicFrameMkLst>
            <pc:docMk/>
            <pc:sldMk cId="3717663575" sldId="309"/>
            <ac:graphicFrameMk id="7" creationId="{00000000-0000-0000-0000-000000000000}"/>
          </ac:graphicFrameMkLst>
        </pc:graphicFrameChg>
        <pc:cxnChg chg="del">
          <ac:chgData name="William Hui (IEG)" userId="S::kyhui@cuhk.edu.hk::07728535-8fdc-4325-b24f-20cc4d58a3a3" providerId="AD" clId="Web-{D52CEC41-97FF-9E74-6119-3E8AF0BC2B29}" dt="2019-08-23T08:45:17.846" v="638"/>
          <ac:cxnSpMkLst>
            <pc:docMk/>
            <pc:sldMk cId="3717663575" sldId="309"/>
            <ac:cxnSpMk id="8" creationId="{00000000-0000-0000-0000-000000000000}"/>
          </ac:cxnSpMkLst>
        </pc:cxnChg>
      </pc:sldChg>
      <pc:sldChg chg="modSp">
        <pc:chgData name="William Hui (IEG)" userId="S::kyhui@cuhk.edu.hk::07728535-8fdc-4325-b24f-20cc4d58a3a3" providerId="AD" clId="Web-{D52CEC41-97FF-9E74-6119-3E8AF0BC2B29}" dt="2019-08-23T08:33:28.017" v="406" actId="20577"/>
        <pc:sldMkLst>
          <pc:docMk/>
          <pc:sldMk cId="3445615455" sldId="310"/>
        </pc:sldMkLst>
        <pc:spChg chg="mod">
          <ac:chgData name="William Hui (IEG)" userId="S::kyhui@cuhk.edu.hk::07728535-8fdc-4325-b24f-20cc4d58a3a3" providerId="AD" clId="Web-{D52CEC41-97FF-9E74-6119-3E8AF0BC2B29}" dt="2019-08-23T08:33:28.017" v="406" actId="20577"/>
          <ac:spMkLst>
            <pc:docMk/>
            <pc:sldMk cId="3445615455" sldId="310"/>
            <ac:spMk id="10244" creationId="{00000000-0000-0000-0000-000000000000}"/>
          </ac:spMkLst>
        </pc:spChg>
      </pc:sldChg>
      <pc:sldChg chg="modSp ord">
        <pc:chgData name="William Hui (IEG)" userId="S::kyhui@cuhk.edu.hk::07728535-8fdc-4325-b24f-20cc4d58a3a3" providerId="AD" clId="Web-{D52CEC41-97FF-9E74-6119-3E8AF0BC2B29}" dt="2019-08-23T08:30:34.018" v="349" actId="20577"/>
        <pc:sldMkLst>
          <pc:docMk/>
          <pc:sldMk cId="1846506174" sldId="328"/>
        </pc:sldMkLst>
        <pc:spChg chg="mod">
          <ac:chgData name="William Hui (IEG)" userId="S::kyhui@cuhk.edu.hk::07728535-8fdc-4325-b24f-20cc4d58a3a3" providerId="AD" clId="Web-{D52CEC41-97FF-9E74-6119-3E8AF0BC2B29}" dt="2019-08-23T08:25:28.470" v="110" actId="20577"/>
          <ac:spMkLst>
            <pc:docMk/>
            <pc:sldMk cId="1846506174" sldId="328"/>
            <ac:spMk id="2" creationId="{00000000-0000-0000-0000-000000000000}"/>
          </ac:spMkLst>
        </pc:spChg>
        <pc:spChg chg="mod">
          <ac:chgData name="William Hui (IEG)" userId="S::kyhui@cuhk.edu.hk::07728535-8fdc-4325-b24f-20cc4d58a3a3" providerId="AD" clId="Web-{D52CEC41-97FF-9E74-6119-3E8AF0BC2B29}" dt="2019-08-23T08:30:34.018" v="349" actId="20577"/>
          <ac:spMkLst>
            <pc:docMk/>
            <pc:sldMk cId="1846506174" sldId="328"/>
            <ac:spMk id="3" creationId="{00000000-0000-0000-0000-000000000000}"/>
          </ac:spMkLst>
        </pc:spChg>
      </pc:sldChg>
      <pc:sldChg chg="addSp modSp add replId">
        <pc:chgData name="William Hui (IEG)" userId="S::kyhui@cuhk.edu.hk::07728535-8fdc-4325-b24f-20cc4d58a3a3" providerId="AD" clId="Web-{D52CEC41-97FF-9E74-6119-3E8AF0BC2B29}" dt="2019-08-23T09:33:05.047" v="1527"/>
        <pc:sldMkLst>
          <pc:docMk/>
          <pc:sldMk cId="2101956271" sldId="331"/>
        </pc:sldMkLst>
        <pc:spChg chg="mod">
          <ac:chgData name="William Hui (IEG)" userId="S::kyhui@cuhk.edu.hk::07728535-8fdc-4325-b24f-20cc4d58a3a3" providerId="AD" clId="Web-{D52CEC41-97FF-9E74-6119-3E8AF0BC2B29}" dt="2019-08-23T09:32:22.045" v="1499" actId="20577"/>
          <ac:spMkLst>
            <pc:docMk/>
            <pc:sldMk cId="2101956271" sldId="331"/>
            <ac:spMk id="386079" creationId="{00000000-0000-0000-0000-000000000000}"/>
          </ac:spMkLst>
        </pc:spChg>
        <pc:graphicFrameChg chg="add mod modGraphic">
          <ac:chgData name="William Hui (IEG)" userId="S::kyhui@cuhk.edu.hk::07728535-8fdc-4325-b24f-20cc4d58a3a3" providerId="AD" clId="Web-{D52CEC41-97FF-9E74-6119-3E8AF0BC2B29}" dt="2019-08-23T09:33:05.047" v="1527"/>
          <ac:graphicFrameMkLst>
            <pc:docMk/>
            <pc:sldMk cId="2101956271" sldId="331"/>
            <ac:graphicFrameMk id="2" creationId="{25140181-0D7F-4070-B7A3-B35BDD6BDAA1}"/>
          </ac:graphicFrameMkLst>
        </pc:graphicFrameChg>
      </pc:sldChg>
    </pc:docChg>
  </pc:docChgLst>
  <pc:docChgLst>
    <pc:chgData name="Chuck Jee Chau, Dr. (CSD)" userId="7aa7a09e-983f-4214-9e5a-071cbb678e81" providerId="ADAL" clId="{5D0A25C6-EE0E-C54F-9094-0850F22B8B9C}"/>
    <pc:docChg chg="undo custSel modSld">
      <pc:chgData name="Chuck Jee Chau, Dr. (CSD)" userId="7aa7a09e-983f-4214-9e5a-071cbb678e81" providerId="ADAL" clId="{5D0A25C6-EE0E-C54F-9094-0850F22B8B9C}" dt="2019-08-27T06:54:19.674" v="180" actId="14100"/>
      <pc:docMkLst>
        <pc:docMk/>
      </pc:docMkLst>
      <pc:sldChg chg="modSp">
        <pc:chgData name="Chuck Jee Chau, Dr. (CSD)" userId="7aa7a09e-983f-4214-9e5a-071cbb678e81" providerId="ADAL" clId="{5D0A25C6-EE0E-C54F-9094-0850F22B8B9C}" dt="2019-08-27T06:51:21.919" v="118" actId="404"/>
        <pc:sldMkLst>
          <pc:docMk/>
          <pc:sldMk cId="3055564603" sldId="305"/>
        </pc:sldMkLst>
        <pc:spChg chg="mod">
          <ac:chgData name="Chuck Jee Chau, Dr. (CSD)" userId="7aa7a09e-983f-4214-9e5a-071cbb678e81" providerId="ADAL" clId="{5D0A25C6-EE0E-C54F-9094-0850F22B8B9C}" dt="2019-08-27T06:51:21.919" v="118" actId="404"/>
          <ac:spMkLst>
            <pc:docMk/>
            <pc:sldMk cId="3055564603" sldId="305"/>
            <ac:spMk id="5123" creationId="{00000000-0000-0000-0000-000000000000}"/>
          </ac:spMkLst>
        </pc:spChg>
        <pc:spChg chg="mod">
          <ac:chgData name="Chuck Jee Chau, Dr. (CSD)" userId="7aa7a09e-983f-4214-9e5a-071cbb678e81" providerId="ADAL" clId="{5D0A25C6-EE0E-C54F-9094-0850F22B8B9C}" dt="2019-08-27T06:39:41.958" v="0"/>
          <ac:spMkLst>
            <pc:docMk/>
            <pc:sldMk cId="3055564603" sldId="305"/>
            <ac:spMk id="381955" creationId="{00000000-0000-0000-0000-000000000000}"/>
          </ac:spMkLst>
        </pc:spChg>
      </pc:sldChg>
      <pc:sldChg chg="modSp">
        <pc:chgData name="Chuck Jee Chau, Dr. (CSD)" userId="7aa7a09e-983f-4214-9e5a-071cbb678e81" providerId="ADAL" clId="{5D0A25C6-EE0E-C54F-9094-0850F22B8B9C}" dt="2019-08-27T06:51:16.993" v="117" actId="404"/>
        <pc:sldMkLst>
          <pc:docMk/>
          <pc:sldMk cId="3733948420" sldId="306"/>
        </pc:sldMkLst>
        <pc:spChg chg="mod">
          <ac:chgData name="Chuck Jee Chau, Dr. (CSD)" userId="7aa7a09e-983f-4214-9e5a-071cbb678e81" providerId="ADAL" clId="{5D0A25C6-EE0E-C54F-9094-0850F22B8B9C}" dt="2019-08-27T06:51:16.993" v="117" actId="404"/>
          <ac:spMkLst>
            <pc:docMk/>
            <pc:sldMk cId="3733948420" sldId="306"/>
            <ac:spMk id="6147" creationId="{00000000-0000-0000-0000-000000000000}"/>
          </ac:spMkLst>
        </pc:spChg>
      </pc:sldChg>
      <pc:sldChg chg="modSp">
        <pc:chgData name="Chuck Jee Chau, Dr. (CSD)" userId="7aa7a09e-983f-4214-9e5a-071cbb678e81" providerId="ADAL" clId="{5D0A25C6-EE0E-C54F-9094-0850F22B8B9C}" dt="2019-08-27T06:42:57.714" v="1" actId="20577"/>
        <pc:sldMkLst>
          <pc:docMk/>
          <pc:sldMk cId="3717663575" sldId="309"/>
        </pc:sldMkLst>
        <pc:spChg chg="mod">
          <ac:chgData name="Chuck Jee Chau, Dr. (CSD)" userId="7aa7a09e-983f-4214-9e5a-071cbb678e81" providerId="ADAL" clId="{5D0A25C6-EE0E-C54F-9094-0850F22B8B9C}" dt="2019-08-27T06:42:57.714" v="1" actId="20577"/>
          <ac:spMkLst>
            <pc:docMk/>
            <pc:sldMk cId="3717663575" sldId="309"/>
            <ac:spMk id="386079" creationId="{00000000-0000-0000-0000-000000000000}"/>
          </ac:spMkLst>
        </pc:spChg>
      </pc:sldChg>
      <pc:sldChg chg="modSp">
        <pc:chgData name="Chuck Jee Chau, Dr. (CSD)" userId="7aa7a09e-983f-4214-9e5a-071cbb678e81" providerId="ADAL" clId="{5D0A25C6-EE0E-C54F-9094-0850F22B8B9C}" dt="2019-08-27T06:44:08.062" v="11" actId="20577"/>
        <pc:sldMkLst>
          <pc:docMk/>
          <pc:sldMk cId="3445615455" sldId="310"/>
        </pc:sldMkLst>
        <pc:spChg chg="mod">
          <ac:chgData name="Chuck Jee Chau, Dr. (CSD)" userId="7aa7a09e-983f-4214-9e5a-071cbb678e81" providerId="ADAL" clId="{5D0A25C6-EE0E-C54F-9094-0850F22B8B9C}" dt="2019-08-27T06:43:44.696" v="2" actId="404"/>
          <ac:spMkLst>
            <pc:docMk/>
            <pc:sldMk cId="3445615455" sldId="310"/>
            <ac:spMk id="10243" creationId="{00000000-0000-0000-0000-000000000000}"/>
          </ac:spMkLst>
        </pc:spChg>
        <pc:spChg chg="mod">
          <ac:chgData name="Chuck Jee Chau, Dr. (CSD)" userId="7aa7a09e-983f-4214-9e5a-071cbb678e81" providerId="ADAL" clId="{5D0A25C6-EE0E-C54F-9094-0850F22B8B9C}" dt="2019-08-27T06:44:08.062" v="11" actId="20577"/>
          <ac:spMkLst>
            <pc:docMk/>
            <pc:sldMk cId="3445615455" sldId="310"/>
            <ac:spMk id="10244" creationId="{00000000-0000-0000-0000-000000000000}"/>
          </ac:spMkLst>
        </pc:spChg>
      </pc:sldChg>
      <pc:sldChg chg="modSp">
        <pc:chgData name="Chuck Jee Chau, Dr. (CSD)" userId="7aa7a09e-983f-4214-9e5a-071cbb678e81" providerId="ADAL" clId="{5D0A25C6-EE0E-C54F-9094-0850F22B8B9C}" dt="2019-08-27T06:39:41.958" v="0"/>
        <pc:sldMkLst>
          <pc:docMk/>
          <pc:sldMk cId="1280065568" sldId="311"/>
        </pc:sldMkLst>
        <pc:spChg chg="mod">
          <ac:chgData name="Chuck Jee Chau, Dr. (CSD)" userId="7aa7a09e-983f-4214-9e5a-071cbb678e81" providerId="ADAL" clId="{5D0A25C6-EE0E-C54F-9094-0850F22B8B9C}" dt="2019-08-27T06:39:41.958" v="0"/>
          <ac:spMkLst>
            <pc:docMk/>
            <pc:sldMk cId="1280065568" sldId="311"/>
            <ac:spMk id="400387" creationId="{00000000-0000-0000-0000-000000000000}"/>
          </ac:spMkLst>
        </pc:spChg>
      </pc:sldChg>
      <pc:sldChg chg="modSp addCm modCm">
        <pc:chgData name="Chuck Jee Chau, Dr. (CSD)" userId="7aa7a09e-983f-4214-9e5a-071cbb678e81" providerId="ADAL" clId="{5D0A25C6-EE0E-C54F-9094-0850F22B8B9C}" dt="2019-08-27T06:45:34.206" v="26"/>
        <pc:sldMkLst>
          <pc:docMk/>
          <pc:sldMk cId="666515464" sldId="312"/>
        </pc:sldMkLst>
        <pc:spChg chg="mod">
          <ac:chgData name="Chuck Jee Chau, Dr. (CSD)" userId="7aa7a09e-983f-4214-9e5a-071cbb678e81" providerId="ADAL" clId="{5D0A25C6-EE0E-C54F-9094-0850F22B8B9C}" dt="2019-08-27T06:45:15.621" v="24" actId="114"/>
          <ac:spMkLst>
            <pc:docMk/>
            <pc:sldMk cId="666515464" sldId="312"/>
            <ac:spMk id="391171" creationId="{00000000-0000-0000-0000-000000000000}"/>
          </ac:spMkLst>
        </pc:spChg>
      </pc:sldChg>
      <pc:sldChg chg="modSp">
        <pc:chgData name="Chuck Jee Chau, Dr. (CSD)" userId="7aa7a09e-983f-4214-9e5a-071cbb678e81" providerId="ADAL" clId="{5D0A25C6-EE0E-C54F-9094-0850F22B8B9C}" dt="2019-08-27T06:39:41.958" v="0"/>
        <pc:sldMkLst>
          <pc:docMk/>
          <pc:sldMk cId="2446052106" sldId="314"/>
        </pc:sldMkLst>
        <pc:spChg chg="mod">
          <ac:chgData name="Chuck Jee Chau, Dr. (CSD)" userId="7aa7a09e-983f-4214-9e5a-071cbb678e81" providerId="ADAL" clId="{5D0A25C6-EE0E-C54F-9094-0850F22B8B9C}" dt="2019-08-27T06:39:41.958" v="0"/>
          <ac:spMkLst>
            <pc:docMk/>
            <pc:sldMk cId="2446052106" sldId="314"/>
            <ac:spMk id="14340" creationId="{00000000-0000-0000-0000-000000000000}"/>
          </ac:spMkLst>
        </pc:spChg>
      </pc:sldChg>
      <pc:sldChg chg="modSp">
        <pc:chgData name="Chuck Jee Chau, Dr. (CSD)" userId="7aa7a09e-983f-4214-9e5a-071cbb678e81" providerId="ADAL" clId="{5D0A25C6-EE0E-C54F-9094-0850F22B8B9C}" dt="2019-08-27T06:51:44.691" v="120" actId="27636"/>
        <pc:sldMkLst>
          <pc:docMk/>
          <pc:sldMk cId="694368066" sldId="316"/>
        </pc:sldMkLst>
        <pc:spChg chg="mod">
          <ac:chgData name="Chuck Jee Chau, Dr. (CSD)" userId="7aa7a09e-983f-4214-9e5a-071cbb678e81" providerId="ADAL" clId="{5D0A25C6-EE0E-C54F-9094-0850F22B8B9C}" dt="2019-08-27T06:51:44.691" v="120" actId="27636"/>
          <ac:spMkLst>
            <pc:docMk/>
            <pc:sldMk cId="694368066" sldId="316"/>
            <ac:spMk id="2" creationId="{00000000-0000-0000-0000-000000000000}"/>
          </ac:spMkLst>
        </pc:spChg>
      </pc:sldChg>
      <pc:sldChg chg="modSp">
        <pc:chgData name="Chuck Jee Chau, Dr. (CSD)" userId="7aa7a09e-983f-4214-9e5a-071cbb678e81" providerId="ADAL" clId="{5D0A25C6-EE0E-C54F-9094-0850F22B8B9C}" dt="2019-08-27T06:51:52.037" v="121" actId="404"/>
        <pc:sldMkLst>
          <pc:docMk/>
          <pc:sldMk cId="2753475353" sldId="317"/>
        </pc:sldMkLst>
        <pc:spChg chg="mod">
          <ac:chgData name="Chuck Jee Chau, Dr. (CSD)" userId="7aa7a09e-983f-4214-9e5a-071cbb678e81" providerId="ADAL" clId="{5D0A25C6-EE0E-C54F-9094-0850F22B8B9C}" dt="2019-08-27T06:51:52.037" v="121" actId="404"/>
          <ac:spMkLst>
            <pc:docMk/>
            <pc:sldMk cId="2753475353" sldId="317"/>
            <ac:spMk id="2" creationId="{00000000-0000-0000-0000-000000000000}"/>
          </ac:spMkLst>
        </pc:spChg>
      </pc:sldChg>
      <pc:sldChg chg="modSp">
        <pc:chgData name="Chuck Jee Chau, Dr. (CSD)" userId="7aa7a09e-983f-4214-9e5a-071cbb678e81" providerId="ADAL" clId="{5D0A25C6-EE0E-C54F-9094-0850F22B8B9C}" dt="2019-08-27T06:50:23.464" v="109" actId="403"/>
        <pc:sldMkLst>
          <pc:docMk/>
          <pc:sldMk cId="3454172440" sldId="318"/>
        </pc:sldMkLst>
        <pc:spChg chg="mod">
          <ac:chgData name="Chuck Jee Chau, Dr. (CSD)" userId="7aa7a09e-983f-4214-9e5a-071cbb678e81" providerId="ADAL" clId="{5D0A25C6-EE0E-C54F-9094-0850F22B8B9C}" dt="2019-08-27T06:50:23.464" v="109" actId="403"/>
          <ac:spMkLst>
            <pc:docMk/>
            <pc:sldMk cId="3454172440" sldId="318"/>
            <ac:spMk id="2" creationId="{00000000-0000-0000-0000-000000000000}"/>
          </ac:spMkLst>
        </pc:spChg>
        <pc:spChg chg="mod">
          <ac:chgData name="Chuck Jee Chau, Dr. (CSD)" userId="7aa7a09e-983f-4214-9e5a-071cbb678e81" providerId="ADAL" clId="{5D0A25C6-EE0E-C54F-9094-0850F22B8B9C}" dt="2019-08-27T06:49:51.433" v="103" actId="20577"/>
          <ac:spMkLst>
            <pc:docMk/>
            <pc:sldMk cId="3454172440" sldId="318"/>
            <ac:spMk id="3" creationId="{00000000-0000-0000-0000-000000000000}"/>
          </ac:spMkLst>
        </pc:spChg>
      </pc:sldChg>
      <pc:sldChg chg="addSp delSp modSp">
        <pc:chgData name="Chuck Jee Chau, Dr. (CSD)" userId="7aa7a09e-983f-4214-9e5a-071cbb678e81" providerId="ADAL" clId="{5D0A25C6-EE0E-C54F-9094-0850F22B8B9C}" dt="2019-08-27T06:50:29.393" v="111" actId="403"/>
        <pc:sldMkLst>
          <pc:docMk/>
          <pc:sldMk cId="1672198233" sldId="319"/>
        </pc:sldMkLst>
        <pc:spChg chg="del">
          <ac:chgData name="Chuck Jee Chau, Dr. (CSD)" userId="7aa7a09e-983f-4214-9e5a-071cbb678e81" providerId="ADAL" clId="{5D0A25C6-EE0E-C54F-9094-0850F22B8B9C}" dt="2019-08-27T06:50:11.204" v="104" actId="478"/>
          <ac:spMkLst>
            <pc:docMk/>
            <pc:sldMk cId="1672198233" sldId="319"/>
            <ac:spMk id="2" creationId="{00000000-0000-0000-0000-000000000000}"/>
          </ac:spMkLst>
        </pc:spChg>
        <pc:spChg chg="add del mod">
          <ac:chgData name="Chuck Jee Chau, Dr. (CSD)" userId="7aa7a09e-983f-4214-9e5a-071cbb678e81" providerId="ADAL" clId="{5D0A25C6-EE0E-C54F-9094-0850F22B8B9C}" dt="2019-08-27T06:50:14.282" v="107" actId="478"/>
          <ac:spMkLst>
            <pc:docMk/>
            <pc:sldMk cId="1672198233" sldId="319"/>
            <ac:spMk id="10" creationId="{89054BD2-6F77-A34E-9FFA-3A34B89793FF}"/>
          </ac:spMkLst>
        </pc:spChg>
        <pc:spChg chg="add del">
          <ac:chgData name="Chuck Jee Chau, Dr. (CSD)" userId="7aa7a09e-983f-4214-9e5a-071cbb678e81" providerId="ADAL" clId="{5D0A25C6-EE0E-C54F-9094-0850F22B8B9C}" dt="2019-08-27T06:50:13.099" v="106"/>
          <ac:spMkLst>
            <pc:docMk/>
            <pc:sldMk cId="1672198233" sldId="319"/>
            <ac:spMk id="14" creationId="{3B031F0B-BEF4-3042-ABF9-87D095B11A34}"/>
          </ac:spMkLst>
        </pc:spChg>
        <pc:spChg chg="add mod">
          <ac:chgData name="Chuck Jee Chau, Dr. (CSD)" userId="7aa7a09e-983f-4214-9e5a-071cbb678e81" providerId="ADAL" clId="{5D0A25C6-EE0E-C54F-9094-0850F22B8B9C}" dt="2019-08-27T06:50:29.393" v="111" actId="403"/>
          <ac:spMkLst>
            <pc:docMk/>
            <pc:sldMk cId="1672198233" sldId="319"/>
            <ac:spMk id="15" creationId="{B3E0E00A-C209-2546-A9F9-38386B7F890C}"/>
          </ac:spMkLst>
        </pc:spChg>
      </pc:sldChg>
      <pc:sldChg chg="addSp delSp modSp">
        <pc:chgData name="Chuck Jee Chau, Dr. (CSD)" userId="7aa7a09e-983f-4214-9e5a-071cbb678e81" providerId="ADAL" clId="{5D0A25C6-EE0E-C54F-9094-0850F22B8B9C}" dt="2019-08-27T06:53:17.348" v="122" actId="2711"/>
        <pc:sldMkLst>
          <pc:docMk/>
          <pc:sldMk cId="1416054583" sldId="320"/>
        </pc:sldMkLst>
        <pc:spChg chg="add mod">
          <ac:chgData name="Chuck Jee Chau, Dr. (CSD)" userId="7aa7a09e-983f-4214-9e5a-071cbb678e81" providerId="ADAL" clId="{5D0A25C6-EE0E-C54F-9094-0850F22B8B9C}" dt="2019-08-27T06:50:26.242" v="110" actId="403"/>
          <ac:spMkLst>
            <pc:docMk/>
            <pc:sldMk cId="1416054583" sldId="320"/>
            <ac:spMk id="6" creationId="{6ACA48BF-733E-574D-ADE4-78F6AC25CF57}"/>
          </ac:spMkLst>
        </pc:spChg>
        <pc:spChg chg="del mod">
          <ac:chgData name="Chuck Jee Chau, Dr. (CSD)" userId="7aa7a09e-983f-4214-9e5a-071cbb678e81" providerId="ADAL" clId="{5D0A25C6-EE0E-C54F-9094-0850F22B8B9C}" dt="2019-08-27T06:48:00.155" v="35" actId="478"/>
          <ac:spMkLst>
            <pc:docMk/>
            <pc:sldMk cId="1416054583" sldId="320"/>
            <ac:spMk id="20483" creationId="{00000000-0000-0000-0000-000000000000}"/>
          </ac:spMkLst>
        </pc:spChg>
        <pc:graphicFrameChg chg="modGraphic">
          <ac:chgData name="Chuck Jee Chau, Dr. (CSD)" userId="7aa7a09e-983f-4214-9e5a-071cbb678e81" providerId="ADAL" clId="{5D0A25C6-EE0E-C54F-9094-0850F22B8B9C}" dt="2019-08-27T06:53:17.348" v="122" actId="2711"/>
          <ac:graphicFrameMkLst>
            <pc:docMk/>
            <pc:sldMk cId="1416054583" sldId="320"/>
            <ac:graphicFrameMk id="5" creationId="{00000000-0000-0000-0000-000000000000}"/>
          </ac:graphicFrameMkLst>
        </pc:graphicFrameChg>
      </pc:sldChg>
      <pc:sldChg chg="modSp">
        <pc:chgData name="Chuck Jee Chau, Dr. (CSD)" userId="7aa7a09e-983f-4214-9e5a-071cbb678e81" providerId="ADAL" clId="{5D0A25C6-EE0E-C54F-9094-0850F22B8B9C}" dt="2019-08-27T06:54:19.674" v="180" actId="14100"/>
        <pc:sldMkLst>
          <pc:docMk/>
          <pc:sldMk cId="1741559003" sldId="321"/>
        </pc:sldMkLst>
        <pc:spChg chg="mod">
          <ac:chgData name="Chuck Jee Chau, Dr. (CSD)" userId="7aa7a09e-983f-4214-9e5a-071cbb678e81" providerId="ADAL" clId="{5D0A25C6-EE0E-C54F-9094-0850F22B8B9C}" dt="2019-08-27T06:47:09.080" v="29" actId="113"/>
          <ac:spMkLst>
            <pc:docMk/>
            <pc:sldMk cId="1741559003" sldId="321"/>
            <ac:spMk id="21507" creationId="{00000000-0000-0000-0000-000000000000}"/>
          </ac:spMkLst>
        </pc:spChg>
        <pc:spChg chg="mod">
          <ac:chgData name="Chuck Jee Chau, Dr. (CSD)" userId="7aa7a09e-983f-4214-9e5a-071cbb678e81" providerId="ADAL" clId="{5D0A25C6-EE0E-C54F-9094-0850F22B8B9C}" dt="2019-08-27T06:54:19.674" v="180" actId="14100"/>
          <ac:spMkLst>
            <pc:docMk/>
            <pc:sldMk cId="1741559003" sldId="321"/>
            <ac:spMk id="407563" creationId="{00000000-0000-0000-0000-000000000000}"/>
          </ac:spMkLst>
        </pc:spChg>
      </pc:sldChg>
      <pc:sldChg chg="modSp">
        <pc:chgData name="Chuck Jee Chau, Dr. (CSD)" userId="7aa7a09e-983f-4214-9e5a-071cbb678e81" providerId="ADAL" clId="{5D0A25C6-EE0E-C54F-9094-0850F22B8B9C}" dt="2019-08-27T06:47:42.764" v="32" actId="404"/>
        <pc:sldMkLst>
          <pc:docMk/>
          <pc:sldMk cId="277001808" sldId="323"/>
        </pc:sldMkLst>
        <pc:spChg chg="mod">
          <ac:chgData name="Chuck Jee Chau, Dr. (CSD)" userId="7aa7a09e-983f-4214-9e5a-071cbb678e81" providerId="ADAL" clId="{5D0A25C6-EE0E-C54F-9094-0850F22B8B9C}" dt="2019-08-27T06:47:42.764" v="32" actId="404"/>
          <ac:spMkLst>
            <pc:docMk/>
            <pc:sldMk cId="277001808" sldId="323"/>
            <ac:spMk id="23555" creationId="{00000000-0000-0000-0000-000000000000}"/>
          </ac:spMkLst>
        </pc:spChg>
      </pc:sldChg>
      <pc:sldChg chg="modSp">
        <pc:chgData name="Chuck Jee Chau, Dr. (CSD)" userId="7aa7a09e-983f-4214-9e5a-071cbb678e81" providerId="ADAL" clId="{5D0A25C6-EE0E-C54F-9094-0850F22B8B9C}" dt="2019-08-27T06:50:38.461" v="114" actId="403"/>
        <pc:sldMkLst>
          <pc:docMk/>
          <pc:sldMk cId="640415788" sldId="324"/>
        </pc:sldMkLst>
        <pc:spChg chg="mod">
          <ac:chgData name="Chuck Jee Chau, Dr. (CSD)" userId="7aa7a09e-983f-4214-9e5a-071cbb678e81" providerId="ADAL" clId="{5D0A25C6-EE0E-C54F-9094-0850F22B8B9C}" dt="2019-08-27T06:50:38.461" v="114" actId="403"/>
          <ac:spMkLst>
            <pc:docMk/>
            <pc:sldMk cId="640415788" sldId="324"/>
            <ac:spMk id="22531" creationId="{00000000-0000-0000-0000-000000000000}"/>
          </ac:spMkLst>
        </pc:spChg>
        <pc:spChg chg="mod">
          <ac:chgData name="Chuck Jee Chau, Dr. (CSD)" userId="7aa7a09e-983f-4214-9e5a-071cbb678e81" providerId="ADAL" clId="{5D0A25C6-EE0E-C54F-9094-0850F22B8B9C}" dt="2019-08-27T06:39:41.958" v="0"/>
          <ac:spMkLst>
            <pc:docMk/>
            <pc:sldMk cId="640415788" sldId="324"/>
            <ac:spMk id="430083" creationId="{00000000-0000-0000-0000-000000000000}"/>
          </ac:spMkLst>
        </pc:spChg>
      </pc:sldChg>
      <pc:sldChg chg="modSp">
        <pc:chgData name="Chuck Jee Chau, Dr. (CSD)" userId="7aa7a09e-983f-4214-9e5a-071cbb678e81" providerId="ADAL" clId="{5D0A25C6-EE0E-C54F-9094-0850F22B8B9C}" dt="2019-08-27T06:47:34.652" v="31" actId="113"/>
        <pc:sldMkLst>
          <pc:docMk/>
          <pc:sldMk cId="2323925547" sldId="325"/>
        </pc:sldMkLst>
        <pc:spChg chg="mod">
          <ac:chgData name="Chuck Jee Chau, Dr. (CSD)" userId="7aa7a09e-983f-4214-9e5a-071cbb678e81" providerId="ADAL" clId="{5D0A25C6-EE0E-C54F-9094-0850F22B8B9C}" dt="2019-08-27T06:47:34.652" v="31" actId="113"/>
          <ac:spMkLst>
            <pc:docMk/>
            <pc:sldMk cId="2323925547" sldId="325"/>
            <ac:spMk id="2" creationId="{00000000-0000-0000-0000-000000000000}"/>
          </ac:spMkLst>
        </pc:spChg>
      </pc:sldChg>
      <pc:sldChg chg="modSp">
        <pc:chgData name="Chuck Jee Chau, Dr. (CSD)" userId="7aa7a09e-983f-4214-9e5a-071cbb678e81" providerId="ADAL" clId="{5D0A25C6-EE0E-C54F-9094-0850F22B8B9C}" dt="2019-08-27T06:50:58.488" v="115" actId="404"/>
        <pc:sldMkLst>
          <pc:docMk/>
          <pc:sldMk cId="74628793" sldId="327"/>
        </pc:sldMkLst>
        <pc:spChg chg="mod">
          <ac:chgData name="Chuck Jee Chau, Dr. (CSD)" userId="7aa7a09e-983f-4214-9e5a-071cbb678e81" providerId="ADAL" clId="{5D0A25C6-EE0E-C54F-9094-0850F22B8B9C}" dt="2019-08-27T06:50:58.488" v="115" actId="404"/>
          <ac:spMkLst>
            <pc:docMk/>
            <pc:sldMk cId="74628793" sldId="327"/>
            <ac:spMk id="2" creationId="{00000000-0000-0000-0000-000000000000}"/>
          </ac:spMkLst>
        </pc:spChg>
      </pc:sldChg>
      <pc:sldChg chg="modSp">
        <pc:chgData name="Chuck Jee Chau, Dr. (CSD)" userId="7aa7a09e-983f-4214-9e5a-071cbb678e81" providerId="ADAL" clId="{5D0A25C6-EE0E-C54F-9094-0850F22B8B9C}" dt="2019-08-27T06:51:14.123" v="116" actId="404"/>
        <pc:sldMkLst>
          <pc:docMk/>
          <pc:sldMk cId="1846506174" sldId="328"/>
        </pc:sldMkLst>
        <pc:spChg chg="mod">
          <ac:chgData name="Chuck Jee Chau, Dr. (CSD)" userId="7aa7a09e-983f-4214-9e5a-071cbb678e81" providerId="ADAL" clId="{5D0A25C6-EE0E-C54F-9094-0850F22B8B9C}" dt="2019-08-27T06:51:14.123" v="116" actId="404"/>
          <ac:spMkLst>
            <pc:docMk/>
            <pc:sldMk cId="1846506174" sldId="328"/>
            <ac:spMk id="2" creationId="{00000000-0000-0000-0000-000000000000}"/>
          </ac:spMkLst>
        </pc:spChg>
        <pc:spChg chg="mod">
          <ac:chgData name="Chuck Jee Chau, Dr. (CSD)" userId="7aa7a09e-983f-4214-9e5a-071cbb678e81" providerId="ADAL" clId="{5D0A25C6-EE0E-C54F-9094-0850F22B8B9C}" dt="2019-08-27T06:39:41.958" v="0"/>
          <ac:spMkLst>
            <pc:docMk/>
            <pc:sldMk cId="1846506174" sldId="328"/>
            <ac:spMk id="3" creationId="{00000000-0000-0000-0000-000000000000}"/>
          </ac:spMkLst>
        </pc:spChg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49787" cy="496967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55838" y="0"/>
            <a:ext cx="2949787" cy="496967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3F39E7D-0933-49A8-85E9-DAA850E73190}" type="datetimeFigureOut">
              <a:rPr lang="en-US" smtClean="0"/>
              <a:pPr/>
              <a:t>1/16/2024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9440646"/>
            <a:ext cx="2949787" cy="49696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55838" y="9440646"/>
            <a:ext cx="2949787" cy="49696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F6993CB-FC2D-4E9E-AEBC-5A9FE389B43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46985815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49787" cy="496967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55838" y="0"/>
            <a:ext cx="2949787" cy="496967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7BC9B9A-975C-46BF-9E10-71766046399C}" type="datetimeFigureOut">
              <a:rPr lang="en-US" smtClean="0"/>
              <a:pPr/>
              <a:t>1/16/2024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920750" y="746125"/>
            <a:ext cx="4965700" cy="3725863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0720" y="4721186"/>
            <a:ext cx="5445760" cy="447270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9440646"/>
            <a:ext cx="2949787" cy="49696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55838" y="9440646"/>
            <a:ext cx="2949787" cy="49696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568DB09-4D6E-4772-BB61-FE91E715B1E5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3249259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b="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568DB09-4D6E-4772-BB61-FE91E715B1E5}" type="slidenum">
              <a:rPr lang="en-US" smtClean="0"/>
              <a:pPr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166275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b="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568DB09-4D6E-4772-BB61-FE91E715B1E5}" type="slidenum">
              <a:rPr lang="en-US" smtClean="0"/>
              <a:pPr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6573409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b="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568DB09-4D6E-4772-BB61-FE91E715B1E5}" type="slidenum">
              <a:rPr lang="en-US" smtClean="0"/>
              <a:pPr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1877619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568DB09-4D6E-4772-BB61-FE91E715B1E5}" type="slidenum">
              <a:rPr lang="en-US" smtClean="0"/>
              <a:pPr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94051473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b="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568DB09-4D6E-4772-BB61-FE91E715B1E5}" type="slidenum">
              <a:rPr lang="en-US" smtClean="0"/>
              <a:pPr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42507717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b="0" dirty="0"/>
              <a:t>2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568DB09-4D6E-4772-BB61-FE91E715B1E5}" type="slidenum">
              <a:rPr lang="en-US" smtClean="0"/>
              <a:pPr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7556718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b="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568DB09-4D6E-4772-BB61-FE91E715B1E5}" type="slidenum">
              <a:rPr lang="en-US" smtClean="0"/>
              <a:pPr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7691980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Rectangle 1031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1pPr>
            <a:lvl2pPr marL="734778" indent="-282607"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2pPr>
            <a:lvl3pPr marL="1130427" indent="-226085"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3pPr>
            <a:lvl4pPr marL="1582598" indent="-226085"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4pPr>
            <a:lvl5pPr marL="2034769" indent="-226085"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5pPr>
            <a:lvl6pPr marL="2486939" indent="-226085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6pPr>
            <a:lvl7pPr marL="2939110" indent="-226085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7pPr>
            <a:lvl8pPr marL="3391281" indent="-226085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8pPr>
            <a:lvl9pPr marL="3843452" indent="-226085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9pPr>
          </a:lstStyle>
          <a:p>
            <a:fld id="{775957C9-9045-4A64-ADEB-651262E1F947}" type="slidenum">
              <a:rPr lang="zh-TW" altLang="en-US" smtClean="0">
                <a:latin typeface="Helvetica" pitchFamily="34" charset="0"/>
              </a:rPr>
              <a:pPr/>
              <a:t>13</a:t>
            </a:fld>
            <a:endParaRPr lang="en-US" altLang="zh-TW">
              <a:latin typeface="Helvetica" pitchFamily="34" charset="0"/>
            </a:endParaRPr>
          </a:p>
        </p:txBody>
      </p:sp>
      <p:sp>
        <p:nvSpPr>
          <p:cNvPr id="2560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5604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zh-TW" b="0" dirty="0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Rectangle 1031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1pPr>
            <a:lvl2pPr marL="734778" indent="-282607"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2pPr>
            <a:lvl3pPr marL="1130427" indent="-226085"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3pPr>
            <a:lvl4pPr marL="1582598" indent="-226085"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4pPr>
            <a:lvl5pPr marL="2034769" indent="-226085"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5pPr>
            <a:lvl6pPr marL="2486939" indent="-226085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6pPr>
            <a:lvl7pPr marL="2939110" indent="-226085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7pPr>
            <a:lvl8pPr marL="3391281" indent="-226085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8pPr>
            <a:lvl9pPr marL="3843452" indent="-226085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9pPr>
          </a:lstStyle>
          <a:p>
            <a:fld id="{D05C8079-13F5-4C55-880E-DB5C6DB061CE}" type="slidenum">
              <a:rPr lang="zh-TW" altLang="en-US" smtClean="0">
                <a:latin typeface="Helvetica" pitchFamily="34" charset="0"/>
              </a:rPr>
              <a:pPr/>
              <a:t>14</a:t>
            </a:fld>
            <a:endParaRPr lang="en-US" altLang="zh-TW">
              <a:latin typeface="Helvetica" pitchFamily="34" charset="0"/>
            </a:endParaRPr>
          </a:p>
        </p:txBody>
      </p:sp>
      <p:sp>
        <p:nvSpPr>
          <p:cNvPr id="2662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662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zh-TW" b="0" dirty="0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568DB09-4D6E-4772-BB61-FE91E715B1E5}" type="slidenum">
              <a:rPr lang="en-US" smtClean="0"/>
              <a:pPr/>
              <a:t>16</a:t>
            </a:fld>
            <a:endParaRPr lang="en-US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b="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568DB09-4D6E-4772-BB61-FE91E715B1E5}" type="slidenum">
              <a:rPr lang="en-US" smtClean="0"/>
              <a:pPr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06617816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b="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568DB09-4D6E-4772-BB61-FE91E715B1E5}" type="slidenum">
              <a:rPr lang="en-US" smtClean="0"/>
              <a:pPr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15792822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568DB09-4D6E-4772-BB61-FE91E715B1E5}" type="slidenum">
              <a:rPr lang="en-US" smtClean="0"/>
              <a:pPr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460389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7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2A0C27-9874-4A2B-82B4-36D1DE995B6F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  <p:transition>
    <p:fade/>
  </p:transition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0338" y="76200"/>
            <a:ext cx="8229600" cy="838200"/>
          </a:xfrm>
        </p:spPr>
        <p:txBody>
          <a:bodyPr/>
          <a:lstStyle>
            <a:lvl1pPr algn="l"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0338" y="1066800"/>
            <a:ext cx="8932985" cy="51054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2A0C27-9874-4A2B-82B4-36D1DE995B6F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  <p:transition>
    <p:fade/>
  </p:transition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0338" y="76200"/>
            <a:ext cx="8229600" cy="838200"/>
          </a:xfrm>
        </p:spPr>
        <p:txBody>
          <a:bodyPr/>
          <a:lstStyle>
            <a:lvl1pPr algn="l"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lvl1pPr>
          </a:lstStyle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2A0C27-9874-4A2B-82B4-36D1DE995B6F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  <p:transition>
    <p:fade/>
  </p:transition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 userDrawn="1"/>
        </p:nvSpPr>
        <p:spPr>
          <a:xfrm>
            <a:off x="0" y="0"/>
            <a:ext cx="9144000" cy="990600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/>
          <p:cNvSpPr/>
          <p:nvPr userDrawn="1"/>
        </p:nvSpPr>
        <p:spPr>
          <a:xfrm>
            <a:off x="0" y="6248400"/>
            <a:ext cx="9144000" cy="609600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2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2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2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2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12A0C27-9874-4A2B-82B4-36D1DE995B6F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transition>
    <p:fade/>
  </p:transition>
  <p:hf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81000" y="2130427"/>
            <a:ext cx="8382000" cy="1470025"/>
          </a:xfrm>
        </p:spPr>
        <p:txBody>
          <a:bodyPr>
            <a:normAutofit/>
          </a:bodyPr>
          <a:lstStyle/>
          <a:p>
            <a:r>
              <a:rPr lang="en-US" altLang="zh-TW" b="1" dirty="0">
                <a:ea typeface="新細明體"/>
              </a:rPr>
              <a:t>Operators</a:t>
            </a:r>
            <a:endParaRPr lang="en-US" dirty="0"/>
          </a:p>
        </p:txBody>
      </p:sp>
    </p:spTree>
  </p:cSld>
  <p:clrMapOvr>
    <a:masterClrMapping/>
  </p:clrMapOvr>
  <p:transition>
    <p:fad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Outline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marL="533400" indent="-533400">
              <a:buFont typeface="Wingdings" pitchFamily="2" charset="2"/>
              <a:buAutoNum type="arabicPeriod"/>
            </a:pPr>
            <a:r>
              <a:rPr lang="en-US" altLang="zh-TW" dirty="0">
                <a:ea typeface="新細明體" charset="-120"/>
              </a:rPr>
              <a:t>Operators</a:t>
            </a:r>
          </a:p>
          <a:p>
            <a:pPr marL="533400" indent="-533400">
              <a:buFont typeface="Wingdings" pitchFamily="2" charset="2"/>
              <a:buAutoNum type="arabicPeriod"/>
            </a:pPr>
            <a:r>
              <a:rPr lang="en-US" altLang="zh-TW" dirty="0">
                <a:ea typeface="新細明體" charset="-120"/>
              </a:rPr>
              <a:t>Arithmetic Operators</a:t>
            </a:r>
          </a:p>
          <a:p>
            <a:pPr marL="533400" indent="-533400">
              <a:buFont typeface="Wingdings" pitchFamily="2" charset="2"/>
              <a:buAutoNum type="arabicPeriod"/>
            </a:pPr>
            <a:r>
              <a:rPr lang="en-US" altLang="zh-TW" dirty="0">
                <a:ea typeface="新細明體" charset="-120"/>
              </a:rPr>
              <a:t>Operator Precedence and Associativity</a:t>
            </a:r>
          </a:p>
          <a:p>
            <a:pPr marL="533400" indent="-533400">
              <a:buFont typeface="Wingdings" pitchFamily="2" charset="2"/>
              <a:buAutoNum type="arabicPeriod"/>
            </a:pPr>
            <a:r>
              <a:rPr lang="en-US" altLang="zh-TW" dirty="0">
                <a:ea typeface="新細明體" charset="-120"/>
              </a:rPr>
              <a:t>Expressions</a:t>
            </a:r>
          </a:p>
          <a:p>
            <a:pPr marL="533400" indent="-533400">
              <a:buFont typeface="Wingdings" pitchFamily="2" charset="2"/>
              <a:buAutoNum type="arabicPeriod"/>
            </a:pPr>
            <a:r>
              <a:rPr lang="en-US" altLang="zh-TW" dirty="0">
                <a:ea typeface="新細明體" charset="-120"/>
              </a:rPr>
              <a:t>Different Forms of Assignment Operators</a:t>
            </a:r>
          </a:p>
          <a:p>
            <a:pPr marL="533400" indent="-533400">
              <a:buFont typeface="Wingdings" pitchFamily="2" charset="2"/>
              <a:buAutoNum type="arabicPeriod"/>
            </a:pPr>
            <a:r>
              <a:rPr lang="en-US" altLang="zh-TW" dirty="0">
                <a:ea typeface="新細明體" charset="-120"/>
              </a:rPr>
              <a:t>Increment and Decrement Operators</a:t>
            </a:r>
          </a:p>
          <a:p>
            <a:pPr marL="533400" indent="-533400">
              <a:buFont typeface="Wingdings" pitchFamily="2" charset="2"/>
              <a:buAutoNum type="arabicPeriod"/>
            </a:pPr>
            <a:r>
              <a:rPr lang="en-US" altLang="zh-TW" dirty="0">
                <a:ea typeface="新細明體" charset="-120"/>
              </a:rPr>
              <a:t>Swapping Values between Two Variables</a:t>
            </a:r>
          </a:p>
          <a:p>
            <a:pPr marL="533400" indent="-533400">
              <a:buFont typeface="Wingdings" pitchFamily="2" charset="2"/>
              <a:buAutoNum type="arabicPeriod"/>
            </a:pPr>
            <a:r>
              <a:rPr lang="en-US" altLang="zh-TW" dirty="0">
                <a:ea typeface="新細明體" charset="-120"/>
              </a:rPr>
              <a:t>Some uses of Integer Division and Modulus Operators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2A0C27-9874-4A2B-82B4-36D1DE995B6F}" type="slidenum">
              <a:rPr lang="en-US" smtClean="0"/>
              <a:pPr/>
              <a:t>2</a:t>
            </a:fld>
            <a:endParaRPr lang="en-US"/>
          </a:p>
        </p:txBody>
      </p:sp>
    </p:spTree>
  </p:cSld>
  <p:clrMapOvr>
    <a:masterClrMapping/>
  </p:clrMapOvr>
  <p:transition>
    <p:fad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9pPr>
          </a:lstStyle>
          <a:p>
            <a:fld id="{CF33604E-653E-44A3-9537-FD473B27CB33}" type="slidenum">
              <a:rPr lang="zh-TW" altLang="en-US" b="0">
                <a:ea typeface="新細明體" charset="-120"/>
              </a:rPr>
              <a:pPr/>
              <a:t>3</a:t>
            </a:fld>
            <a:endParaRPr lang="en-US" altLang="zh-TW" b="0">
              <a:ea typeface="新細明體" charset="-120"/>
            </a:endParaRPr>
          </a:p>
        </p:txBody>
      </p:sp>
      <p:sp>
        <p:nvSpPr>
          <p:cNvPr id="5123" name="Rectangle 2"/>
          <p:cNvSpPr>
            <a:spLocks noGrp="1" noChangeArrowheads="1"/>
          </p:cNvSpPr>
          <p:nvPr>
            <p:ph type="title"/>
          </p:nvPr>
        </p:nvSpPr>
        <p:spPr>
          <a:xfrm>
            <a:off x="152400" y="165100"/>
            <a:ext cx="8763000" cy="673100"/>
          </a:xfrm>
        </p:spPr>
        <p:txBody>
          <a:bodyPr>
            <a:noAutofit/>
          </a:bodyPr>
          <a:lstStyle/>
          <a:p>
            <a:pPr eaLnBrk="1" hangingPunct="1"/>
            <a:r>
              <a:rPr lang="en-US" altLang="zh-TW" sz="4000" dirty="0">
                <a:ea typeface="新細明體"/>
              </a:rPr>
              <a:t>1. Operators</a:t>
            </a:r>
          </a:p>
        </p:txBody>
      </p:sp>
      <p:sp>
        <p:nvSpPr>
          <p:cNvPr id="38195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228600" y="1143000"/>
            <a:ext cx="8686800" cy="5127625"/>
          </a:xfrm>
          <a:noFill/>
        </p:spPr>
        <p:txBody>
          <a:bodyPr vert="horz" lIns="91440" tIns="45720" rIns="91440" bIns="45720" rtlCol="0" anchor="t">
            <a:noAutofit/>
          </a:bodyPr>
          <a:lstStyle/>
          <a:p>
            <a:pPr eaLnBrk="1" hangingPunct="1">
              <a:lnSpc>
                <a:spcPct val="90000"/>
              </a:lnSpc>
            </a:pPr>
            <a:r>
              <a:rPr lang="en-US" altLang="zh-TW" sz="2400" i="1" dirty="0">
                <a:solidFill>
                  <a:srgbClr val="0070C0"/>
                </a:solidFill>
                <a:ea typeface="新細明體" charset="-120"/>
              </a:rPr>
              <a:t>Operator</a:t>
            </a:r>
            <a:r>
              <a:rPr lang="en-US" altLang="zh-TW" sz="2400" dirty="0">
                <a:ea typeface="新細明體" charset="-120"/>
              </a:rPr>
              <a:t> – a symbol or keyword that represents an operation to be applied to some data, </a:t>
            </a:r>
            <a:r>
              <a:rPr lang="en-US" altLang="zh-TW" sz="2400" i="1" dirty="0">
                <a:ea typeface="新細明體" charset="-120"/>
              </a:rPr>
              <a:t>yielding a value</a:t>
            </a:r>
            <a:r>
              <a:rPr lang="en-US" altLang="zh-TW" sz="2400" dirty="0">
                <a:ea typeface="新細明體" charset="-120"/>
              </a:rPr>
              <a:t>.</a:t>
            </a:r>
            <a:endParaRPr lang="en-US" altLang="zh-TW" sz="2000" dirty="0">
              <a:ea typeface="新細明體" charset="-120"/>
            </a:endParaRPr>
          </a:p>
          <a:p>
            <a:pPr marL="457200" lvl="1" indent="0" eaLnBrk="1" hangingPunct="1">
              <a:lnSpc>
                <a:spcPct val="90000"/>
              </a:lnSpc>
              <a:buNone/>
            </a:pPr>
            <a:r>
              <a:rPr lang="en-US" altLang="zh-TW" sz="2000" dirty="0">
                <a:ea typeface="新細明體" charset="-120"/>
              </a:rPr>
              <a:t>E.g.   </a:t>
            </a:r>
            <a:r>
              <a:rPr lang="en-US" altLang="zh-TW" sz="2000" dirty="0" err="1">
                <a:latin typeface="Consolas" panose="020B0609020204030204" pitchFamily="49" charset="0"/>
                <a:ea typeface="新細明體" charset="-120"/>
              </a:rPr>
              <a:t>varA</a:t>
            </a:r>
            <a:r>
              <a:rPr lang="en-US" altLang="zh-TW" sz="2000" dirty="0">
                <a:latin typeface="Consolas" panose="020B0609020204030204" pitchFamily="49" charset="0"/>
                <a:ea typeface="新細明體" charset="-120"/>
              </a:rPr>
              <a:t> </a:t>
            </a:r>
            <a:r>
              <a:rPr lang="en-US" altLang="zh-TW" sz="2000" dirty="0">
                <a:solidFill>
                  <a:srgbClr val="FF3300"/>
                </a:solidFill>
                <a:latin typeface="Consolas" panose="020B0609020204030204" pitchFamily="49" charset="0"/>
                <a:ea typeface="新細明體" charset="-120"/>
              </a:rPr>
              <a:t>=</a:t>
            </a:r>
            <a:r>
              <a:rPr lang="en-US" altLang="zh-TW" sz="2000" dirty="0">
                <a:latin typeface="Consolas" panose="020B0609020204030204" pitchFamily="49" charset="0"/>
                <a:ea typeface="新細明體" charset="-120"/>
              </a:rPr>
              <a:t> </a:t>
            </a:r>
            <a:r>
              <a:rPr lang="en-US" altLang="zh-TW" sz="2000" dirty="0">
                <a:solidFill>
                  <a:srgbClr val="FF0000"/>
                </a:solidFill>
                <a:latin typeface="Consolas" panose="020B0609020204030204" pitchFamily="49" charset="0"/>
                <a:ea typeface="新細明體" charset="-120"/>
              </a:rPr>
              <a:t>-</a:t>
            </a:r>
            <a:r>
              <a:rPr lang="en-US" altLang="zh-TW" sz="2000" dirty="0" err="1">
                <a:latin typeface="Consolas" panose="020B0609020204030204" pitchFamily="49" charset="0"/>
                <a:ea typeface="新細明體" charset="-120"/>
              </a:rPr>
              <a:t>varB</a:t>
            </a:r>
            <a:r>
              <a:rPr lang="en-US" altLang="zh-TW" sz="2000" dirty="0">
                <a:latin typeface="Consolas" panose="020B0609020204030204" pitchFamily="49" charset="0"/>
                <a:ea typeface="新細明體" charset="-120"/>
              </a:rPr>
              <a:t> </a:t>
            </a:r>
            <a:r>
              <a:rPr lang="en-US" altLang="zh-TW" sz="2000" dirty="0">
                <a:solidFill>
                  <a:srgbClr val="FF0000"/>
                </a:solidFill>
                <a:latin typeface="Consolas" panose="020B0609020204030204" pitchFamily="49" charset="0"/>
                <a:ea typeface="新細明體" charset="-120"/>
              </a:rPr>
              <a:t>+</a:t>
            </a:r>
            <a:r>
              <a:rPr lang="en-US" altLang="zh-TW" sz="2000" dirty="0">
                <a:latin typeface="Consolas" panose="020B0609020204030204" pitchFamily="49" charset="0"/>
                <a:ea typeface="新細明體" charset="-120"/>
              </a:rPr>
              <a:t> 40 </a:t>
            </a:r>
            <a:r>
              <a:rPr lang="en-US" altLang="zh-TW" sz="2000" dirty="0">
                <a:solidFill>
                  <a:srgbClr val="FF3300"/>
                </a:solidFill>
                <a:latin typeface="Consolas" panose="020B0609020204030204" pitchFamily="49" charset="0"/>
                <a:ea typeface="新細明體" charset="-120"/>
              </a:rPr>
              <a:t>*</a:t>
            </a:r>
            <a:r>
              <a:rPr lang="en-US" altLang="zh-TW" sz="2000" dirty="0">
                <a:latin typeface="Consolas" panose="020B0609020204030204" pitchFamily="49" charset="0"/>
                <a:ea typeface="新細明體" charset="-120"/>
              </a:rPr>
              <a:t> 20;</a:t>
            </a:r>
          </a:p>
          <a:p>
            <a:pPr lvl="1">
              <a:lnSpc>
                <a:spcPct val="90000"/>
              </a:lnSpc>
            </a:pPr>
            <a:endParaRPr lang="en-US" altLang="zh-TW" sz="1600" dirty="0">
              <a:ea typeface="新細明體" charset="-120"/>
            </a:endParaRPr>
          </a:p>
          <a:p>
            <a:pPr eaLnBrk="1" hangingPunct="1">
              <a:lnSpc>
                <a:spcPct val="90000"/>
              </a:lnSpc>
            </a:pPr>
            <a:r>
              <a:rPr lang="en-US" altLang="zh-TW" sz="2400" i="1" dirty="0">
                <a:solidFill>
                  <a:srgbClr val="0070C0"/>
                </a:solidFill>
                <a:ea typeface="新細明體" charset="-120"/>
              </a:rPr>
              <a:t>Operand</a:t>
            </a:r>
            <a:r>
              <a:rPr lang="en-US" altLang="zh-TW" sz="2400" dirty="0">
                <a:ea typeface="新細明體" charset="-120"/>
              </a:rPr>
              <a:t> – input data to an operator</a:t>
            </a:r>
          </a:p>
          <a:p>
            <a:pPr lvl="1">
              <a:lnSpc>
                <a:spcPct val="90000"/>
              </a:lnSpc>
            </a:pPr>
            <a:endParaRPr lang="en-US" altLang="zh-TW" sz="1800" dirty="0">
              <a:ea typeface="新細明體" charset="-120"/>
            </a:endParaRPr>
          </a:p>
          <a:p>
            <a:pPr>
              <a:lnSpc>
                <a:spcPct val="90000"/>
              </a:lnSpc>
            </a:pPr>
            <a:r>
              <a:rPr lang="en-US" altLang="zh-TW" sz="2400" dirty="0">
                <a:ea typeface="新細明體"/>
              </a:rPr>
              <a:t>We use operators all the time in real life. You should all be familiar with Binary operators and Unary operators in basic arithmetic. You can recognize them intuitively in C:</a:t>
            </a:r>
            <a:endParaRPr lang="en-US" altLang="zh-TW" sz="2400" b="1" dirty="0">
              <a:latin typeface="Calibri"/>
              <a:ea typeface="新細明體" charset="-120"/>
              <a:cs typeface="Calibri"/>
            </a:endParaRPr>
          </a:p>
          <a:p>
            <a:pPr lvl="1">
              <a:lnSpc>
                <a:spcPct val="90000"/>
              </a:lnSpc>
            </a:pPr>
            <a:r>
              <a:rPr lang="en-US" altLang="zh-TW" sz="2400" i="1" dirty="0">
                <a:solidFill>
                  <a:srgbClr val="0070C0"/>
                </a:solidFill>
                <a:ea typeface="新細明體" charset="-120"/>
              </a:rPr>
              <a:t>Binary operator</a:t>
            </a:r>
            <a:r>
              <a:rPr lang="en-US" altLang="zh-TW" sz="2400" i="1" dirty="0">
                <a:solidFill>
                  <a:srgbClr val="0000FF"/>
                </a:solidFill>
                <a:ea typeface="新細明體" charset="-120"/>
              </a:rPr>
              <a:t> </a:t>
            </a:r>
            <a:r>
              <a:rPr lang="en-US" altLang="zh-TW" sz="2400" dirty="0">
                <a:ea typeface="新細明體" charset="-120"/>
              </a:rPr>
              <a:t>– an operator that accepts 2 operands</a:t>
            </a:r>
          </a:p>
          <a:p>
            <a:pPr marL="857250" lvl="2" indent="0">
              <a:lnSpc>
                <a:spcPct val="90000"/>
              </a:lnSpc>
              <a:buNone/>
            </a:pPr>
            <a:r>
              <a:rPr lang="en-US" altLang="zh-TW" sz="1800" dirty="0">
                <a:ea typeface="新細明體"/>
              </a:rPr>
              <a:t>E.g.   </a:t>
            </a:r>
            <a:r>
              <a:rPr lang="en-US" altLang="zh-TW" sz="1800" dirty="0">
                <a:latin typeface="Consolas" panose="020B0609020204030204" pitchFamily="49" charset="0"/>
                <a:ea typeface="新細明體"/>
                <a:cs typeface="Consolas" panose="020B0609020204030204" pitchFamily="49" charset="0"/>
              </a:rPr>
              <a:t>40 </a:t>
            </a:r>
            <a:r>
              <a:rPr lang="en-US" altLang="zh-TW" sz="1800" dirty="0">
                <a:solidFill>
                  <a:srgbClr val="FF3300"/>
                </a:solidFill>
                <a:latin typeface="Consolas" panose="020B0609020204030204" pitchFamily="49" charset="0"/>
                <a:ea typeface="新細明體"/>
                <a:cs typeface="Consolas" panose="020B0609020204030204" pitchFamily="49" charset="0"/>
              </a:rPr>
              <a:t>*</a:t>
            </a:r>
            <a:r>
              <a:rPr lang="en-US" altLang="zh-TW" sz="1800" dirty="0">
                <a:latin typeface="Consolas" panose="020B0609020204030204" pitchFamily="49" charset="0"/>
                <a:ea typeface="新細明體"/>
                <a:cs typeface="Consolas" panose="020B0609020204030204" pitchFamily="49" charset="0"/>
              </a:rPr>
              <a:t> 20		x </a:t>
            </a:r>
            <a:r>
              <a:rPr lang="en-US" altLang="zh-TW" sz="1800" dirty="0">
                <a:solidFill>
                  <a:srgbClr val="FF3300"/>
                </a:solidFill>
                <a:latin typeface="Consolas" panose="020B0609020204030204" pitchFamily="49" charset="0"/>
                <a:ea typeface="新細明體"/>
                <a:cs typeface="Consolas" panose="020B0609020204030204" pitchFamily="49" charset="0"/>
              </a:rPr>
              <a:t>-</a:t>
            </a:r>
            <a:r>
              <a:rPr lang="en-US" altLang="zh-TW" sz="1800" dirty="0">
                <a:latin typeface="Consolas" panose="020B0609020204030204" pitchFamily="49" charset="0"/>
                <a:ea typeface="新細明體"/>
                <a:cs typeface="Consolas" panose="020B0609020204030204" pitchFamily="49" charset="0"/>
              </a:rPr>
              <a:t> 7.3		a </a:t>
            </a:r>
            <a:r>
              <a:rPr lang="en-US" altLang="zh-TW" sz="1800" dirty="0">
                <a:solidFill>
                  <a:srgbClr val="FF3300"/>
                </a:solidFill>
                <a:latin typeface="Consolas" panose="020B0609020204030204" pitchFamily="49" charset="0"/>
                <a:ea typeface="新細明體"/>
                <a:cs typeface="Consolas" panose="020B0609020204030204" pitchFamily="49" charset="0"/>
              </a:rPr>
              <a:t>=</a:t>
            </a:r>
            <a:r>
              <a:rPr lang="en-US" altLang="zh-TW" sz="1800" dirty="0">
                <a:latin typeface="Consolas" panose="020B0609020204030204" pitchFamily="49" charset="0"/>
                <a:ea typeface="新細明體"/>
                <a:cs typeface="Consolas" panose="020B0609020204030204" pitchFamily="49" charset="0"/>
              </a:rPr>
              <a:t> 5</a:t>
            </a:r>
          </a:p>
          <a:p>
            <a:pPr lvl="1">
              <a:lnSpc>
                <a:spcPct val="90000"/>
              </a:lnSpc>
            </a:pPr>
            <a:r>
              <a:rPr lang="en-US" altLang="zh-TW" sz="2400" i="1" dirty="0">
                <a:solidFill>
                  <a:srgbClr val="0070C0"/>
                </a:solidFill>
                <a:ea typeface="新細明體" charset="-120"/>
              </a:rPr>
              <a:t>Unary operator</a:t>
            </a:r>
            <a:r>
              <a:rPr lang="en-US" altLang="zh-TW" sz="2400" dirty="0">
                <a:ea typeface="新細明體" charset="-120"/>
              </a:rPr>
              <a:t> – an operator that accepts 1 operand</a:t>
            </a:r>
          </a:p>
          <a:p>
            <a:pPr marL="857250" lvl="2" indent="0">
              <a:lnSpc>
                <a:spcPct val="90000"/>
              </a:lnSpc>
              <a:buNone/>
            </a:pPr>
            <a:r>
              <a:rPr lang="en-US" altLang="zh-TW" sz="1800" dirty="0">
                <a:ea typeface="新細明體"/>
              </a:rPr>
              <a:t>E.g.   </a:t>
            </a:r>
            <a:r>
              <a:rPr lang="en-US" altLang="zh-TW" sz="1800" dirty="0">
                <a:solidFill>
                  <a:srgbClr val="FF3300"/>
                </a:solidFill>
                <a:latin typeface="Consolas" panose="020B0609020204030204" pitchFamily="49" charset="0"/>
                <a:ea typeface="新細明體"/>
                <a:cs typeface="Consolas" panose="020B0609020204030204" pitchFamily="49" charset="0"/>
              </a:rPr>
              <a:t>-</a:t>
            </a:r>
            <a:r>
              <a:rPr lang="en-US" altLang="zh-TW" sz="1800" dirty="0">
                <a:solidFill>
                  <a:srgbClr val="000000"/>
                </a:solidFill>
                <a:latin typeface="Consolas" panose="020B0609020204030204" pitchFamily="49" charset="0"/>
                <a:ea typeface="新細明體"/>
                <a:cs typeface="Consolas" panose="020B0609020204030204" pitchFamily="49" charset="0"/>
              </a:rPr>
              <a:t>10</a:t>
            </a:r>
            <a:r>
              <a:rPr lang="en-US" altLang="zh-TW" sz="1800" dirty="0">
                <a:latin typeface="Consolas" panose="020B0609020204030204" pitchFamily="49" charset="0"/>
                <a:ea typeface="新細明體"/>
                <a:cs typeface="Consolas" panose="020B0609020204030204" pitchFamily="49" charset="0"/>
              </a:rPr>
              <a:t>   </a:t>
            </a:r>
            <a:r>
              <a:rPr lang="en-US" altLang="zh-TW" sz="1800" dirty="0">
                <a:solidFill>
                  <a:srgbClr val="000000"/>
                </a:solidFill>
                <a:latin typeface="Consolas" panose="020B0609020204030204" pitchFamily="49" charset="0"/>
                <a:ea typeface="新細明體"/>
                <a:cs typeface="Consolas" panose="020B0609020204030204" pitchFamily="49" charset="0"/>
              </a:rPr>
              <a:t> </a:t>
            </a:r>
            <a:r>
              <a:rPr lang="en-US" altLang="zh-TW" sz="1800" dirty="0">
                <a:solidFill>
                  <a:srgbClr val="FF3300"/>
                </a:solidFill>
                <a:latin typeface="Consolas" panose="020B0609020204030204" pitchFamily="49" charset="0"/>
                <a:ea typeface="新細明體"/>
                <a:cs typeface="Consolas" panose="020B0609020204030204" pitchFamily="49" charset="0"/>
              </a:rPr>
              <a:t>+</a:t>
            </a:r>
            <a:r>
              <a:rPr lang="en-US" altLang="zh-TW" sz="1800" dirty="0">
                <a:solidFill>
                  <a:srgbClr val="000000"/>
                </a:solidFill>
                <a:latin typeface="Consolas" panose="020B0609020204030204" pitchFamily="49" charset="0"/>
                <a:ea typeface="新細明體"/>
                <a:cs typeface="Consolas" panose="020B0609020204030204" pitchFamily="49" charset="0"/>
              </a:rPr>
              <a:t>10</a:t>
            </a:r>
            <a:endParaRPr lang="en-US" altLang="zh-TW" sz="1800" dirty="0">
              <a:latin typeface="Consolas" panose="020B0609020204030204" pitchFamily="49" charset="0"/>
              <a:ea typeface="新細明體"/>
              <a:cs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55564603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195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195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195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195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195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1955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zh-TW" sz="4000" dirty="0">
                <a:ea typeface="新細明體"/>
              </a:rPr>
              <a:t>1. Operators</a:t>
            </a:r>
            <a:endParaRPr lang="en-US" sz="4000" dirty="0">
              <a:ea typeface="新細明體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 fontScale="92500" lnSpcReduction="10000"/>
          </a:bodyPr>
          <a:lstStyle/>
          <a:p>
            <a:r>
              <a:rPr lang="en-US" altLang="zh-TW" dirty="0">
                <a:ea typeface="新細明體"/>
                <a:cs typeface="Calibri"/>
              </a:rPr>
              <a:t>Basic arithmetic operators in C:</a:t>
            </a:r>
          </a:p>
          <a:p>
            <a:pPr lvl="1"/>
            <a:r>
              <a:rPr lang="en-US" dirty="0"/>
              <a:t> e.g., 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+  -  *  /  %</a:t>
            </a:r>
          </a:p>
          <a:p>
            <a:r>
              <a:rPr lang="en-US" dirty="0">
                <a:latin typeface="Calibri"/>
                <a:cs typeface="Consolas" panose="020B0609020204030204" pitchFamily="49" charset="0"/>
              </a:rPr>
              <a:t>There are other types of operators you will learn later:</a:t>
            </a:r>
          </a:p>
          <a:p>
            <a:pPr lvl="1"/>
            <a:r>
              <a:rPr lang="en-US" dirty="0"/>
              <a:t>Relational Operators, e.g., 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&lt;  &lt;=  ==  &gt;=  &gt; !=</a:t>
            </a:r>
          </a:p>
          <a:p>
            <a:pPr lvl="1"/>
            <a:r>
              <a:rPr lang="en-US" dirty="0"/>
              <a:t>Logical Operators, e.g., 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&amp;&amp;  ||  !</a:t>
            </a:r>
          </a:p>
          <a:p>
            <a:pPr lvl="1"/>
            <a:r>
              <a:rPr lang="en-US" dirty="0"/>
              <a:t>Assignment Operators, e.g., 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=  +=  *=  &amp;=</a:t>
            </a:r>
          </a:p>
          <a:p>
            <a:pPr lvl="1"/>
            <a:r>
              <a:rPr lang="en-US" dirty="0"/>
              <a:t>Increment and Decrement Operators, e.g., 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++  --</a:t>
            </a:r>
          </a:p>
          <a:p>
            <a:pPr lvl="1"/>
            <a:r>
              <a:rPr lang="en-US" dirty="0"/>
              <a:t>Bitwise Operators, e.g., 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&amp;  </a:t>
            </a:r>
            <a:r>
              <a:rPr lang="en-US">
                <a:latin typeface="Consolas" panose="020B0609020204030204" pitchFamily="49" charset="0"/>
                <a:cs typeface="Consolas" panose="020B0609020204030204" pitchFamily="49" charset="0"/>
              </a:rPr>
              <a:t>|  ~  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^</a:t>
            </a:r>
          </a:p>
          <a:p>
            <a:pPr lvl="1"/>
            <a:r>
              <a:rPr lang="en-US" dirty="0"/>
              <a:t>Comma Operator, Parentheses, Conditional Operator, Member Operator, Pointer Operators, …</a:t>
            </a:r>
            <a:endParaRPr lang="en-US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lvl="1"/>
            <a:r>
              <a:rPr lang="en-US" dirty="0">
                <a:latin typeface="Calibri"/>
                <a:cs typeface="Calibri"/>
              </a:rPr>
              <a:t>Most Binary, some Unary and even Ternary </a:t>
            </a:r>
          </a:p>
          <a:p>
            <a:pPr lvl="1"/>
            <a:endParaRPr lang="en-US" dirty="0">
              <a:cs typeface="Calibri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2A0C27-9874-4A2B-82B4-36D1DE995B6F}" type="slidenum">
              <a:rPr lang="en-US" smtClean="0"/>
              <a:pPr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6506174"/>
      </p:ext>
    </p:extLst>
  </p:cSld>
  <p:clrMapOvr>
    <a:masterClrMapping/>
  </p:clrMapOvr>
  <p:transition>
    <p:fade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9pPr>
          </a:lstStyle>
          <a:p>
            <a:fld id="{E5FDF1BE-28A1-4DDA-8D99-C2968628EA50}" type="slidenum">
              <a:rPr lang="zh-TW" altLang="en-US" b="0">
                <a:ea typeface="新細明體" charset="-120"/>
              </a:rPr>
              <a:pPr/>
              <a:t>5</a:t>
            </a:fld>
            <a:endParaRPr lang="en-US" altLang="zh-TW" b="0">
              <a:ea typeface="新細明體" charset="-120"/>
            </a:endParaRPr>
          </a:p>
        </p:txBody>
      </p:sp>
      <p:sp>
        <p:nvSpPr>
          <p:cNvPr id="6147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eaLnBrk="1" hangingPunct="1"/>
            <a:r>
              <a:rPr lang="en-US" altLang="zh-TW" sz="4000" dirty="0">
                <a:ea typeface="新細明體"/>
              </a:rPr>
              <a:t>2. Arithmetic Operators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48602069"/>
              </p:ext>
            </p:extLst>
          </p:nvPr>
        </p:nvGraphicFramePr>
        <p:xfrm>
          <a:off x="381000" y="1066800"/>
          <a:ext cx="8534400" cy="555345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95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8862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3528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19841">
                <a:tc>
                  <a:txBody>
                    <a:bodyPr/>
                    <a:lstStyle/>
                    <a:p>
                      <a:r>
                        <a:rPr lang="en-US" sz="2000" dirty="0"/>
                        <a:t>Operator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/>
                        <a:t>Description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/>
                        <a:t>Example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45705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TW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新細明體" charset="-120"/>
                          <a:cs typeface="Consolas" panose="020B0609020204030204" pitchFamily="49" charset="0"/>
                        </a:rPr>
                        <a:t>+</a:t>
                      </a:r>
                    </a:p>
                  </a:txBody>
                  <a:tcPr horzOverflow="overflow"/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TW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新細明體" charset="-120"/>
                          <a:cs typeface="Times New Roman" pitchFamily="18" charset="0"/>
                        </a:rPr>
                        <a:t>Addition</a:t>
                      </a:r>
                    </a:p>
                  </a:txBody>
                  <a:tcPr horzOverflow="overflow"/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TW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新細明體" charset="-120"/>
                          <a:cs typeface="Consolas" panose="020B0609020204030204" pitchFamily="49" charset="0"/>
                        </a:rPr>
                        <a:t>8 + 5 </a:t>
                      </a:r>
                      <a:r>
                        <a:rPr kumimoji="0" lang="en-US" altLang="zh-TW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新細明體" charset="-120"/>
                          <a:cs typeface="Consolas" panose="020B0609020204030204" pitchFamily="49" charset="0"/>
                          <a:sym typeface="Wingdings" pitchFamily="2" charset="2"/>
                        </a:rPr>
                        <a:t> 13</a:t>
                      </a:r>
                      <a:endParaRPr kumimoji="0" lang="en-US" altLang="zh-TW" sz="2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nsolas" panose="020B0609020204030204" pitchFamily="49" charset="0"/>
                        <a:ea typeface="新細明體" charset="-120"/>
                        <a:cs typeface="Consolas" panose="020B0609020204030204" pitchFamily="49" charset="0"/>
                      </a:endParaRPr>
                    </a:p>
                  </a:txBody>
                  <a:tcPr horzOverflow="overflow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45705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TW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新細明體" charset="-120"/>
                          <a:cs typeface="Consolas" panose="020B0609020204030204" pitchFamily="49" charset="0"/>
                        </a:rPr>
                        <a:t>-</a:t>
                      </a:r>
                    </a:p>
                  </a:txBody>
                  <a:tcPr horzOverflow="overflow"/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TW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新細明體" charset="-120"/>
                          <a:cs typeface="Times New Roman" pitchFamily="18" charset="0"/>
                        </a:rPr>
                        <a:t>Subtraction (a </a:t>
                      </a:r>
                      <a:r>
                        <a:rPr kumimoji="0" lang="en-US" altLang="zh-TW" sz="2000" b="0" i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新細明體" charset="-120"/>
                          <a:cs typeface="Times New Roman" pitchFamily="18" charset="0"/>
                        </a:rPr>
                        <a:t>binary</a:t>
                      </a:r>
                      <a:r>
                        <a:rPr kumimoji="0" lang="en-US" altLang="zh-TW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新細明體" charset="-120"/>
                          <a:cs typeface="Times New Roman" pitchFamily="18" charset="0"/>
                        </a:rPr>
                        <a:t> operator)</a:t>
                      </a:r>
                    </a:p>
                  </a:txBody>
                  <a:tcPr horzOverflow="overflow"/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TW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新細明體" charset="-120"/>
                          <a:cs typeface="Consolas" panose="020B0609020204030204" pitchFamily="49" charset="0"/>
                        </a:rPr>
                        <a:t>8 - 5 </a:t>
                      </a:r>
                      <a:r>
                        <a:rPr kumimoji="0" lang="en-US" altLang="zh-TW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新細明體" charset="-120"/>
                          <a:cs typeface="Consolas" panose="020B0609020204030204" pitchFamily="49" charset="0"/>
                          <a:sym typeface="Wingdings" pitchFamily="2" charset="2"/>
                        </a:rPr>
                        <a:t> 3</a:t>
                      </a:r>
                      <a:endParaRPr kumimoji="0" lang="en-US" altLang="zh-TW" sz="2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nsolas" panose="020B0609020204030204" pitchFamily="49" charset="0"/>
                        <a:ea typeface="新細明體" charset="-120"/>
                        <a:cs typeface="Consolas" panose="020B0609020204030204" pitchFamily="49" charset="0"/>
                      </a:endParaRPr>
                    </a:p>
                  </a:txBody>
                  <a:tcPr horzOverflow="overflow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45705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zh-TW" alt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新細明體" charset="-120"/>
                          <a:cs typeface="Consolas" panose="020B0609020204030204" pitchFamily="49" charset="0"/>
                        </a:rPr>
                        <a:t>*</a:t>
                      </a:r>
                    </a:p>
                  </a:txBody>
                  <a:tcPr horzOverflow="overflow"/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TW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新細明體" charset="-120"/>
                          <a:cs typeface="Times New Roman" pitchFamily="18" charset="0"/>
                        </a:rPr>
                        <a:t>Multiplication</a:t>
                      </a:r>
                    </a:p>
                  </a:txBody>
                  <a:tcPr horzOverflow="overflow"/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TW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新細明體" charset="-120"/>
                          <a:cs typeface="Consolas" panose="020B0609020204030204" pitchFamily="49" charset="0"/>
                        </a:rPr>
                        <a:t>8 * 5 </a:t>
                      </a:r>
                      <a:r>
                        <a:rPr kumimoji="0" lang="en-US" altLang="zh-TW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新細明體" charset="-120"/>
                          <a:cs typeface="Consolas" panose="020B0609020204030204" pitchFamily="49" charset="0"/>
                          <a:sym typeface="Wingdings" pitchFamily="2" charset="2"/>
                        </a:rPr>
                        <a:t></a:t>
                      </a:r>
                      <a:r>
                        <a:rPr kumimoji="0" lang="en-US" altLang="zh-TW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新細明體" charset="-120"/>
                          <a:cs typeface="Consolas" panose="020B0609020204030204" pitchFamily="49" charset="0"/>
                        </a:rPr>
                        <a:t> 40</a:t>
                      </a:r>
                    </a:p>
                  </a:txBody>
                  <a:tcPr horzOverflow="overflow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64721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TW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新細明體" charset="-120"/>
                          <a:cs typeface="Consolas" panose="020B0609020204030204" pitchFamily="49" charset="0"/>
                        </a:rPr>
                        <a:t>/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TW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新細明體" charset="-120"/>
                          <a:cs typeface="Consolas" panose="020B0609020204030204" pitchFamily="49" charset="0"/>
                        </a:rPr>
                        <a:t>/</a:t>
                      </a:r>
                    </a:p>
                  </a:txBody>
                  <a:tcPr horzOverflow="overflow"/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TW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+mn-lt"/>
                          <a:ea typeface="新細明體" charset="-120"/>
                          <a:cs typeface="Times New Roman" pitchFamily="18" charset="0"/>
                        </a:rPr>
                        <a:t>Integer Division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TW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新細明體" charset="-120"/>
                          <a:cs typeface="Times New Roman" pitchFamily="18" charset="0"/>
                        </a:rPr>
                        <a:t>Floating-point Division</a:t>
                      </a:r>
                    </a:p>
                  </a:txBody>
                  <a:tcPr horzOverflow="overflow"/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TW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Consolas" panose="020B0609020204030204" pitchFamily="49" charset="0"/>
                          <a:ea typeface="新細明體" charset="-120"/>
                          <a:cs typeface="Consolas" panose="020B0609020204030204" pitchFamily="49" charset="0"/>
                        </a:rPr>
                        <a:t>8</a:t>
                      </a:r>
                      <a:r>
                        <a:rPr kumimoji="0" lang="en-US" altLang="zh-TW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新細明體" charset="-120"/>
                          <a:cs typeface="Consolas" panose="020B0609020204030204" pitchFamily="49" charset="0"/>
                        </a:rPr>
                        <a:t> / </a:t>
                      </a:r>
                      <a:r>
                        <a:rPr kumimoji="0" lang="en-US" altLang="zh-TW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Consolas" panose="020B0609020204030204" pitchFamily="49" charset="0"/>
                          <a:ea typeface="新細明體" charset="-120"/>
                          <a:cs typeface="Consolas" panose="020B0609020204030204" pitchFamily="49" charset="0"/>
                        </a:rPr>
                        <a:t>5</a:t>
                      </a:r>
                      <a:r>
                        <a:rPr kumimoji="0" lang="en-US" altLang="zh-TW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新細明體" charset="-120"/>
                          <a:cs typeface="Consolas" panose="020B0609020204030204" pitchFamily="49" charset="0"/>
                        </a:rPr>
                        <a:t> </a:t>
                      </a:r>
                      <a:r>
                        <a:rPr kumimoji="0" lang="en-US" altLang="zh-TW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新細明體" charset="-120"/>
                          <a:cs typeface="Consolas" panose="020B0609020204030204" pitchFamily="49" charset="0"/>
                          <a:sym typeface="Wingdings" pitchFamily="2" charset="2"/>
                        </a:rPr>
                        <a:t></a:t>
                      </a:r>
                      <a:r>
                        <a:rPr kumimoji="0" lang="en-US" altLang="zh-TW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新細明體" charset="-120"/>
                          <a:cs typeface="Consolas" panose="020B0609020204030204" pitchFamily="49" charset="0"/>
                        </a:rPr>
                        <a:t> </a:t>
                      </a:r>
                      <a:r>
                        <a:rPr kumimoji="0" lang="en-US" altLang="zh-TW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C00000"/>
                          </a:solidFill>
                          <a:effectLst/>
                          <a:latin typeface="Consolas" panose="020B0609020204030204" pitchFamily="49" charset="0"/>
                          <a:ea typeface="新細明體" charset="-120"/>
                          <a:cs typeface="Consolas" panose="020B0609020204030204" pitchFamily="49" charset="0"/>
                        </a:rPr>
                        <a:t>1</a:t>
                      </a:r>
                      <a:r>
                        <a:rPr kumimoji="0" lang="en-US" altLang="zh-TW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新細明體" charset="-120"/>
                          <a:cs typeface="Consolas" panose="020B0609020204030204" pitchFamily="49" charset="0"/>
                        </a:rPr>
                        <a:t> </a:t>
                      </a:r>
                      <a:r>
                        <a:rPr kumimoji="0" lang="en-US" altLang="zh-TW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新細明體" charset="-120"/>
                          <a:cs typeface="Consolas" panose="020B0609020204030204" pitchFamily="49" charset="0"/>
                        </a:rPr>
                        <a:t>(</a:t>
                      </a:r>
                      <a:r>
                        <a:rPr kumimoji="0" lang="en-US" altLang="zh-TW" sz="2400" b="0" i="1" u="none" strike="noStrike" cap="none" normalizeH="0" baseline="0" dirty="0">
                          <a:ln>
                            <a:noFill/>
                          </a:ln>
                          <a:solidFill>
                            <a:srgbClr val="0070C0"/>
                          </a:solidFill>
                          <a:effectLst/>
                          <a:latin typeface="+mn-lt"/>
                          <a:ea typeface="新細明體" charset="-120"/>
                          <a:cs typeface="Consolas" panose="020B0609020204030204" pitchFamily="49" charset="0"/>
                        </a:rPr>
                        <a:t>Quotient</a:t>
                      </a:r>
                      <a:r>
                        <a:rPr kumimoji="0" lang="en-US" altLang="zh-TW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新細明體" charset="-120"/>
                          <a:cs typeface="Consolas" panose="020B0609020204030204" pitchFamily="49" charset="0"/>
                        </a:rPr>
                        <a:t>)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TW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新細明體" charset="-120"/>
                          <a:cs typeface="Consolas" panose="020B0609020204030204" pitchFamily="49" charset="0"/>
                        </a:rPr>
                        <a:t>8</a:t>
                      </a:r>
                      <a:r>
                        <a:rPr kumimoji="0" lang="en-US" altLang="zh-TW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Consolas" panose="020B0609020204030204" pitchFamily="49" charset="0"/>
                          <a:ea typeface="新細明體" charset="-120"/>
                          <a:cs typeface="Consolas" panose="020B0609020204030204" pitchFamily="49" charset="0"/>
                        </a:rPr>
                        <a:t>.</a:t>
                      </a:r>
                      <a:r>
                        <a:rPr kumimoji="0" lang="en-US" altLang="zh-TW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新細明體" charset="-120"/>
                          <a:cs typeface="Consolas" panose="020B0609020204030204" pitchFamily="49" charset="0"/>
                        </a:rPr>
                        <a:t>0 / 5</a:t>
                      </a:r>
                      <a:r>
                        <a:rPr kumimoji="0" lang="en-US" altLang="zh-TW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Consolas" panose="020B0609020204030204" pitchFamily="49" charset="0"/>
                          <a:ea typeface="新細明體" charset="-120"/>
                          <a:cs typeface="Consolas" panose="020B0609020204030204" pitchFamily="49" charset="0"/>
                        </a:rPr>
                        <a:t>.</a:t>
                      </a:r>
                      <a:r>
                        <a:rPr kumimoji="0" lang="en-US" altLang="zh-TW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新細明體" charset="-120"/>
                          <a:cs typeface="Consolas" panose="020B0609020204030204" pitchFamily="49" charset="0"/>
                        </a:rPr>
                        <a:t>0 </a:t>
                      </a:r>
                      <a:r>
                        <a:rPr kumimoji="0" lang="en-US" altLang="zh-TW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新細明體" charset="-120"/>
                          <a:cs typeface="Consolas" panose="020B0609020204030204" pitchFamily="49" charset="0"/>
                          <a:sym typeface="Wingdings" pitchFamily="2" charset="2"/>
                        </a:rPr>
                        <a:t></a:t>
                      </a:r>
                      <a:r>
                        <a:rPr kumimoji="0" lang="en-US" altLang="zh-TW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新細明體" charset="-120"/>
                          <a:cs typeface="Consolas" panose="020B0609020204030204" pitchFamily="49" charset="0"/>
                        </a:rPr>
                        <a:t> 1</a:t>
                      </a:r>
                      <a:r>
                        <a:rPr kumimoji="0" lang="en-US" altLang="zh-TW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Consolas" panose="020B0609020204030204" pitchFamily="49" charset="0"/>
                          <a:ea typeface="新細明體" charset="-120"/>
                          <a:cs typeface="Consolas" panose="020B0609020204030204" pitchFamily="49" charset="0"/>
                        </a:rPr>
                        <a:t>.</a:t>
                      </a:r>
                      <a:r>
                        <a:rPr kumimoji="0" lang="en-US" altLang="zh-TW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新細明體" charset="-120"/>
                          <a:cs typeface="Consolas" panose="020B0609020204030204" pitchFamily="49" charset="0"/>
                        </a:rPr>
                        <a:t>6</a:t>
                      </a:r>
                    </a:p>
                  </a:txBody>
                  <a:tcPr horzOverflow="overflow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59523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TW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新細明體" charset="-120"/>
                          <a:cs typeface="Consolas" panose="020B0609020204030204" pitchFamily="49" charset="0"/>
                        </a:rPr>
                        <a:t>%</a:t>
                      </a:r>
                    </a:p>
                  </a:txBody>
                  <a:tcPr horzOverflow="overflow"/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TW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新細明體" charset="-120"/>
                          <a:cs typeface="Times New Roman" pitchFamily="18" charset="0"/>
                        </a:rPr>
                        <a:t>Modulus (yields the remainder of an integer division)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0" lang="en-US" altLang="zh-TW" sz="2400" b="0" i="1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新細明體" charset="-120"/>
                          <a:cs typeface="Times New Roman" pitchFamily="18" charset="0"/>
                        </a:rPr>
                        <a:t>Applicable only to integers</a:t>
                      </a:r>
                    </a:p>
                  </a:txBody>
                  <a:tcPr horzOverflow="overflow"/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4F81BD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0" lang="en-US" altLang="zh-TW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新細明體" charset="-120"/>
                          <a:cs typeface="Consolas" panose="020B0609020204030204" pitchFamily="49" charset="0"/>
                        </a:rPr>
                        <a:t>8 % 5 </a:t>
                      </a:r>
                      <a:r>
                        <a:rPr kumimoji="0" lang="en-US" altLang="zh-TW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新細明體" charset="-120"/>
                          <a:cs typeface="Consolas" panose="020B0609020204030204" pitchFamily="49" charset="0"/>
                          <a:sym typeface="Wingdings" pitchFamily="2" charset="2"/>
                        </a:rPr>
                        <a:t></a:t>
                      </a:r>
                      <a:r>
                        <a:rPr kumimoji="0" lang="en-US" altLang="zh-TW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新細明體" charset="-120"/>
                          <a:cs typeface="Consolas" panose="020B0609020204030204" pitchFamily="49" charset="0"/>
                        </a:rPr>
                        <a:t> 3</a:t>
                      </a:r>
                      <a:r>
                        <a:rPr kumimoji="0" lang="en-US" altLang="zh-TW" sz="2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onsolas" panose="020B0609020204030204" pitchFamily="49" charset="0"/>
                          <a:ea typeface="新細明體" charset="-120"/>
                          <a:cs typeface="Consolas" panose="020B0609020204030204" pitchFamily="49" charset="0"/>
                        </a:rPr>
                        <a:t> </a:t>
                      </a:r>
                      <a:r>
                        <a:rPr kumimoji="0" lang="en-US" altLang="zh-TW" sz="2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/>
                          <a:ea typeface="新細明體" charset="-120"/>
                          <a:cs typeface="Consolas" panose="020B0609020204030204" pitchFamily="49" charset="0"/>
                        </a:rPr>
                        <a:t>(</a:t>
                      </a:r>
                      <a:r>
                        <a:rPr kumimoji="0" lang="en-US" altLang="zh-TW" sz="2400" b="0" i="1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70C0"/>
                          </a:solidFill>
                          <a:effectLst/>
                          <a:uLnTx/>
                          <a:uFillTx/>
                          <a:latin typeface="Calibri"/>
                          <a:ea typeface="新細明體" charset="-120"/>
                          <a:cs typeface="Consolas" panose="020B0609020204030204" pitchFamily="49" charset="0"/>
                        </a:rPr>
                        <a:t>Remainder of 8 / 5</a:t>
                      </a:r>
                      <a:r>
                        <a:rPr kumimoji="0" lang="en-US" altLang="zh-TW" sz="2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/>
                          <a:ea typeface="新細明體" charset="-120"/>
                          <a:cs typeface="Consolas" panose="020B0609020204030204" pitchFamily="49" charset="0"/>
                        </a:rPr>
                        <a:t>)</a:t>
                      </a:r>
                      <a:endParaRPr kumimoji="0" lang="en-US" altLang="zh-TW" sz="24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Consolas" panose="020B0609020204030204" pitchFamily="49" charset="0"/>
                        <a:ea typeface="新細明體" charset="-120"/>
                        <a:cs typeface="Consolas" panose="020B0609020204030204" pitchFamily="49" charset="0"/>
                      </a:endParaRPr>
                    </a:p>
                  </a:txBody>
                  <a:tcPr anchor="ctr" horzOverflow="overflow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659523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TW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新細明體" charset="-120"/>
                          <a:cs typeface="Consolas" panose="020B0609020204030204" pitchFamily="49" charset="0"/>
                        </a:rPr>
                        <a:t>-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TW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新細明體" charset="-120"/>
                          <a:cs typeface="Consolas" panose="020B0609020204030204" pitchFamily="49" charset="0"/>
                        </a:rPr>
                        <a:t>+</a:t>
                      </a:r>
                    </a:p>
                  </a:txBody>
                  <a:tcPr horzOverflow="overflow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0" lang="en-US" altLang="zh-TW" sz="24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新細明體" charset="-120"/>
                          <a:cs typeface="Times New Roman" pitchFamily="18" charset="0"/>
                        </a:rPr>
                        <a:t>Minus (an </a:t>
                      </a:r>
                      <a:r>
                        <a:rPr kumimoji="0" lang="en-US" altLang="zh-TW" sz="2400" b="0" i="1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新細明體" charset="-120"/>
                          <a:cs typeface="Times New Roman" pitchFamily="18" charset="0"/>
                        </a:rPr>
                        <a:t>unary</a:t>
                      </a:r>
                      <a:r>
                        <a:rPr kumimoji="0" lang="en-US" altLang="zh-TW" sz="24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新細明體" charset="-120"/>
                          <a:cs typeface="Times New Roman" pitchFamily="18" charset="0"/>
                        </a:rPr>
                        <a:t> operator)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0" lang="en-US" altLang="zh-TW" sz="24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新細明體" charset="-120"/>
                          <a:cs typeface="Times New Roman" pitchFamily="18" charset="0"/>
                        </a:rPr>
                        <a:t>Plus (an </a:t>
                      </a:r>
                      <a:r>
                        <a:rPr kumimoji="0" lang="en-US" altLang="zh-TW" sz="2400" b="0" i="1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新細明體" charset="-120"/>
                          <a:cs typeface="Times New Roman" pitchFamily="18" charset="0"/>
                        </a:rPr>
                        <a:t>unary</a:t>
                      </a:r>
                      <a:r>
                        <a:rPr kumimoji="0" lang="en-US" altLang="zh-TW" sz="24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新細明體" charset="-120"/>
                          <a:cs typeface="Times New Roman" pitchFamily="18" charset="0"/>
                        </a:rPr>
                        <a:t> operator for </a:t>
                      </a:r>
                      <a:r>
                        <a:rPr kumimoji="0" lang="en-US" altLang="zh-TW" sz="2400" b="0" i="1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新細明體" charset="-120"/>
                          <a:cs typeface="Times New Roman" pitchFamily="18" charset="0"/>
                        </a:rPr>
                        <a:t>integer promotion</a:t>
                      </a:r>
                      <a:r>
                        <a:rPr kumimoji="0" lang="en-US" altLang="zh-TW" sz="24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新細明體" charset="-120"/>
                          <a:cs typeface="Times New Roman" pitchFamily="18" charset="0"/>
                        </a:rPr>
                        <a:t>)</a:t>
                      </a:r>
                    </a:p>
                  </a:txBody>
                  <a:tcPr horzOverflow="overflow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4F81BD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0" lang="en-US" altLang="zh-TW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新細明體" charset="-120"/>
                          <a:cs typeface="Consolas" panose="020B0609020204030204" pitchFamily="49" charset="0"/>
                        </a:rPr>
                        <a:t>- (5+7) </a:t>
                      </a:r>
                      <a:r>
                        <a:rPr kumimoji="0" lang="en-US" altLang="zh-TW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新細明體" charset="-120"/>
                          <a:cs typeface="Consolas" panose="020B0609020204030204" pitchFamily="49" charset="0"/>
                          <a:sym typeface="Wingdings" pitchFamily="2" charset="2"/>
                        </a:rPr>
                        <a:t> -12</a:t>
                      </a:r>
                      <a:endParaRPr kumimoji="0" lang="en-US" altLang="zh-TW" sz="2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nsolas" panose="020B0609020204030204" pitchFamily="49" charset="0"/>
                        <a:ea typeface="新細明體" charset="-120"/>
                        <a:cs typeface="Consolas" panose="020B0609020204030204" pitchFamily="49" charset="0"/>
                      </a:endParaRP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4F81BD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0" lang="en-US" altLang="zh-TW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新細明體" charset="-120"/>
                          <a:cs typeface="Consolas" panose="020B0609020204030204" pitchFamily="49" charset="0"/>
                        </a:rPr>
                        <a:t>+ (-7) </a:t>
                      </a:r>
                      <a:r>
                        <a:rPr kumimoji="0" lang="en-US" altLang="zh-TW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新細明體" charset="-120"/>
                          <a:cs typeface="Consolas" panose="020B0609020204030204" pitchFamily="49" charset="0"/>
                          <a:sym typeface="Wingdings" pitchFamily="2" charset="2"/>
                        </a:rPr>
                        <a:t> -7</a:t>
                      </a:r>
                      <a:endParaRPr kumimoji="0" lang="en-US" altLang="zh-TW" sz="2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nsolas" panose="020B0609020204030204" pitchFamily="49" charset="0"/>
                        <a:ea typeface="新細明體" charset="-120"/>
                        <a:cs typeface="Consolas" panose="020B0609020204030204" pitchFamily="49" charset="0"/>
                      </a:endParaRPr>
                    </a:p>
                  </a:txBody>
                  <a:tcPr horzOverflow="overflow"/>
                </a:tc>
                <a:extLst>
                  <a:ext uri="{0D108BD9-81ED-4DB2-BD59-A6C34878D82A}">
                    <a16:rowId xmlns:a16="http://schemas.microsoft.com/office/drawing/2014/main" val="1597215753"/>
                  </a:ext>
                </a:extLst>
              </a:tr>
            </a:tbl>
          </a:graphicData>
        </a:graphic>
      </p:graphicFrame>
      <p:sp>
        <p:nvSpPr>
          <p:cNvPr id="2" name="Rounded Rectangular Callout 1">
            <a:extLst>
              <a:ext uri="{FF2B5EF4-FFF2-40B4-BE49-F238E27FC236}">
                <a16:creationId xmlns:a16="http://schemas.microsoft.com/office/drawing/2014/main" id="{50129A66-7705-2440-AF92-BB325EEBB3AA}"/>
              </a:ext>
            </a:extLst>
          </p:cNvPr>
          <p:cNvSpPr/>
          <p:nvPr/>
        </p:nvSpPr>
        <p:spPr>
          <a:xfrm>
            <a:off x="7620000" y="2212623"/>
            <a:ext cx="1027289" cy="587022"/>
          </a:xfrm>
          <a:prstGeom prst="wedgeRoundRectCallout">
            <a:avLst>
              <a:gd name="adj1" fmla="val -89496"/>
              <a:gd name="adj2" fmla="val 2710"/>
              <a:gd name="adj3" fmla="val 16667"/>
            </a:avLst>
          </a:prstGeom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400" dirty="0"/>
              <a:t>Don’t type or write ⨉</a:t>
            </a:r>
          </a:p>
        </p:txBody>
      </p:sp>
    </p:spTree>
    <p:extLst>
      <p:ext uri="{BB962C8B-B14F-4D97-AF65-F5344CB8AC3E}">
        <p14:creationId xmlns:p14="http://schemas.microsoft.com/office/powerpoint/2010/main" val="3733948420"/>
      </p:ext>
    </p:extLst>
  </p:cSld>
  <p:clrMapOvr>
    <a:masterClrMapping/>
  </p:clrMapOvr>
  <p:transition>
    <p:fade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9pPr>
          </a:lstStyle>
          <a:p>
            <a:fld id="{D3FD0CF9-E57F-43AE-BC59-17656CBD3A0C}" type="slidenum">
              <a:rPr lang="zh-TW" altLang="en-US" b="0">
                <a:ea typeface="新細明體" charset="-120"/>
              </a:rPr>
              <a:pPr/>
              <a:t>6</a:t>
            </a:fld>
            <a:endParaRPr lang="en-US" altLang="zh-TW" b="0">
              <a:ea typeface="新細明體" charset="-120"/>
            </a:endParaRPr>
          </a:p>
        </p:txBody>
      </p:sp>
      <p:sp>
        <p:nvSpPr>
          <p:cNvPr id="39629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57200" y="3733800"/>
            <a:ext cx="8229600" cy="2397125"/>
          </a:xfrm>
        </p:spPr>
        <p:txBody>
          <a:bodyPr>
            <a:normAutofit/>
          </a:bodyPr>
          <a:lstStyle/>
          <a:p>
            <a:pPr eaLnBrk="1" hangingPunct="1">
              <a:buFont typeface="Wingdings" pitchFamily="2" charset="2"/>
              <a:buNone/>
            </a:pPr>
            <a:r>
              <a:rPr lang="en-US" altLang="zh-TW" sz="2800" b="1" dirty="0">
                <a:ea typeface="新細明體" charset="-120"/>
              </a:rPr>
              <a:t>Exercise</a:t>
            </a:r>
            <a:r>
              <a:rPr lang="en-US" altLang="zh-TW" sz="2800" dirty="0">
                <a:ea typeface="新細明體" charset="-120"/>
              </a:rPr>
              <a:t>: evaluate the following expressions</a:t>
            </a:r>
            <a:endParaRPr lang="en-US" altLang="zh-TW" sz="2800" b="1" dirty="0">
              <a:ea typeface="新細明體" charset="-120"/>
            </a:endParaRPr>
          </a:p>
          <a:p>
            <a:pPr eaLnBrk="1" hangingPunct="1"/>
            <a:r>
              <a:rPr lang="en-US" altLang="zh-TW" sz="2400" dirty="0">
                <a:latin typeface="Consolas" panose="020B0609020204030204" pitchFamily="49" charset="0"/>
                <a:ea typeface="新細明體" charset="-120"/>
                <a:cs typeface="Consolas" panose="020B0609020204030204" pitchFamily="49" charset="0"/>
              </a:rPr>
              <a:t>20 % 3</a:t>
            </a:r>
          </a:p>
          <a:p>
            <a:pPr eaLnBrk="1" hangingPunct="1"/>
            <a:r>
              <a:rPr lang="en-US" altLang="zh-TW" sz="2400" dirty="0">
                <a:latin typeface="Consolas" panose="020B0609020204030204" pitchFamily="49" charset="0"/>
                <a:ea typeface="新細明體" charset="-120"/>
                <a:cs typeface="Consolas" panose="020B0609020204030204" pitchFamily="49" charset="0"/>
              </a:rPr>
              <a:t>2 % 9</a:t>
            </a:r>
          </a:p>
          <a:p>
            <a:pPr eaLnBrk="1" hangingPunct="1"/>
            <a:r>
              <a:rPr lang="en-US" altLang="zh-TW" sz="2400" dirty="0">
                <a:latin typeface="Consolas" panose="020B0609020204030204" pitchFamily="49" charset="0"/>
                <a:ea typeface="新細明體" charset="-120"/>
                <a:cs typeface="Consolas" panose="020B0609020204030204" pitchFamily="49" charset="0"/>
              </a:rPr>
              <a:t>30 / 20 / 2</a:t>
            </a:r>
          </a:p>
          <a:p>
            <a:pPr eaLnBrk="1" hangingPunct="1"/>
            <a:r>
              <a:rPr lang="en-US" altLang="zh-TW" sz="2400" dirty="0">
                <a:latin typeface="Consolas" panose="020B0609020204030204" pitchFamily="49" charset="0"/>
                <a:ea typeface="新細明體" charset="-120"/>
                <a:cs typeface="Consolas" panose="020B0609020204030204" pitchFamily="49" charset="0"/>
              </a:rPr>
              <a:t>10 * 2 + 4 * 3</a:t>
            </a:r>
          </a:p>
        </p:txBody>
      </p:sp>
      <p:sp>
        <p:nvSpPr>
          <p:cNvPr id="7173" name="Rectangle 53"/>
          <p:cNvSpPr>
            <a:spLocks noChangeArrowheads="1"/>
          </p:cNvSpPr>
          <p:nvPr/>
        </p:nvSpPr>
        <p:spPr bwMode="auto">
          <a:xfrm>
            <a:off x="269875" y="1143000"/>
            <a:ext cx="8604250" cy="2419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9pPr>
          </a:lstStyle>
          <a:p>
            <a:pPr marL="339725" indent="-339725" eaLnBrk="1" hangingPunct="1">
              <a:lnSpc>
                <a:spcPct val="90000"/>
              </a:lnSpc>
              <a:spcBef>
                <a:spcPct val="20000"/>
              </a:spcBef>
              <a:buClr>
                <a:schemeClr val="accent1"/>
              </a:buClr>
              <a:buFont typeface="Arial" panose="020B0604020202020204" pitchFamily="34" charset="0"/>
              <a:buChar char="•"/>
            </a:pPr>
            <a:r>
              <a:rPr lang="en-US" altLang="zh-TW" sz="2800" b="0" dirty="0">
                <a:latin typeface="+mn-lt"/>
                <a:ea typeface="新細明體" charset="-120"/>
              </a:rPr>
              <a:t>When used </a:t>
            </a:r>
            <a:r>
              <a:rPr lang="en-US" altLang="zh-TW" sz="2800" b="0" u="sng" dirty="0">
                <a:latin typeface="+mn-lt"/>
                <a:ea typeface="新細明體" charset="-120"/>
              </a:rPr>
              <a:t>as an unary operator</a:t>
            </a:r>
            <a:r>
              <a:rPr lang="en-US" altLang="zh-TW" sz="2800" b="0" dirty="0">
                <a:latin typeface="+mn-lt"/>
                <a:ea typeface="新細明體" charset="-120"/>
              </a:rPr>
              <a:t>, '</a:t>
            </a:r>
            <a:r>
              <a:rPr lang="en-US" altLang="zh-TW" sz="2800" dirty="0">
                <a:solidFill>
                  <a:srgbClr val="0070C0"/>
                </a:solidFill>
                <a:latin typeface="Consolas" panose="020B0609020204030204" pitchFamily="49" charset="0"/>
                <a:ea typeface="新細明體" charset="-120"/>
                <a:cs typeface="Consolas" panose="020B0609020204030204" pitchFamily="49" charset="0"/>
              </a:rPr>
              <a:t>-</a:t>
            </a:r>
            <a:r>
              <a:rPr lang="en-US" altLang="zh-TW" sz="2800" b="0" dirty="0">
                <a:latin typeface="+mn-lt"/>
                <a:ea typeface="新細明體" charset="-120"/>
              </a:rPr>
              <a:t>' represents the </a:t>
            </a:r>
            <a:r>
              <a:rPr lang="en-US" altLang="zh-TW" sz="2800" b="0" i="1" dirty="0">
                <a:latin typeface="+mn-lt"/>
                <a:ea typeface="新細明體" charset="-120"/>
              </a:rPr>
              <a:t>minus</a:t>
            </a:r>
            <a:r>
              <a:rPr lang="en-US" altLang="zh-TW" sz="2800" b="0" dirty="0">
                <a:latin typeface="+mn-lt"/>
                <a:ea typeface="新細明體" charset="-120"/>
              </a:rPr>
              <a:t> operator, which turns a positive value into its negative counterpart and vice versa, i.e., additive inverse.</a:t>
            </a:r>
          </a:p>
          <a:p>
            <a:pPr marL="339725" lvl="1" indent="0" eaLnBrk="1" hangingPunct="1">
              <a:lnSpc>
                <a:spcPct val="90000"/>
              </a:lnSpc>
              <a:spcBef>
                <a:spcPct val="20000"/>
              </a:spcBef>
              <a:buClr>
                <a:schemeClr val="accent1"/>
              </a:buClr>
            </a:pPr>
            <a:r>
              <a:rPr lang="en-US" altLang="zh-TW" sz="2400" b="0" dirty="0">
                <a:latin typeface="+mn-lt"/>
                <a:ea typeface="新細明體" charset="-120"/>
              </a:rPr>
              <a:t>e.g.: </a:t>
            </a:r>
            <a:r>
              <a:rPr lang="en-US" altLang="zh-TW" sz="2400" b="0" dirty="0">
                <a:latin typeface="+mn-lt"/>
                <a:ea typeface="新細明體" charset="-120"/>
                <a:cs typeface="Consolas" panose="020B0609020204030204" pitchFamily="49" charset="0"/>
              </a:rPr>
              <a:t>	</a:t>
            </a:r>
            <a:r>
              <a:rPr lang="en-US" altLang="zh-TW" sz="2400" b="0" dirty="0">
                <a:latin typeface="Consolas" panose="020B0609020204030204" pitchFamily="49" charset="0"/>
                <a:ea typeface="新細明體" charset="-120"/>
                <a:cs typeface="Consolas" panose="020B0609020204030204" pitchFamily="49" charset="0"/>
              </a:rPr>
              <a:t>foo = 5; </a:t>
            </a:r>
          </a:p>
          <a:p>
            <a:pPr marL="457200" lvl="1" indent="0" eaLnBrk="1" hangingPunct="1">
              <a:lnSpc>
                <a:spcPct val="90000"/>
              </a:lnSpc>
              <a:spcBef>
                <a:spcPct val="20000"/>
              </a:spcBef>
              <a:buClr>
                <a:schemeClr val="accent1"/>
              </a:buClr>
            </a:pPr>
            <a:r>
              <a:rPr lang="en-US" altLang="zh-TW" sz="2400" b="0" dirty="0">
                <a:latin typeface="Consolas" panose="020B0609020204030204" pitchFamily="49" charset="0"/>
                <a:ea typeface="新細明體" charset="-120"/>
                <a:cs typeface="Consolas" panose="020B0609020204030204" pitchFamily="49" charset="0"/>
              </a:rPr>
              <a:t>		bar = </a:t>
            </a:r>
            <a:r>
              <a:rPr lang="en-US" altLang="zh-TW" sz="2400" dirty="0">
                <a:solidFill>
                  <a:srgbClr val="0070C0"/>
                </a:solidFill>
                <a:latin typeface="Consolas" panose="020B0609020204030204" pitchFamily="49" charset="0"/>
                <a:ea typeface="新細明體" charset="-120"/>
                <a:cs typeface="Consolas" panose="020B0609020204030204" pitchFamily="49" charset="0"/>
              </a:rPr>
              <a:t>-</a:t>
            </a:r>
            <a:r>
              <a:rPr lang="en-US" altLang="zh-TW" sz="2400" b="0" dirty="0">
                <a:latin typeface="Consolas" panose="020B0609020204030204" pitchFamily="49" charset="0"/>
                <a:ea typeface="新細明體" charset="-120"/>
                <a:cs typeface="Consolas" panose="020B0609020204030204" pitchFamily="49" charset="0"/>
              </a:rPr>
              <a:t>foo;	// Assign -5 to bar</a:t>
            </a:r>
          </a:p>
        </p:txBody>
      </p:sp>
      <p:sp>
        <p:nvSpPr>
          <p:cNvPr id="6" name="Rectangle 2">
            <a:extLst>
              <a:ext uri="{FF2B5EF4-FFF2-40B4-BE49-F238E27FC236}">
                <a16:creationId xmlns:a16="http://schemas.microsoft.com/office/drawing/2014/main" id="{1464B1A7-359D-B44A-9896-6C4140CC8656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70338" y="76200"/>
            <a:ext cx="8229600" cy="838200"/>
          </a:xfrm>
        </p:spPr>
        <p:txBody>
          <a:bodyPr>
            <a:normAutofit/>
          </a:bodyPr>
          <a:lstStyle/>
          <a:p>
            <a:pPr eaLnBrk="1" hangingPunct="1"/>
            <a:r>
              <a:rPr lang="en-US" altLang="zh-TW" sz="4000" dirty="0">
                <a:ea typeface="新細明體"/>
              </a:rPr>
              <a:t>2. Arithmetic Operators</a:t>
            </a:r>
          </a:p>
        </p:txBody>
      </p:sp>
    </p:spTree>
    <p:extLst>
      <p:ext uri="{BB962C8B-B14F-4D97-AF65-F5344CB8AC3E}">
        <p14:creationId xmlns:p14="http://schemas.microsoft.com/office/powerpoint/2010/main" val="2966139973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629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629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629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629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96291" grpId="0" build="p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9pPr>
          </a:lstStyle>
          <a:p>
            <a:fld id="{A8D4BE28-9B05-42D6-8446-AEB3B33578D3}" type="slidenum">
              <a:rPr lang="zh-TW" altLang="en-US" b="0">
                <a:ea typeface="新細明體" charset="-120"/>
              </a:rPr>
              <a:pPr/>
              <a:t>7</a:t>
            </a:fld>
            <a:endParaRPr lang="en-US" altLang="zh-TW" b="0">
              <a:ea typeface="新細明體" charset="-120"/>
            </a:endParaRPr>
          </a:p>
        </p:txBody>
      </p:sp>
      <p:sp>
        <p:nvSpPr>
          <p:cNvPr id="8195" name="Rectangle 2"/>
          <p:cNvSpPr>
            <a:spLocks noGrp="1" noChangeArrowheads="1"/>
          </p:cNvSpPr>
          <p:nvPr>
            <p:ph type="title"/>
          </p:nvPr>
        </p:nvSpPr>
        <p:spPr>
          <a:xfrm>
            <a:off x="70338" y="76200"/>
            <a:ext cx="8540262" cy="838200"/>
          </a:xfrm>
        </p:spPr>
        <p:txBody>
          <a:bodyPr>
            <a:normAutofit/>
          </a:bodyPr>
          <a:lstStyle/>
          <a:p>
            <a:pPr eaLnBrk="1" hangingPunct="1"/>
            <a:r>
              <a:rPr lang="en-US" altLang="zh-TW" sz="4000" dirty="0">
                <a:ea typeface="新細明體"/>
              </a:rPr>
              <a:t>3. Operator Precedence &amp; Associativity</a:t>
            </a:r>
          </a:p>
        </p:txBody>
      </p:sp>
      <p:sp>
        <p:nvSpPr>
          <p:cNvPr id="39936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269875" y="1316038"/>
            <a:ext cx="8642350" cy="4814887"/>
          </a:xfrm>
        </p:spPr>
        <p:txBody>
          <a:bodyPr vert="horz" lIns="91440" tIns="45720" rIns="91440" bIns="45720" rtlCol="0" anchor="t">
            <a:normAutofit/>
          </a:bodyPr>
          <a:lstStyle/>
          <a:p>
            <a:pPr eaLnBrk="1" hangingPunct="1"/>
            <a:r>
              <a:rPr lang="en-US" altLang="zh-TW" sz="2800" dirty="0">
                <a:ea typeface="新細明體"/>
              </a:rPr>
              <a:t>How should we evaluate the following expression? i.e., in what order should the operators be applied?</a:t>
            </a:r>
          </a:p>
          <a:p>
            <a:pPr eaLnBrk="1" hangingPunct="1">
              <a:buFont typeface="Wingdings" pitchFamily="2" charset="2"/>
              <a:buNone/>
            </a:pPr>
            <a:endParaRPr lang="en-US" altLang="zh-TW" sz="1400" dirty="0">
              <a:ea typeface="新細明體" charset="-120"/>
            </a:endParaRPr>
          </a:p>
          <a:p>
            <a:pPr>
              <a:buNone/>
            </a:pPr>
            <a:r>
              <a:rPr lang="en-US" altLang="zh-TW" sz="2800" dirty="0">
                <a:latin typeface="Consolas"/>
                <a:ea typeface="新細明體"/>
                <a:cs typeface="Consolas" panose="020B0609020204030204" pitchFamily="49" charset="0"/>
              </a:rPr>
              <a:t>    - 2 - 25 / 10 + 33 * 2</a:t>
            </a:r>
          </a:p>
          <a:p>
            <a:pPr eaLnBrk="1" hangingPunct="1"/>
            <a:endParaRPr lang="en-US" altLang="zh-TW" sz="1400" dirty="0">
              <a:ea typeface="新細明體" charset="-120"/>
            </a:endParaRPr>
          </a:p>
          <a:p>
            <a:pPr eaLnBrk="1" hangingPunct="1"/>
            <a:r>
              <a:rPr lang="en-US" altLang="zh-TW" sz="2800" u="sng" dirty="0">
                <a:ea typeface="新細明體"/>
              </a:rPr>
              <a:t>Among different operators</a:t>
            </a:r>
            <a:r>
              <a:rPr lang="en-US" altLang="zh-TW" sz="2800" dirty="0">
                <a:ea typeface="新細明體"/>
              </a:rPr>
              <a:t>, </a:t>
            </a:r>
            <a:r>
              <a:rPr lang="en-US" altLang="zh-TW" sz="2800" i="1" dirty="0">
                <a:solidFill>
                  <a:srgbClr val="0070C0"/>
                </a:solidFill>
                <a:ea typeface="新細明體"/>
              </a:rPr>
              <a:t>operator precedence</a:t>
            </a:r>
            <a:r>
              <a:rPr lang="en-US" altLang="zh-TW" sz="2800" dirty="0">
                <a:ea typeface="新細明體"/>
              </a:rPr>
              <a:t> tells us which operator(s) should be applied first.</a:t>
            </a:r>
            <a:endParaRPr lang="en-US" altLang="zh-TW" sz="2800" dirty="0">
              <a:ea typeface="新細明體"/>
              <a:cs typeface="Calibri"/>
            </a:endParaRPr>
          </a:p>
          <a:p>
            <a:r>
              <a:rPr lang="en-US" altLang="zh-TW" sz="2800" dirty="0">
                <a:ea typeface="新細明體"/>
                <a:cs typeface="Calibri"/>
              </a:rPr>
              <a:t>Most of us will know immediately that </a:t>
            </a:r>
            <a:r>
              <a:rPr lang="en-US" altLang="zh-TW" sz="2800" u="sng" dirty="0">
                <a:ea typeface="新細明體"/>
                <a:cs typeface="Calibri"/>
              </a:rPr>
              <a:t>* and / are applied before + and - </a:t>
            </a:r>
            <a:endParaRPr lang="en-US" altLang="zh-TW" sz="2800" dirty="0">
              <a:ea typeface="新細明體" charset="-120"/>
              <a:cs typeface="Calibri"/>
            </a:endParaRPr>
          </a:p>
          <a:p>
            <a:r>
              <a:rPr lang="en-US" altLang="zh-TW" sz="2800" dirty="0">
                <a:ea typeface="新細明體"/>
                <a:cs typeface="Calibri"/>
              </a:rPr>
              <a:t>Your C program will also respect the common sense arithmetic precedence </a:t>
            </a:r>
            <a:endParaRPr lang="en-US" altLang="zh-TW" sz="2800" dirty="0">
              <a:ea typeface="新細明體" charset="-120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44215685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936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936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936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99363" grpId="0" build="p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9pPr>
          </a:lstStyle>
          <a:p>
            <a:fld id="{2C5EA926-EF79-4A87-A9FE-9035240EEC2B}" type="slidenum">
              <a:rPr lang="zh-TW" altLang="en-US" b="0">
                <a:ea typeface="新細明體" charset="-120"/>
              </a:rPr>
              <a:pPr/>
              <a:t>8</a:t>
            </a:fld>
            <a:endParaRPr lang="en-US" altLang="zh-TW" b="0">
              <a:ea typeface="新細明體" charset="-120"/>
            </a:endParaRPr>
          </a:p>
        </p:txBody>
      </p:sp>
      <p:sp>
        <p:nvSpPr>
          <p:cNvPr id="386079" name="Rectangle 31"/>
          <p:cNvSpPr>
            <a:spLocks noGrp="1" noChangeArrowheads="1"/>
          </p:cNvSpPr>
          <p:nvPr>
            <p:ph type="body" idx="1"/>
          </p:nvPr>
        </p:nvSpPr>
        <p:spPr>
          <a:xfrm>
            <a:off x="136286" y="1159579"/>
            <a:ext cx="8874125" cy="4805147"/>
          </a:xfrm>
        </p:spPr>
        <p:txBody>
          <a:bodyPr vert="horz" lIns="91440" tIns="45720" rIns="91440" bIns="45720" rtlCol="0" anchor="t">
            <a:normAutofit lnSpcReduction="10000"/>
          </a:bodyPr>
          <a:lstStyle/>
          <a:p>
            <a:r>
              <a:rPr lang="en-US" altLang="zh-TW" sz="2400" dirty="0">
                <a:ea typeface="新細明體"/>
                <a:cs typeface="Calibri"/>
              </a:rPr>
              <a:t>Using basic arithmetic knowledge, what is the result of the following expression?</a:t>
            </a:r>
            <a:endParaRPr lang="en-US" altLang="zh-TW" sz="2400" dirty="0">
              <a:ea typeface="新細明體"/>
            </a:endParaRPr>
          </a:p>
          <a:p>
            <a:endParaRPr lang="en-US" altLang="zh-TW" sz="2400" dirty="0">
              <a:ea typeface="新細明體"/>
              <a:cs typeface="Calibri"/>
            </a:endParaRPr>
          </a:p>
          <a:p>
            <a:pPr marL="0" indent="0" algn="ctr">
              <a:buNone/>
            </a:pPr>
            <a:r>
              <a:rPr lang="en-US" sz="2400" dirty="0">
                <a:solidFill>
                  <a:srgbClr val="0070C0"/>
                </a:solidFill>
                <a:latin typeface="Consolas"/>
                <a:ea typeface="新細明體"/>
                <a:cs typeface="Calibri"/>
              </a:rPr>
              <a:t>- 2 - 25 / 10 + 33 % 10 * 2</a:t>
            </a:r>
            <a:r>
              <a:rPr lang="en-US" sz="2400" dirty="0">
                <a:latin typeface="Consolas"/>
                <a:ea typeface="新細明體"/>
                <a:cs typeface="Calibri"/>
              </a:rPr>
              <a:t> </a:t>
            </a:r>
            <a:endParaRPr lang="en-US" altLang="zh-TW" sz="2400" dirty="0">
              <a:ea typeface="新細明體"/>
              <a:cs typeface="Calibri"/>
            </a:endParaRPr>
          </a:p>
          <a:p>
            <a:endParaRPr lang="en-US" altLang="zh-TW" sz="2400" dirty="0">
              <a:ea typeface="新細明體"/>
              <a:cs typeface="Calibri"/>
            </a:endParaRPr>
          </a:p>
          <a:p>
            <a:r>
              <a:rPr lang="en-US" altLang="zh-TW" sz="2400" b="1" dirty="0">
                <a:ea typeface="新細明體"/>
              </a:rPr>
              <a:t>Hint:</a:t>
            </a:r>
            <a:r>
              <a:rPr lang="en-US" altLang="zh-TW" sz="2400" dirty="0">
                <a:ea typeface="新細明體"/>
              </a:rPr>
              <a:t> If operators have the same precedence, which one do we evaluate first, as a human?</a:t>
            </a:r>
            <a:endParaRPr lang="en-US" dirty="0"/>
          </a:p>
          <a:p>
            <a:pPr marL="457200" lvl="1" indent="0">
              <a:buNone/>
            </a:pPr>
            <a:r>
              <a:rPr lang="en-US" altLang="zh-TW" sz="2000" dirty="0">
                <a:ea typeface="新細明體"/>
              </a:rPr>
              <a:t>e.g.:   </a:t>
            </a:r>
            <a:r>
              <a:rPr lang="en-US" altLang="zh-TW" sz="2000" dirty="0">
                <a:solidFill>
                  <a:srgbClr val="0070C0"/>
                </a:solidFill>
                <a:latin typeface="Consolas"/>
                <a:ea typeface="新細明體"/>
                <a:cs typeface="Consolas" panose="020B0609020204030204" pitchFamily="49" charset="0"/>
              </a:rPr>
              <a:t>3 * 5 * 2</a:t>
            </a:r>
            <a:r>
              <a:rPr lang="en-US" altLang="zh-TW" sz="2000" dirty="0">
                <a:ea typeface="新細明體"/>
              </a:rPr>
              <a:t> </a:t>
            </a:r>
            <a:endParaRPr lang="en-US" altLang="zh-TW" sz="2000" dirty="0">
              <a:solidFill>
                <a:srgbClr val="0070C0"/>
              </a:solidFill>
              <a:latin typeface="Consolas"/>
              <a:ea typeface="新細明體"/>
            </a:endParaRPr>
          </a:p>
          <a:p>
            <a:pPr marL="457200" lvl="1" indent="0">
              <a:buNone/>
            </a:pPr>
            <a:endParaRPr lang="en-US" altLang="zh-TW" sz="2000" dirty="0">
              <a:latin typeface="Calibri"/>
              <a:ea typeface="新細明體"/>
              <a:cs typeface="Calibri"/>
            </a:endParaRPr>
          </a:p>
          <a:p>
            <a:r>
              <a:rPr lang="en-US" altLang="zh-TW" sz="2400" dirty="0">
                <a:latin typeface="Calibri"/>
                <a:ea typeface="新細明體"/>
                <a:cs typeface="Consolas" panose="020B0609020204030204" pitchFamily="49" charset="0"/>
              </a:rPr>
              <a:t>This is called </a:t>
            </a:r>
            <a:r>
              <a:rPr lang="en-US" altLang="zh-TW" sz="2400" i="1" dirty="0">
                <a:solidFill>
                  <a:schemeClr val="accent1"/>
                </a:solidFill>
                <a:latin typeface="Calibri"/>
                <a:ea typeface="新細明體"/>
                <a:cs typeface="Consolas" panose="020B0609020204030204" pitchFamily="49" charset="0"/>
              </a:rPr>
              <a:t>operator associativity</a:t>
            </a:r>
            <a:r>
              <a:rPr lang="en-US" altLang="zh-TW" sz="2400" dirty="0">
                <a:latin typeface="Calibri"/>
                <a:ea typeface="新細明體"/>
                <a:cs typeface="Consolas" panose="020B0609020204030204" pitchFamily="49" charset="0"/>
              </a:rPr>
              <a:t>; </a:t>
            </a:r>
            <a:r>
              <a:rPr lang="en-US" sz="2400" u="sng" dirty="0">
                <a:latin typeface="Calibri"/>
                <a:ea typeface="新細明體"/>
                <a:cs typeface="Calibri"/>
              </a:rPr>
              <a:t>among operators with the same precedence</a:t>
            </a:r>
            <a:r>
              <a:rPr lang="en-US" sz="2400" dirty="0">
                <a:latin typeface="Calibri"/>
                <a:ea typeface="新細明體"/>
                <a:cs typeface="Calibri"/>
              </a:rPr>
              <a:t>,</a:t>
            </a:r>
            <a:r>
              <a:rPr lang="en-US" sz="2400" dirty="0">
                <a:solidFill>
                  <a:srgbClr val="0000FF"/>
                </a:solidFill>
                <a:latin typeface="Calibri"/>
                <a:ea typeface="新細明體"/>
                <a:cs typeface="Calibri"/>
              </a:rPr>
              <a:t> </a:t>
            </a:r>
            <a:r>
              <a:rPr lang="en-US" sz="2400" i="1" dirty="0">
                <a:solidFill>
                  <a:srgbClr val="0070C0"/>
                </a:solidFill>
                <a:latin typeface="Calibri"/>
                <a:ea typeface="新細明體"/>
                <a:cs typeface="Calibri"/>
              </a:rPr>
              <a:t>operator associativity</a:t>
            </a:r>
            <a:r>
              <a:rPr lang="en-US" sz="2400" dirty="0">
                <a:latin typeface="Calibri"/>
                <a:ea typeface="新細明體"/>
                <a:cs typeface="Calibri"/>
              </a:rPr>
              <a:t> tells us whether the </a:t>
            </a:r>
            <a:r>
              <a:rPr lang="en-US" sz="2400" dirty="0">
                <a:solidFill>
                  <a:srgbClr val="0070C0"/>
                </a:solidFill>
                <a:latin typeface="Calibri"/>
                <a:ea typeface="新細明體"/>
                <a:cs typeface="Calibri"/>
              </a:rPr>
              <a:t>left-most</a:t>
            </a:r>
            <a:r>
              <a:rPr lang="en-US" sz="2400" dirty="0">
                <a:latin typeface="Calibri"/>
                <a:ea typeface="新細明體"/>
                <a:cs typeface="Calibri"/>
              </a:rPr>
              <a:t> or the </a:t>
            </a:r>
            <a:r>
              <a:rPr lang="en-US" sz="2400" dirty="0">
                <a:solidFill>
                  <a:srgbClr val="0070C0"/>
                </a:solidFill>
                <a:latin typeface="Calibri"/>
                <a:ea typeface="新細明體"/>
                <a:cs typeface="Calibri"/>
              </a:rPr>
              <a:t>right-most</a:t>
            </a:r>
            <a:r>
              <a:rPr lang="en-US" sz="2400" dirty="0">
                <a:latin typeface="Calibri"/>
                <a:ea typeface="新細明體"/>
                <a:cs typeface="Calibri"/>
              </a:rPr>
              <a:t> operator should be applied first.</a:t>
            </a:r>
            <a:endParaRPr lang="en-US" altLang="zh-TW" sz="2400" dirty="0">
              <a:latin typeface="Calibri"/>
              <a:ea typeface="新細明體" charset="-120"/>
              <a:cs typeface="Consolas" panose="020B0609020204030204" pitchFamily="49" charset="0"/>
            </a:endParaRPr>
          </a:p>
          <a:p>
            <a:endParaRPr lang="en-US" altLang="zh-TW" sz="2400" u="sng" dirty="0">
              <a:latin typeface="Calibri"/>
              <a:ea typeface="新細明體" charset="-120"/>
              <a:cs typeface="Calibri"/>
            </a:endParaRPr>
          </a:p>
        </p:txBody>
      </p:sp>
      <p:sp>
        <p:nvSpPr>
          <p:cNvPr id="7" name="Rectangle 2">
            <a:extLst>
              <a:ext uri="{FF2B5EF4-FFF2-40B4-BE49-F238E27FC236}">
                <a16:creationId xmlns:a16="http://schemas.microsoft.com/office/drawing/2014/main" id="{3B1E0F3D-8258-FF49-97B6-13EE96D99670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70338" y="76200"/>
            <a:ext cx="8540262" cy="838200"/>
          </a:xfrm>
        </p:spPr>
        <p:txBody>
          <a:bodyPr>
            <a:normAutofit/>
          </a:bodyPr>
          <a:lstStyle/>
          <a:p>
            <a:pPr eaLnBrk="1" hangingPunct="1"/>
            <a:r>
              <a:rPr lang="en-US" altLang="zh-TW" sz="4000" dirty="0">
                <a:ea typeface="新細明體"/>
              </a:rPr>
              <a:t>3. Operator Precedence &amp; Associativity</a:t>
            </a:r>
          </a:p>
        </p:txBody>
      </p:sp>
    </p:spTree>
    <p:extLst>
      <p:ext uri="{BB962C8B-B14F-4D97-AF65-F5344CB8AC3E}">
        <p14:creationId xmlns:p14="http://schemas.microsoft.com/office/powerpoint/2010/main" val="3717663575"/>
      </p:ext>
    </p:extLst>
  </p:cSld>
  <p:clrMapOvr>
    <a:masterClrMapping/>
  </p:clrMapOvr>
  <p:transition>
    <p:fade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9pPr>
          </a:lstStyle>
          <a:p>
            <a:fld id="{2C5EA926-EF79-4A87-A9FE-9035240EEC2B}" type="slidenum">
              <a:rPr lang="zh-TW" altLang="en-US" b="0">
                <a:ea typeface="新細明體" charset="-120"/>
              </a:rPr>
              <a:pPr/>
              <a:t>9</a:t>
            </a:fld>
            <a:endParaRPr lang="en-US" altLang="zh-TW" b="0">
              <a:ea typeface="新細明體" charset="-120"/>
            </a:endParaRPr>
          </a:p>
        </p:txBody>
      </p:sp>
      <p:sp>
        <p:nvSpPr>
          <p:cNvPr id="386079" name="Rectangle 31"/>
          <p:cNvSpPr>
            <a:spLocks noGrp="1" noChangeArrowheads="1"/>
          </p:cNvSpPr>
          <p:nvPr>
            <p:ph type="body" idx="1"/>
          </p:nvPr>
        </p:nvSpPr>
        <p:spPr>
          <a:xfrm>
            <a:off x="136286" y="1159579"/>
            <a:ext cx="8874125" cy="5024814"/>
          </a:xfrm>
        </p:spPr>
        <p:txBody>
          <a:bodyPr vert="horz" lIns="91440" tIns="45720" rIns="91440" bIns="45720" rtlCol="0" anchor="t">
            <a:normAutofit fontScale="92500"/>
          </a:bodyPr>
          <a:lstStyle/>
          <a:p>
            <a:r>
              <a:rPr lang="en-US" altLang="zh-TW" sz="2400" dirty="0">
                <a:ea typeface="新細明體"/>
                <a:cs typeface="Calibri"/>
              </a:rPr>
              <a:t>Given the limited amount of operators we have learned in C so far, this table summarizes their operator precedence and operator associativity</a:t>
            </a:r>
          </a:p>
          <a:p>
            <a:endParaRPr lang="en-US" altLang="zh-TW" sz="2400" dirty="0">
              <a:ea typeface="新細明體"/>
              <a:cs typeface="Calibri"/>
            </a:endParaRPr>
          </a:p>
          <a:p>
            <a:pPr marL="0" indent="0" algn="ctr">
              <a:buNone/>
            </a:pPr>
            <a:endParaRPr lang="en-US" sz="2400" dirty="0">
              <a:solidFill>
                <a:srgbClr val="0070C0"/>
              </a:solidFill>
              <a:latin typeface="Consolas"/>
              <a:ea typeface="新細明體"/>
              <a:cs typeface="Calibri"/>
            </a:endParaRPr>
          </a:p>
          <a:p>
            <a:pPr marL="0" indent="0" algn="ctr">
              <a:buNone/>
            </a:pPr>
            <a:endParaRPr lang="en-US" sz="2400" dirty="0">
              <a:solidFill>
                <a:srgbClr val="0070C0"/>
              </a:solidFill>
              <a:latin typeface="Consolas"/>
              <a:ea typeface="新細明體"/>
              <a:cs typeface="Calibri"/>
            </a:endParaRPr>
          </a:p>
          <a:p>
            <a:pPr marL="0" indent="0" algn="ctr">
              <a:buNone/>
            </a:pPr>
            <a:endParaRPr lang="en-US" sz="2400" dirty="0">
              <a:solidFill>
                <a:srgbClr val="0070C0"/>
              </a:solidFill>
              <a:latin typeface="Consolas"/>
              <a:ea typeface="新細明體"/>
              <a:cs typeface="Calibri"/>
            </a:endParaRPr>
          </a:p>
          <a:p>
            <a:pPr marL="0" indent="0" algn="ctr">
              <a:buNone/>
            </a:pPr>
            <a:endParaRPr lang="en-US" sz="2400" dirty="0">
              <a:solidFill>
                <a:srgbClr val="0070C0"/>
              </a:solidFill>
              <a:latin typeface="Consolas"/>
              <a:ea typeface="新細明體"/>
              <a:cs typeface="Calibri"/>
            </a:endParaRPr>
          </a:p>
          <a:p>
            <a:pPr>
              <a:buFont typeface="Arial"/>
              <a:buChar char="•"/>
            </a:pPr>
            <a:endParaRPr lang="en-US" sz="2400" dirty="0">
              <a:latin typeface="Calibri"/>
              <a:ea typeface="新細明體"/>
              <a:cs typeface="Calibri"/>
            </a:endParaRPr>
          </a:p>
          <a:p>
            <a:pPr>
              <a:buFont typeface="Arial"/>
              <a:buChar char="•"/>
            </a:pPr>
            <a:r>
              <a:rPr lang="en-US" sz="2400" dirty="0">
                <a:latin typeface="Calibri"/>
                <a:ea typeface="新細明體"/>
                <a:cs typeface="Calibri"/>
              </a:rPr>
              <a:t>Operators at same level have same precedence.</a:t>
            </a:r>
            <a:endParaRPr lang="en-US" sz="2400" dirty="0">
              <a:ea typeface="+mn-lt"/>
              <a:cs typeface="+mn-lt"/>
            </a:endParaRPr>
          </a:p>
          <a:p>
            <a:pPr marL="457200" lvl="1" indent="0">
              <a:buNone/>
            </a:pPr>
            <a:r>
              <a:rPr lang="en-US" sz="2400" dirty="0">
                <a:latin typeface="Calibri"/>
                <a:ea typeface="新細明體"/>
                <a:cs typeface="Calibri"/>
              </a:rPr>
              <a:t>e.g.: </a:t>
            </a:r>
            <a:r>
              <a:rPr lang="en-US" sz="2400" dirty="0">
                <a:solidFill>
                  <a:srgbClr val="0070C0"/>
                </a:solidFill>
                <a:latin typeface="Consolas"/>
                <a:ea typeface="新細明體"/>
                <a:cs typeface="Calibri"/>
              </a:rPr>
              <a:t>- a * b - c</a:t>
            </a:r>
            <a:r>
              <a:rPr lang="en-US" sz="2400" dirty="0">
                <a:latin typeface="Calibri"/>
                <a:ea typeface="新細明體"/>
                <a:cs typeface="Calibri"/>
              </a:rPr>
              <a:t> is equivalent to </a:t>
            </a:r>
            <a:r>
              <a:rPr lang="en-US" sz="2400" dirty="0">
                <a:solidFill>
                  <a:srgbClr val="0070C0"/>
                </a:solidFill>
                <a:latin typeface="Consolas"/>
                <a:ea typeface="新細明體"/>
                <a:cs typeface="Calibri"/>
              </a:rPr>
              <a:t>((- a) * b) – c</a:t>
            </a:r>
            <a:endParaRPr lang="en-US" sz="2400" dirty="0">
              <a:ea typeface="+mn-lt"/>
              <a:cs typeface="+mn-lt"/>
            </a:endParaRPr>
          </a:p>
          <a:p>
            <a:pPr>
              <a:buFont typeface="Arial"/>
              <a:buChar char="•"/>
            </a:pPr>
            <a:endParaRPr lang="en-US" sz="2400" dirty="0">
              <a:ea typeface="+mn-lt"/>
              <a:cs typeface="+mn-lt"/>
            </a:endParaRPr>
          </a:p>
          <a:p>
            <a:pPr>
              <a:buFont typeface="Arial"/>
              <a:buChar char="•"/>
            </a:pPr>
            <a:r>
              <a:rPr lang="en-US" sz="2400" dirty="0">
                <a:solidFill>
                  <a:srgbClr val="0070C0"/>
                </a:solidFill>
                <a:latin typeface="Consolas"/>
                <a:ea typeface="新細明體"/>
                <a:cs typeface="Calibri"/>
              </a:rPr>
              <a:t>-2 - 25 / 10 + 33 % 10 * 2</a:t>
            </a:r>
            <a:r>
              <a:rPr lang="en-US" sz="2400" dirty="0">
                <a:latin typeface="Consolas"/>
                <a:ea typeface="新細明體"/>
                <a:cs typeface="Calibri"/>
              </a:rPr>
              <a:t>  = ? </a:t>
            </a:r>
            <a:endParaRPr lang="en-US" sz="2400" dirty="0">
              <a:ea typeface="+mn-lt"/>
              <a:cs typeface="+mn-lt"/>
            </a:endParaRPr>
          </a:p>
          <a:p>
            <a:pPr marL="0" indent="0" algn="ctr">
              <a:buNone/>
            </a:pPr>
            <a:endParaRPr lang="en-US" altLang="zh-TW" sz="2400" dirty="0">
              <a:ea typeface="新細明體"/>
              <a:cs typeface="Calibri"/>
            </a:endParaRPr>
          </a:p>
          <a:p>
            <a:endParaRPr lang="en-US" altLang="zh-TW" sz="2400" dirty="0">
              <a:ea typeface="新細明體"/>
              <a:cs typeface="Calibri"/>
            </a:endParaRPr>
          </a:p>
          <a:p>
            <a:endParaRPr lang="en-US" altLang="zh-TW" sz="2400" dirty="0">
              <a:latin typeface="Calibri"/>
              <a:ea typeface="新細明體" charset="-120"/>
              <a:cs typeface="Calibri"/>
            </a:endParaRPr>
          </a:p>
          <a:p>
            <a:endParaRPr lang="en-US" altLang="zh-TW" sz="2400" u="sng" dirty="0">
              <a:latin typeface="Calibri"/>
              <a:ea typeface="新細明體" charset="-120"/>
              <a:cs typeface="Calibri"/>
            </a:endParaRPr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25140181-0D7F-4070-B7A3-B35BDD6BDAA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137951"/>
              </p:ext>
            </p:extLst>
          </p:nvPr>
        </p:nvGraphicFramePr>
        <p:xfrm>
          <a:off x="516170" y="2163846"/>
          <a:ext cx="8080906" cy="1981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93833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57128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571287">
                  <a:extLst>
                    <a:ext uri="{9D8B030D-6E8A-4147-A177-3AD203B41FA5}">
                      <a16:colId xmlns:a16="http://schemas.microsoft.com/office/drawing/2014/main" val="1856778750"/>
                    </a:ext>
                  </a:extLst>
                </a:gridCol>
              </a:tblGrid>
              <a:tr h="302779">
                <a:tc>
                  <a:txBody>
                    <a:bodyPr/>
                    <a:lstStyle/>
                    <a:p>
                      <a:pPr algn="ctr"/>
                      <a:r>
                        <a:rPr lang="en-US" sz="2000" dirty="0"/>
                        <a:t>Operators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/>
                        <a:t>Associativity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sz="2000" dirty="0"/>
                        <a:t>Precedence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02779"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sz="2000" b="0" i="0" u="none" strike="noStrike" noProof="0" dirty="0">
                          <a:latin typeface="Consolas"/>
                        </a:rPr>
                        <a:t>+ </a:t>
                      </a:r>
                      <a:r>
                        <a:rPr lang="en-US" sz="2000" b="0" i="0" u="none" strike="noStrike" noProof="0" dirty="0">
                          <a:latin typeface="Calibri"/>
                        </a:rPr>
                        <a:t>(unary plus)</a:t>
                      </a:r>
                      <a:r>
                        <a:rPr lang="en-US" sz="2000" b="0" i="0" u="none" strike="noStrike" noProof="0" dirty="0">
                          <a:latin typeface="Consolas"/>
                        </a:rPr>
                        <a:t>  - </a:t>
                      </a:r>
                      <a:r>
                        <a:rPr lang="en-US" sz="2000" b="0" i="0" u="none" strike="noStrike" noProof="0" dirty="0">
                          <a:latin typeface="Calibri"/>
                        </a:rPr>
                        <a:t>(unary minus)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 dirty="0"/>
                        <a:t>Right to Left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 algn="ctr" defTabSz="91440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None/>
                        <a:tabLst/>
                        <a:defRPr/>
                      </a:pPr>
                      <a:r>
                        <a:rPr lang="en-US" sz="2000" dirty="0"/>
                        <a:t>Highest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69863254"/>
                  </a:ext>
                </a:extLst>
              </a:tr>
              <a:tr h="302779"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latin typeface="Consolas"/>
                        </a:rPr>
                        <a:t>*  /  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dirty="0"/>
                        <a:t>Left to right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 algn="ctr" defTabSz="91440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None/>
                        <a:tabLst/>
                        <a:defRPr/>
                      </a:pPr>
                      <a:endParaRPr lang="en-US" sz="20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02779"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latin typeface="Consolas"/>
                        </a:rPr>
                        <a:t>+ </a:t>
                      </a:r>
                      <a:r>
                        <a:rPr lang="en-US" sz="2000" dirty="0">
                          <a:latin typeface="+mn-lt"/>
                        </a:rPr>
                        <a:t>(addition)  </a:t>
                      </a:r>
                      <a:r>
                        <a:rPr lang="en-US" sz="2000" dirty="0">
                          <a:latin typeface="Consolas"/>
                        </a:rPr>
                        <a:t> - </a:t>
                      </a:r>
                      <a:r>
                        <a:rPr lang="en-US" sz="2000" dirty="0">
                          <a:latin typeface="+mn-lt"/>
                        </a:rPr>
                        <a:t>(subtraction)</a:t>
                      </a:r>
                      <a:endParaRPr lang="en-US" sz="2000" dirty="0">
                        <a:latin typeface="Consolas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dirty="0"/>
                        <a:t>Left to right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 algn="ctr" defTabSz="91440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None/>
                        <a:tabLst/>
                        <a:defRPr/>
                      </a:pPr>
                      <a:endParaRPr lang="en-US" sz="20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02779"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sz="2000" dirty="0">
                          <a:latin typeface="+mn-lt"/>
                        </a:rPr>
                        <a:t>=  (assignment)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 b="0" i="0" u="none" strike="noStrike" noProof="0" dirty="0">
                          <a:latin typeface="Calibri"/>
                        </a:rPr>
                        <a:t>Right to Left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 algn="ctr" defTabSz="91440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None/>
                        <a:tabLst/>
                        <a:defRPr/>
                      </a:pPr>
                      <a:r>
                        <a:rPr lang="en-US" sz="2000" b="0" i="0" u="none" strike="noStrike" noProof="0" dirty="0">
                          <a:latin typeface="Calibri"/>
                        </a:rPr>
                        <a:t>Lowest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3039511"/>
                  </a:ext>
                </a:extLst>
              </a:tr>
            </a:tbl>
          </a:graphicData>
        </a:graphic>
      </p:graphicFrame>
      <p:sp>
        <p:nvSpPr>
          <p:cNvPr id="8" name="Rectangle 2">
            <a:extLst>
              <a:ext uri="{FF2B5EF4-FFF2-40B4-BE49-F238E27FC236}">
                <a16:creationId xmlns:a16="http://schemas.microsoft.com/office/drawing/2014/main" id="{03D27741-4F89-CC46-B17B-806FE4633680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70338" y="76200"/>
            <a:ext cx="8540262" cy="838200"/>
          </a:xfrm>
        </p:spPr>
        <p:txBody>
          <a:bodyPr>
            <a:normAutofit/>
          </a:bodyPr>
          <a:lstStyle/>
          <a:p>
            <a:pPr eaLnBrk="1" hangingPunct="1"/>
            <a:r>
              <a:rPr lang="en-US" altLang="zh-TW" sz="4000" dirty="0">
                <a:ea typeface="新細明體"/>
              </a:rPr>
              <a:t>3. Operator Precedence &amp; Associativity</a:t>
            </a:r>
          </a:p>
        </p:txBody>
      </p:sp>
    </p:spTree>
    <p:extLst>
      <p:ext uri="{BB962C8B-B14F-4D97-AF65-F5344CB8AC3E}">
        <p14:creationId xmlns:p14="http://schemas.microsoft.com/office/powerpoint/2010/main" val="2101956271"/>
      </p:ext>
    </p:extLst>
  </p:cSld>
  <p:clrMapOvr>
    <a:masterClrMapping/>
  </p:clrMapOvr>
  <p:transition>
    <p:fade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9pPr>
          </a:lstStyle>
          <a:p>
            <a:fld id="{DAD653E0-5A54-4029-81E9-51F95182747E}" type="slidenum">
              <a:rPr lang="zh-TW" altLang="en-US" b="0">
                <a:ea typeface="新細明體" charset="-120"/>
              </a:rPr>
              <a:pPr/>
              <a:t>10</a:t>
            </a:fld>
            <a:endParaRPr lang="en-US" altLang="zh-TW" b="0">
              <a:ea typeface="新細明體" charset="-120"/>
            </a:endParaRPr>
          </a:p>
        </p:txBody>
      </p:sp>
      <p:sp>
        <p:nvSpPr>
          <p:cNvPr id="10243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eaLnBrk="1" hangingPunct="1"/>
            <a:r>
              <a:rPr lang="en-US" altLang="zh-TW" sz="4000" dirty="0">
                <a:ea typeface="新細明體" charset="-120"/>
              </a:rPr>
              <a:t>3.1. Parentheses</a:t>
            </a:r>
            <a:endParaRPr lang="zh-TW" altLang="en-US" sz="4000" dirty="0">
              <a:ea typeface="新細明體" charset="-120"/>
            </a:endParaRPr>
          </a:p>
        </p:txBody>
      </p:sp>
      <p:sp>
        <p:nvSpPr>
          <p:cNvPr id="10244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228600" y="1066800"/>
            <a:ext cx="8610600" cy="5181600"/>
          </a:xfrm>
        </p:spPr>
        <p:txBody>
          <a:bodyPr vert="horz" lIns="91440" tIns="45720" rIns="91440" bIns="45720" rtlCol="0" anchor="t">
            <a:noAutofit/>
          </a:bodyPr>
          <a:lstStyle/>
          <a:p>
            <a:pPr eaLnBrk="1" hangingPunct="1"/>
            <a:r>
              <a:rPr lang="en-US" altLang="zh-TW" sz="2800" dirty="0">
                <a:ea typeface="新細明體" charset="-120"/>
              </a:rPr>
              <a:t>Use parentheses '</a:t>
            </a:r>
            <a:r>
              <a:rPr lang="en-US" altLang="zh-TW" sz="2800" b="1" dirty="0">
                <a:solidFill>
                  <a:srgbClr val="0070C0"/>
                </a:solidFill>
                <a:latin typeface="Consolas" panose="020B0609020204030204" pitchFamily="49" charset="0"/>
                <a:ea typeface="新細明體" charset="-120"/>
                <a:cs typeface="Consolas" panose="020B0609020204030204" pitchFamily="49" charset="0"/>
              </a:rPr>
              <a:t>(</a:t>
            </a:r>
            <a:r>
              <a:rPr lang="en-US" altLang="zh-TW" sz="2800" dirty="0">
                <a:ea typeface="新細明體" charset="-120"/>
              </a:rPr>
              <a:t>' and '</a:t>
            </a:r>
            <a:r>
              <a:rPr lang="en-US" altLang="zh-TW" sz="2800" b="1" dirty="0">
                <a:solidFill>
                  <a:srgbClr val="0070C0"/>
                </a:solidFill>
                <a:latin typeface="Consolas" panose="020B0609020204030204" pitchFamily="49" charset="0"/>
                <a:ea typeface="新細明體" charset="-120"/>
                <a:cs typeface="Consolas" panose="020B0609020204030204" pitchFamily="49" charset="0"/>
              </a:rPr>
              <a:t>)</a:t>
            </a:r>
            <a:r>
              <a:rPr lang="en-US" altLang="zh-TW" sz="2800" dirty="0">
                <a:ea typeface="新細明體" charset="-120"/>
              </a:rPr>
              <a:t>' to explicitly specify the evaluation order of sub-expressions</a:t>
            </a:r>
          </a:p>
          <a:p>
            <a:pPr eaLnBrk="1" hangingPunct="1">
              <a:buFont typeface="Wingdings" pitchFamily="2" charset="2"/>
              <a:buNone/>
            </a:pPr>
            <a:r>
              <a:rPr lang="en-US" altLang="zh-TW" sz="2800" dirty="0">
                <a:latin typeface="Consolas" panose="020B0609020204030204" pitchFamily="49" charset="0"/>
                <a:ea typeface="新細明體" charset="-120"/>
              </a:rPr>
              <a:t>		</a:t>
            </a:r>
            <a:r>
              <a:rPr lang="en-US" altLang="zh-TW" sz="2800" dirty="0">
                <a:solidFill>
                  <a:srgbClr val="0000FF"/>
                </a:solidFill>
                <a:latin typeface="Consolas" panose="020B0609020204030204" pitchFamily="49" charset="0"/>
                <a:ea typeface="新細明體" charset="-120"/>
              </a:rPr>
              <a:t>	</a:t>
            </a:r>
            <a:r>
              <a:rPr lang="en-US" altLang="zh-TW" sz="2800" b="1" dirty="0">
                <a:solidFill>
                  <a:srgbClr val="0070C0"/>
                </a:solidFill>
                <a:latin typeface="Consolas" panose="020B0609020204030204" pitchFamily="49" charset="0"/>
                <a:ea typeface="新細明體" charset="-120"/>
                <a:cs typeface="Consolas" panose="020B0609020204030204" pitchFamily="49" charset="0"/>
              </a:rPr>
              <a:t>(a + b) * (c + d)</a:t>
            </a:r>
          </a:p>
          <a:p>
            <a:pPr eaLnBrk="1" hangingPunct="1">
              <a:buFont typeface="Wingdings" pitchFamily="2" charset="2"/>
              <a:buNone/>
            </a:pPr>
            <a:endParaRPr lang="en-US" altLang="zh-TW" sz="1800" dirty="0">
              <a:solidFill>
                <a:srgbClr val="0000FF"/>
              </a:solidFill>
              <a:latin typeface="Consolas" panose="020B0609020204030204" pitchFamily="49" charset="0"/>
              <a:ea typeface="新細明體" charset="-120"/>
            </a:endParaRPr>
          </a:p>
          <a:p>
            <a:pPr eaLnBrk="1" hangingPunct="1"/>
            <a:r>
              <a:rPr lang="en-US" altLang="zh-TW" sz="2800" dirty="0">
                <a:ea typeface="新細明體" charset="-120"/>
              </a:rPr>
              <a:t>Multiple levels of parentheses (never use </a:t>
            </a:r>
            <a:r>
              <a:rPr lang="en-US" altLang="zh-TW" sz="2800" dirty="0">
                <a:latin typeface="Consolas" panose="020B0609020204030204" pitchFamily="49" charset="0"/>
                <a:ea typeface="新細明體" charset="-120"/>
                <a:cs typeface="Consolas" panose="020B0609020204030204" pitchFamily="49" charset="0"/>
              </a:rPr>
              <a:t>[ ]</a:t>
            </a:r>
            <a:r>
              <a:rPr lang="en-US" altLang="zh-TW" sz="2800" dirty="0">
                <a:ea typeface="新細明體" charset="-120"/>
              </a:rPr>
              <a:t> or </a:t>
            </a:r>
            <a:r>
              <a:rPr lang="en-US" altLang="zh-TW" sz="2800" dirty="0">
                <a:latin typeface="Consolas" panose="020B0609020204030204" pitchFamily="49" charset="0"/>
                <a:ea typeface="新細明體" charset="-120"/>
                <a:cs typeface="Consolas" panose="020B0609020204030204" pitchFamily="49" charset="0"/>
              </a:rPr>
              <a:t>{ }</a:t>
            </a:r>
            <a:r>
              <a:rPr lang="en-US" altLang="zh-TW" sz="2800" dirty="0">
                <a:latin typeface="Calibri" panose="020F0502020204030204" pitchFamily="34" charset="0"/>
                <a:ea typeface="新細明體" charset="-120"/>
                <a:cs typeface="Calibri" panose="020F0502020204030204" pitchFamily="34" charset="0"/>
              </a:rPr>
              <a:t>!)</a:t>
            </a:r>
          </a:p>
          <a:p>
            <a:pPr eaLnBrk="1" hangingPunct="1">
              <a:buFont typeface="Wingdings" pitchFamily="2" charset="2"/>
              <a:buNone/>
            </a:pPr>
            <a:r>
              <a:rPr lang="en-US" altLang="zh-TW" sz="2800" dirty="0">
                <a:solidFill>
                  <a:srgbClr val="0000FF"/>
                </a:solidFill>
                <a:latin typeface="Consolas" panose="020B0609020204030204" pitchFamily="49" charset="0"/>
                <a:ea typeface="新細明體" charset="-120"/>
              </a:rPr>
              <a:t>   </a:t>
            </a:r>
            <a:r>
              <a:rPr lang="en-US" altLang="zh-TW" sz="2800" dirty="0">
                <a:solidFill>
                  <a:srgbClr val="0070C0"/>
                </a:solidFill>
                <a:latin typeface="Consolas" panose="020B0609020204030204" pitchFamily="49" charset="0"/>
                <a:ea typeface="新細明體" charset="-120"/>
              </a:rPr>
              <a:t>((a + b) * (a + b) - c) * (d - e)</a:t>
            </a:r>
          </a:p>
          <a:p>
            <a:pPr eaLnBrk="1" hangingPunct="1"/>
            <a:endParaRPr lang="en-US" altLang="zh-TW" sz="2000" dirty="0">
              <a:ea typeface="新細明體" charset="-120"/>
            </a:endParaRPr>
          </a:p>
          <a:p>
            <a:r>
              <a:rPr lang="en-US" altLang="zh-TW" sz="2800" b="1" dirty="0">
                <a:ea typeface="新細明體"/>
              </a:rPr>
              <a:t>Tips: </a:t>
            </a:r>
            <a:r>
              <a:rPr lang="en-US" altLang="zh-TW" sz="2800" dirty="0">
                <a:ea typeface="新細明體"/>
              </a:rPr>
              <a:t>Use parentheses </a:t>
            </a:r>
            <a:r>
              <a:rPr lang="en-US" altLang="zh-TW" sz="2800" u="sng" dirty="0">
                <a:ea typeface="新細明體"/>
              </a:rPr>
              <a:t>for clarity</a:t>
            </a:r>
            <a:r>
              <a:rPr lang="en-US" altLang="zh-TW" sz="2800" dirty="0">
                <a:ea typeface="新細明體"/>
              </a:rPr>
              <a:t> or when you are not sure about the precedence of the operators. We shall learn more about precedence when we learn other operators.</a:t>
            </a:r>
            <a:endParaRPr lang="en-US" altLang="zh-TW" sz="2800" dirty="0">
              <a:ea typeface="新細明體" charset="-120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3445615455"/>
      </p:ext>
    </p:extLst>
  </p:cSld>
  <p:clrMapOvr>
    <a:masterClrMapping/>
  </p:clrMapOvr>
  <p:transition>
    <p:fade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9pPr>
          </a:lstStyle>
          <a:p>
            <a:fld id="{49105453-FB00-4968-B810-A6B0F8261565}" type="slidenum">
              <a:rPr lang="zh-TW" altLang="en-US" b="0">
                <a:ea typeface="新細明體" charset="-120"/>
              </a:rPr>
              <a:pPr/>
              <a:t>11</a:t>
            </a:fld>
            <a:endParaRPr lang="en-US" altLang="zh-TW" b="0">
              <a:ea typeface="新細明體" charset="-120"/>
            </a:endParaRPr>
          </a:p>
        </p:txBody>
      </p:sp>
      <p:sp>
        <p:nvSpPr>
          <p:cNvPr id="11267" name="Rectangle 2"/>
          <p:cNvSpPr>
            <a:spLocks noGrp="1" noChangeArrowheads="1"/>
          </p:cNvSpPr>
          <p:nvPr>
            <p:ph type="title"/>
          </p:nvPr>
        </p:nvSpPr>
        <p:spPr>
          <a:xfrm>
            <a:off x="228600" y="152400"/>
            <a:ext cx="8462963" cy="762000"/>
          </a:xfrm>
        </p:spPr>
        <p:txBody>
          <a:bodyPr/>
          <a:lstStyle/>
          <a:p>
            <a:pPr eaLnBrk="1" hangingPunct="1"/>
            <a:r>
              <a:rPr lang="en-US" altLang="zh-TW" dirty="0">
                <a:ea typeface="新細明體"/>
              </a:rPr>
              <a:t>4. Expressions</a:t>
            </a:r>
            <a:endParaRPr lang="zh-TW" altLang="en-US" dirty="0">
              <a:ea typeface="新細明體"/>
            </a:endParaRPr>
          </a:p>
        </p:txBody>
      </p:sp>
      <p:sp>
        <p:nvSpPr>
          <p:cNvPr id="40038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381000" y="1085850"/>
            <a:ext cx="8534400" cy="5129213"/>
          </a:xfrm>
        </p:spPr>
        <p:txBody>
          <a:bodyPr>
            <a:normAutofit/>
          </a:bodyPr>
          <a:lstStyle/>
          <a:p>
            <a:pPr eaLnBrk="1" hangingPunct="1"/>
            <a:r>
              <a:rPr lang="en-US" altLang="zh-TW" sz="2800" dirty="0">
                <a:ea typeface="新細明體" charset="-120"/>
              </a:rPr>
              <a:t>An </a:t>
            </a:r>
            <a:r>
              <a:rPr lang="en-US" altLang="zh-TW" sz="2800" i="1" dirty="0">
                <a:solidFill>
                  <a:srgbClr val="0070C0"/>
                </a:solidFill>
                <a:ea typeface="新細明體" charset="-120"/>
              </a:rPr>
              <a:t>expression</a:t>
            </a:r>
            <a:r>
              <a:rPr lang="en-US" altLang="zh-TW" sz="2800" dirty="0">
                <a:solidFill>
                  <a:srgbClr val="0070C0"/>
                </a:solidFill>
                <a:ea typeface="新細明體" charset="-120"/>
              </a:rPr>
              <a:t> </a:t>
            </a:r>
            <a:r>
              <a:rPr lang="en-US" altLang="zh-TW" sz="2800" dirty="0">
                <a:ea typeface="新細明體" charset="-120"/>
              </a:rPr>
              <a:t>is a combination of operators, constants, variables, and function calls</a:t>
            </a:r>
          </a:p>
          <a:p>
            <a:pPr lvl="1" eaLnBrk="1" hangingPunct="1"/>
            <a:r>
              <a:rPr lang="en-US" altLang="zh-TW" sz="2400" dirty="0">
                <a:ea typeface="新細明體" charset="-120"/>
              </a:rPr>
              <a:t>e.g.</a:t>
            </a:r>
            <a:r>
              <a:rPr lang="en-US" altLang="zh-TW" sz="2400" dirty="0">
                <a:latin typeface="Consolas" panose="020B0609020204030204" pitchFamily="49" charset="0"/>
                <a:ea typeface="新細明體" charset="-120"/>
              </a:rPr>
              <a:t>: </a:t>
            </a:r>
            <a:r>
              <a:rPr lang="en-US" altLang="zh-TW" sz="2400" b="1" dirty="0">
                <a:latin typeface="Consolas" panose="020B0609020204030204" pitchFamily="49" charset="0"/>
                <a:ea typeface="新細明體" charset="-120"/>
                <a:cs typeface="Consolas" panose="020B0609020204030204" pitchFamily="49" charset="0"/>
              </a:rPr>
              <a:t>	30</a:t>
            </a:r>
          </a:p>
          <a:p>
            <a:pPr lvl="1" eaLnBrk="1" hangingPunct="1">
              <a:buFont typeface="Wingdings" pitchFamily="2" charset="2"/>
              <a:buNone/>
            </a:pPr>
            <a:r>
              <a:rPr lang="en-US" altLang="zh-TW" sz="2400" b="1" dirty="0">
                <a:latin typeface="Consolas" panose="020B0609020204030204" pitchFamily="49" charset="0"/>
                <a:ea typeface="新細明體" charset="-120"/>
                <a:cs typeface="Consolas" panose="020B0609020204030204" pitchFamily="49" charset="0"/>
              </a:rPr>
              <a:t>			24 + a </a:t>
            </a:r>
          </a:p>
          <a:p>
            <a:pPr lvl="1" eaLnBrk="1" hangingPunct="1">
              <a:buFont typeface="Wingdings" pitchFamily="2" charset="2"/>
              <a:buNone/>
            </a:pPr>
            <a:r>
              <a:rPr lang="en-US" altLang="zh-TW" sz="2400" b="1" dirty="0">
                <a:latin typeface="Consolas" panose="020B0609020204030204" pitchFamily="49" charset="0"/>
                <a:ea typeface="新細明體" charset="-120"/>
                <a:cs typeface="Consolas" panose="020B0609020204030204" pitchFamily="49" charset="0"/>
              </a:rPr>
              <a:t>			d = b * b - 4 * a * c</a:t>
            </a:r>
          </a:p>
          <a:p>
            <a:pPr lvl="1" eaLnBrk="1" hangingPunct="1">
              <a:buFont typeface="Wingdings" pitchFamily="2" charset="2"/>
              <a:buNone/>
            </a:pPr>
            <a:r>
              <a:rPr lang="en-US" altLang="zh-TW" sz="2400" b="1" dirty="0">
                <a:latin typeface="Consolas" panose="020B0609020204030204" pitchFamily="49" charset="0"/>
                <a:ea typeface="新細明體" charset="-120"/>
                <a:cs typeface="Consolas" panose="020B0609020204030204" pitchFamily="49" charset="0"/>
              </a:rPr>
              <a:t>			</a:t>
            </a:r>
            <a:r>
              <a:rPr lang="en-US" altLang="zh-TW" sz="2400" b="1" dirty="0" err="1">
                <a:latin typeface="Consolas" panose="020B0609020204030204" pitchFamily="49" charset="0"/>
                <a:ea typeface="新細明體" charset="-120"/>
                <a:cs typeface="Consolas" panose="020B0609020204030204" pitchFamily="49" charset="0"/>
              </a:rPr>
              <a:t>sqrt</a:t>
            </a:r>
            <a:r>
              <a:rPr lang="en-US" altLang="zh-TW" sz="2400" b="1" dirty="0">
                <a:latin typeface="Consolas" panose="020B0609020204030204" pitchFamily="49" charset="0"/>
                <a:ea typeface="新細明體" charset="-120"/>
                <a:cs typeface="Consolas" panose="020B0609020204030204" pitchFamily="49" charset="0"/>
              </a:rPr>
              <a:t>(4.0) + a * </a:t>
            </a:r>
            <a:r>
              <a:rPr lang="en-US" altLang="zh-TW" sz="2400" b="1" dirty="0" err="1">
                <a:latin typeface="Consolas" panose="020B0609020204030204" pitchFamily="49" charset="0"/>
                <a:ea typeface="新細明體" charset="-120"/>
                <a:cs typeface="Consolas" panose="020B0609020204030204" pitchFamily="49" charset="0"/>
              </a:rPr>
              <a:t>sqrt</a:t>
            </a:r>
            <a:r>
              <a:rPr lang="en-US" altLang="zh-TW" sz="2400" b="1" dirty="0">
                <a:latin typeface="Consolas" panose="020B0609020204030204" pitchFamily="49" charset="0"/>
                <a:ea typeface="新細明體" charset="-120"/>
                <a:cs typeface="Consolas" panose="020B0609020204030204" pitchFamily="49" charset="0"/>
              </a:rPr>
              <a:t>(9.0)</a:t>
            </a:r>
          </a:p>
          <a:p>
            <a:pPr eaLnBrk="1" hangingPunct="1"/>
            <a:endParaRPr lang="en-US" altLang="zh-TW" sz="1100" dirty="0">
              <a:latin typeface="Consolas" panose="020B0609020204030204" pitchFamily="49" charset="0"/>
              <a:ea typeface="新細明體" charset="-120"/>
            </a:endParaRPr>
          </a:p>
          <a:p>
            <a:pPr eaLnBrk="1" hangingPunct="1"/>
            <a:r>
              <a:rPr lang="en-US" altLang="zh-TW" sz="2800" dirty="0">
                <a:ea typeface="新細明體" charset="-120"/>
              </a:rPr>
              <a:t>An expression </a:t>
            </a:r>
          </a:p>
          <a:p>
            <a:pPr lvl="1" eaLnBrk="1" hangingPunct="1"/>
            <a:r>
              <a:rPr lang="en-US" altLang="zh-TW" sz="2400" dirty="0">
                <a:ea typeface="新細明體" charset="-120"/>
              </a:rPr>
              <a:t>Can </a:t>
            </a:r>
            <a:r>
              <a:rPr lang="en-US" altLang="zh-TW" sz="2400" u="sng" dirty="0">
                <a:ea typeface="新細明體" charset="-120"/>
              </a:rPr>
              <a:t>always be evaluated to a value</a:t>
            </a:r>
            <a:r>
              <a:rPr lang="en-US" altLang="zh-TW" sz="2400" dirty="0">
                <a:ea typeface="新細明體" charset="-120"/>
              </a:rPr>
              <a:t> (of some data type)</a:t>
            </a:r>
          </a:p>
          <a:p>
            <a:pPr lvl="1" eaLnBrk="1" hangingPunct="1"/>
            <a:r>
              <a:rPr lang="en-US" altLang="zh-TW" sz="2400" dirty="0">
                <a:ea typeface="新細明體" charset="-120"/>
              </a:rPr>
              <a:t>Can be part of another expression</a:t>
            </a:r>
          </a:p>
        </p:txBody>
      </p:sp>
    </p:spTree>
    <p:extLst>
      <p:ext uri="{BB962C8B-B14F-4D97-AF65-F5344CB8AC3E}">
        <p14:creationId xmlns:p14="http://schemas.microsoft.com/office/powerpoint/2010/main" val="1280065568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038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038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0387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§"/>
              <a:defRPr sz="28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§"/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fld id="{92818FE9-D1A1-44CE-8520-38084D180701}" type="slidenum">
              <a:rPr lang="zh-TW" altLang="en-US" sz="1000" smtClean="0">
                <a:ea typeface="新細明體" charset="-120"/>
              </a:rPr>
              <a:pPr>
                <a:spcBef>
                  <a:spcPct val="0"/>
                </a:spcBef>
                <a:buClrTx/>
                <a:buFontTx/>
                <a:buNone/>
              </a:pPr>
              <a:t>12</a:t>
            </a:fld>
            <a:endParaRPr lang="en-US" altLang="zh-TW" sz="1000">
              <a:ea typeface="新細明體" charset="-120"/>
            </a:endParaRPr>
          </a:p>
        </p:txBody>
      </p:sp>
      <p:sp>
        <p:nvSpPr>
          <p:cNvPr id="12291" name="Rectangle 2"/>
          <p:cNvSpPr>
            <a:spLocks noGrp="1" noChangeArrowheads="1"/>
          </p:cNvSpPr>
          <p:nvPr>
            <p:ph type="title"/>
          </p:nvPr>
        </p:nvSpPr>
        <p:spPr>
          <a:xfrm>
            <a:off x="152400" y="165100"/>
            <a:ext cx="8539163" cy="749300"/>
          </a:xfrm>
        </p:spPr>
        <p:txBody>
          <a:bodyPr>
            <a:noAutofit/>
          </a:bodyPr>
          <a:lstStyle/>
          <a:p>
            <a:pPr eaLnBrk="1" hangingPunct="1"/>
            <a:r>
              <a:rPr lang="en-US" altLang="zh-TW" dirty="0">
                <a:ea typeface="新細明體"/>
              </a:rPr>
              <a:t>5. Assignment Operators</a:t>
            </a:r>
            <a:endParaRPr lang="zh-TW" altLang="en-US" dirty="0">
              <a:ea typeface="新細明體"/>
            </a:endParaRPr>
          </a:p>
        </p:txBody>
      </p:sp>
      <p:sp>
        <p:nvSpPr>
          <p:cNvPr id="39117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304800" y="1219200"/>
            <a:ext cx="8529637" cy="4854575"/>
          </a:xfrm>
        </p:spPr>
        <p:txBody>
          <a:bodyPr/>
          <a:lstStyle/>
          <a:p>
            <a:pPr eaLnBrk="1" hangingPunct="1">
              <a:lnSpc>
                <a:spcPct val="90000"/>
              </a:lnSpc>
              <a:buFont typeface="Wingdings" pitchFamily="2" charset="2"/>
              <a:buNone/>
            </a:pPr>
            <a:r>
              <a:rPr lang="en-US" altLang="zh-TW" sz="2800" b="1" dirty="0">
                <a:solidFill>
                  <a:srgbClr val="0070C0"/>
                </a:solidFill>
                <a:latin typeface="Consolas" panose="020B0609020204030204" pitchFamily="49" charset="0"/>
                <a:ea typeface="新細明體" charset="-120"/>
                <a:cs typeface="Consolas" panose="020B0609020204030204" pitchFamily="49" charset="0"/>
              </a:rPr>
              <a:t>			variable = expression</a:t>
            </a:r>
          </a:p>
          <a:p>
            <a:pPr eaLnBrk="1" hangingPunct="1">
              <a:lnSpc>
                <a:spcPct val="90000"/>
              </a:lnSpc>
              <a:buFont typeface="Wingdings" pitchFamily="2" charset="2"/>
              <a:buNone/>
            </a:pPr>
            <a:r>
              <a:rPr lang="en-US" altLang="zh-TW" sz="1600" dirty="0">
                <a:ea typeface="新細明體" charset="-120"/>
              </a:rPr>
              <a:t> </a:t>
            </a:r>
          </a:p>
          <a:p>
            <a:pPr eaLnBrk="1" hangingPunct="1">
              <a:lnSpc>
                <a:spcPct val="90000"/>
              </a:lnSpc>
            </a:pPr>
            <a:r>
              <a:rPr lang="en-US" altLang="zh-TW" sz="2400" dirty="0">
                <a:ea typeface="新細明體" charset="-120"/>
              </a:rPr>
              <a:t>Low precedence, </a:t>
            </a:r>
            <a:r>
              <a:rPr lang="en-US" altLang="zh-TW" sz="2400" i="1" dirty="0">
                <a:solidFill>
                  <a:srgbClr val="990000"/>
                </a:solidFill>
                <a:ea typeface="新細明體" charset="-120"/>
              </a:rPr>
              <a:t>right-to-left</a:t>
            </a:r>
            <a:r>
              <a:rPr lang="en-US" altLang="zh-TW" sz="2400" dirty="0">
                <a:ea typeface="新細明體" charset="-120"/>
              </a:rPr>
              <a:t> associativity</a:t>
            </a:r>
          </a:p>
          <a:p>
            <a:pPr eaLnBrk="1" hangingPunct="1">
              <a:lnSpc>
                <a:spcPct val="90000"/>
              </a:lnSpc>
              <a:buFont typeface="Wingdings" pitchFamily="2" charset="2"/>
              <a:buNone/>
            </a:pPr>
            <a:endParaRPr lang="en-US" altLang="zh-TW" sz="1600" dirty="0">
              <a:ea typeface="新細明體" charset="-120"/>
            </a:endParaRPr>
          </a:p>
          <a:p>
            <a:pPr eaLnBrk="1" hangingPunct="1">
              <a:lnSpc>
                <a:spcPct val="90000"/>
              </a:lnSpc>
            </a:pPr>
            <a:r>
              <a:rPr lang="en-US" altLang="zh-TW" sz="2400" b="1" dirty="0">
                <a:solidFill>
                  <a:srgbClr val="0070C0"/>
                </a:solidFill>
                <a:latin typeface="Consolas" panose="020B0609020204030204" pitchFamily="49" charset="0"/>
                <a:ea typeface="新細明體" charset="-120"/>
                <a:cs typeface="Consolas" panose="020B0609020204030204" pitchFamily="49" charset="0"/>
              </a:rPr>
              <a:t>expression</a:t>
            </a:r>
            <a:r>
              <a:rPr lang="en-US" altLang="zh-TW" sz="2400" dirty="0">
                <a:ea typeface="新細明體" charset="-120"/>
              </a:rPr>
              <a:t> is evaluated first and the evaluated value is assigned to </a:t>
            </a:r>
            <a:r>
              <a:rPr lang="en-US" altLang="zh-TW" sz="2400" b="1" dirty="0">
                <a:solidFill>
                  <a:srgbClr val="0070C0"/>
                </a:solidFill>
                <a:latin typeface="Consolas" panose="020B0609020204030204" pitchFamily="49" charset="0"/>
                <a:ea typeface="新細明體" charset="-120"/>
                <a:cs typeface="Consolas" panose="020B0609020204030204" pitchFamily="49" charset="0"/>
              </a:rPr>
              <a:t>variable</a:t>
            </a:r>
            <a:r>
              <a:rPr lang="en-US" altLang="zh-TW" sz="2400" dirty="0">
                <a:ea typeface="新細明體" charset="-120"/>
              </a:rPr>
              <a:t>.</a:t>
            </a:r>
          </a:p>
          <a:p>
            <a:pPr eaLnBrk="1" hangingPunct="1">
              <a:lnSpc>
                <a:spcPct val="90000"/>
              </a:lnSpc>
              <a:buFont typeface="Wingdings" pitchFamily="2" charset="2"/>
              <a:buNone/>
            </a:pPr>
            <a:endParaRPr lang="en-US" altLang="zh-TW" sz="1600" dirty="0">
              <a:ea typeface="新細明體" charset="-120"/>
            </a:endParaRPr>
          </a:p>
          <a:p>
            <a:pPr eaLnBrk="1" hangingPunct="1">
              <a:lnSpc>
                <a:spcPct val="90000"/>
              </a:lnSpc>
            </a:pPr>
            <a:r>
              <a:rPr lang="en-US" altLang="zh-TW" sz="2400" b="1" i="1" dirty="0">
                <a:ea typeface="新細明體" charset="-120"/>
              </a:rPr>
              <a:t>Important:</a:t>
            </a:r>
            <a:r>
              <a:rPr lang="en-US" altLang="zh-TW" sz="2400" dirty="0">
                <a:ea typeface="新細明體" charset="-120"/>
              </a:rPr>
              <a:t> "</a:t>
            </a:r>
            <a:r>
              <a:rPr lang="en-US" altLang="zh-TW" sz="2400" b="1" dirty="0">
                <a:solidFill>
                  <a:srgbClr val="0070C0"/>
                </a:solidFill>
                <a:latin typeface="Consolas" panose="020B0609020204030204" pitchFamily="49" charset="0"/>
                <a:ea typeface="新細明體" charset="-120"/>
                <a:cs typeface="Consolas" panose="020B0609020204030204" pitchFamily="49" charset="0"/>
              </a:rPr>
              <a:t>variable = expression</a:t>
            </a:r>
            <a:r>
              <a:rPr lang="en-US" altLang="zh-TW" sz="2400" dirty="0">
                <a:ea typeface="新細明體" charset="-120"/>
              </a:rPr>
              <a:t>" is also an expression which evaluates to the value of </a:t>
            </a:r>
            <a:r>
              <a:rPr lang="en-US" altLang="zh-TW" sz="2400" b="1" dirty="0">
                <a:solidFill>
                  <a:srgbClr val="0070C0"/>
                </a:solidFill>
                <a:latin typeface="Consolas" panose="020B0609020204030204" pitchFamily="49" charset="0"/>
                <a:ea typeface="新細明體" charset="-120"/>
                <a:cs typeface="Consolas" panose="020B0609020204030204" pitchFamily="49" charset="0"/>
              </a:rPr>
              <a:t>variable</a:t>
            </a:r>
            <a:r>
              <a:rPr lang="en-US" altLang="zh-TW" sz="2400" dirty="0">
                <a:ea typeface="新細明體" charset="-120"/>
              </a:rPr>
              <a:t>.</a:t>
            </a:r>
          </a:p>
          <a:p>
            <a:pPr marL="457200" lvl="1" indent="0" eaLnBrk="1" hangingPunct="1">
              <a:lnSpc>
                <a:spcPct val="90000"/>
              </a:lnSpc>
              <a:buNone/>
            </a:pPr>
            <a:r>
              <a:rPr lang="en-US" altLang="zh-TW" sz="2400" dirty="0">
                <a:ea typeface="新細明體" charset="-120"/>
              </a:rPr>
              <a:t>e.g.:</a:t>
            </a:r>
          </a:p>
          <a:p>
            <a:pPr marL="457200" lvl="1" indent="0" eaLnBrk="1" hangingPunct="1">
              <a:lnSpc>
                <a:spcPct val="90000"/>
              </a:lnSpc>
              <a:buNone/>
            </a:pPr>
            <a:r>
              <a:rPr lang="en-US" altLang="zh-TW" sz="2400" dirty="0">
                <a:ea typeface="新細明體" charset="-120"/>
              </a:rPr>
              <a:t>	 </a:t>
            </a:r>
            <a:r>
              <a:rPr lang="en-US" altLang="zh-TW" sz="2400" dirty="0">
                <a:latin typeface="Consolas" panose="020B0609020204030204" pitchFamily="49" charset="0"/>
                <a:ea typeface="新細明體" charset="-120"/>
              </a:rPr>
              <a:t>	</a:t>
            </a:r>
            <a:r>
              <a:rPr lang="en-US" altLang="zh-TW" sz="2400" b="1" dirty="0">
                <a:latin typeface="Consolas" panose="020B0609020204030204" pitchFamily="49" charset="0"/>
                <a:ea typeface="新細明體" charset="-120"/>
                <a:cs typeface="Consolas" panose="020B0609020204030204" pitchFamily="49" charset="0"/>
              </a:rPr>
              <a:t>var1 = var2 = 3 + 2</a:t>
            </a:r>
            <a:endParaRPr lang="en-US" altLang="zh-TW" sz="2400" dirty="0">
              <a:latin typeface="Consolas" panose="020B0609020204030204" pitchFamily="49" charset="0"/>
              <a:ea typeface="新細明體" charset="-120"/>
              <a:cs typeface="Consolas" panose="020B0609020204030204" pitchFamily="49" charset="0"/>
            </a:endParaRPr>
          </a:p>
          <a:p>
            <a:pPr lvl="1" eaLnBrk="1" hangingPunct="1">
              <a:lnSpc>
                <a:spcPct val="90000"/>
              </a:lnSpc>
              <a:buFont typeface="Wingdings" pitchFamily="2" charset="2"/>
              <a:buNone/>
            </a:pPr>
            <a:r>
              <a:rPr lang="en-US" altLang="zh-TW" sz="2400" dirty="0">
                <a:ea typeface="新細明體" charset="-120"/>
              </a:rPr>
              <a:t>is evaluated as </a:t>
            </a:r>
          </a:p>
          <a:p>
            <a:pPr lvl="1" eaLnBrk="1" hangingPunct="1">
              <a:lnSpc>
                <a:spcPct val="90000"/>
              </a:lnSpc>
              <a:buFont typeface="Wingdings" pitchFamily="2" charset="2"/>
              <a:buNone/>
            </a:pPr>
            <a:r>
              <a:rPr lang="en-US" altLang="zh-TW" sz="2400" dirty="0">
                <a:latin typeface="Consolas" panose="020B0609020204030204" pitchFamily="49" charset="0"/>
                <a:ea typeface="新細明體" charset="-120"/>
              </a:rPr>
              <a:t>			</a:t>
            </a:r>
            <a:r>
              <a:rPr lang="en-US" altLang="zh-TW" sz="2400" b="1" dirty="0">
                <a:latin typeface="Consolas" panose="020B0609020204030204" pitchFamily="49" charset="0"/>
                <a:ea typeface="新細明體" charset="-120"/>
                <a:cs typeface="Consolas" panose="020B0609020204030204" pitchFamily="49" charset="0"/>
              </a:rPr>
              <a:t>var1 = (var2 = (3 + 2))</a:t>
            </a:r>
          </a:p>
        </p:txBody>
      </p:sp>
    </p:spTree>
    <p:extLst>
      <p:ext uri="{BB962C8B-B14F-4D97-AF65-F5344CB8AC3E}">
        <p14:creationId xmlns:p14="http://schemas.microsoft.com/office/powerpoint/2010/main" val="666515464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117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117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1171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1171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1171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1171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§"/>
              <a:defRPr sz="28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§"/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fld id="{98DE4BF1-0D16-4BB4-919E-E267A86E81D3}" type="slidenum">
              <a:rPr lang="zh-TW" altLang="en-US" sz="1000" smtClean="0">
                <a:ea typeface="新細明體" charset="-120"/>
              </a:rPr>
              <a:pPr>
                <a:spcBef>
                  <a:spcPct val="0"/>
                </a:spcBef>
                <a:buClrTx/>
                <a:buFontTx/>
                <a:buNone/>
              </a:pPr>
              <a:t>13</a:t>
            </a:fld>
            <a:endParaRPr lang="en-US" altLang="zh-TW" sz="1000">
              <a:ea typeface="新細明體" charset="-120"/>
            </a:endParaRPr>
          </a:p>
        </p:txBody>
      </p:sp>
      <p:sp>
        <p:nvSpPr>
          <p:cNvPr id="13315" name="Rectangle 8"/>
          <p:cNvSpPr>
            <a:spLocks noChangeArrowheads="1"/>
          </p:cNvSpPr>
          <p:nvPr/>
        </p:nvSpPr>
        <p:spPr bwMode="auto">
          <a:xfrm>
            <a:off x="533400" y="279400"/>
            <a:ext cx="8610600" cy="1076325"/>
          </a:xfrm>
          <a:prstGeom prst="rect">
            <a:avLst/>
          </a:prstGeom>
          <a:solidFill>
            <a:srgbClr val="FFFFFF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/>
          <a:lstStyle>
            <a:lvl1pPr defTabSz="463550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§"/>
              <a:tabLst>
                <a:tab pos="0" algn="l"/>
              </a:tabLst>
              <a:defRPr sz="2800">
                <a:solidFill>
                  <a:schemeClr val="tx1"/>
                </a:solidFill>
                <a:latin typeface="Arial" charset="0"/>
              </a:defRPr>
            </a:lvl1pPr>
            <a:lvl2pPr marL="742950" indent="-285750" defTabSz="463550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§"/>
              <a:tabLst>
                <a:tab pos="0" algn="l"/>
              </a:tabLst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 defTabSz="463550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§"/>
              <a:tabLst>
                <a:tab pos="0" algn="l"/>
              </a:tabLst>
              <a:defRPr sz="2000">
                <a:solidFill>
                  <a:schemeClr val="tx1"/>
                </a:solidFill>
                <a:latin typeface="Arial" charset="0"/>
              </a:defRPr>
            </a:lvl3pPr>
            <a:lvl4pPr marL="1600200" indent="-228600" defTabSz="463550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§"/>
              <a:tabLst>
                <a:tab pos="0" algn="l"/>
              </a:tabLst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 defTabSz="463550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§"/>
              <a:tabLst>
                <a:tab pos="0" algn="l"/>
              </a:tabLst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defTabSz="46355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buChar char="§"/>
              <a:tabLst>
                <a:tab pos="0" algn="l"/>
              </a:tabLst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defTabSz="46355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buChar char="§"/>
              <a:tabLst>
                <a:tab pos="0" algn="l"/>
              </a:tabLst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defTabSz="46355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buChar char="§"/>
              <a:tabLst>
                <a:tab pos="0" algn="l"/>
              </a:tabLst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defTabSz="46355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buChar char="§"/>
              <a:tabLst>
                <a:tab pos="0" algn="l"/>
              </a:tabLst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TW" sz="2000" dirty="0" err="1">
                <a:solidFill>
                  <a:srgbClr val="0000FF"/>
                </a:solidFill>
                <a:latin typeface="Consolas" panose="020B0609020204030204" pitchFamily="49" charset="0"/>
                <a:ea typeface="新細明體" charset="-120"/>
                <a:cs typeface="Consolas" panose="020B0609020204030204" pitchFamily="49" charset="0"/>
              </a:rPr>
              <a:t>int</a:t>
            </a:r>
            <a:r>
              <a:rPr lang="en-US" altLang="zh-TW" sz="2000" dirty="0">
                <a:solidFill>
                  <a:srgbClr val="000000"/>
                </a:solidFill>
                <a:latin typeface="Consolas" panose="020B0609020204030204" pitchFamily="49" charset="0"/>
                <a:ea typeface="新細明體" charset="-120"/>
                <a:cs typeface="Consolas" panose="020B0609020204030204" pitchFamily="49" charset="0"/>
              </a:rPr>
              <a:t> a = </a:t>
            </a:r>
            <a:r>
              <a:rPr lang="en-US" altLang="zh-TW" sz="2000" dirty="0">
                <a:solidFill>
                  <a:srgbClr val="3498F2"/>
                </a:solidFill>
                <a:latin typeface="Consolas" panose="020B0609020204030204" pitchFamily="49" charset="0"/>
                <a:ea typeface="新細明體" charset="-120"/>
                <a:cs typeface="Consolas" panose="020B0609020204030204" pitchFamily="49" charset="0"/>
              </a:rPr>
              <a:t>0</a:t>
            </a:r>
            <a:r>
              <a:rPr lang="en-US" altLang="zh-TW" sz="2000" dirty="0">
                <a:solidFill>
                  <a:srgbClr val="000000"/>
                </a:solidFill>
                <a:latin typeface="Consolas" panose="020B0609020204030204" pitchFamily="49" charset="0"/>
                <a:ea typeface="新細明體" charset="-120"/>
                <a:cs typeface="Consolas" panose="020B0609020204030204" pitchFamily="49" charset="0"/>
              </a:rPr>
              <a:t>, b = </a:t>
            </a:r>
            <a:r>
              <a:rPr lang="en-US" altLang="zh-TW" sz="2000" dirty="0">
                <a:solidFill>
                  <a:srgbClr val="3498F2"/>
                </a:solidFill>
                <a:latin typeface="Consolas" panose="020B0609020204030204" pitchFamily="49" charset="0"/>
                <a:ea typeface="新細明體" charset="-120"/>
                <a:cs typeface="Consolas" panose="020B0609020204030204" pitchFamily="49" charset="0"/>
              </a:rPr>
              <a:t>2</a:t>
            </a:r>
            <a:r>
              <a:rPr lang="en-US" altLang="zh-TW" sz="2000" dirty="0">
                <a:latin typeface="Consolas" panose="020B0609020204030204" pitchFamily="49" charset="0"/>
                <a:ea typeface="新細明體" charset="-120"/>
                <a:cs typeface="Consolas" panose="020B0609020204030204" pitchFamily="49" charset="0"/>
              </a:rPr>
              <a:t>, c;</a:t>
            </a:r>
          </a:p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TW" sz="2000" dirty="0">
                <a:solidFill>
                  <a:srgbClr val="0000FF"/>
                </a:solidFill>
                <a:latin typeface="Consolas" panose="020B0609020204030204" pitchFamily="49" charset="0"/>
                <a:ea typeface="新細明體" charset="-120"/>
                <a:cs typeface="Consolas" panose="020B0609020204030204" pitchFamily="49" charset="0"/>
              </a:rPr>
              <a:t>double</a:t>
            </a:r>
            <a:r>
              <a:rPr lang="en-US" altLang="zh-TW" sz="2000" dirty="0">
                <a:solidFill>
                  <a:srgbClr val="000000"/>
                </a:solidFill>
                <a:latin typeface="Consolas" panose="020B0609020204030204" pitchFamily="49" charset="0"/>
                <a:ea typeface="新細明體" charset="-120"/>
                <a:cs typeface="Consolas" panose="020B0609020204030204" pitchFamily="49" charset="0"/>
              </a:rPr>
              <a:t> pi = </a:t>
            </a:r>
            <a:r>
              <a:rPr lang="en-US" altLang="zh-TW" sz="2000" dirty="0">
                <a:solidFill>
                  <a:srgbClr val="6699FF"/>
                </a:solidFill>
                <a:latin typeface="Consolas" panose="020B0609020204030204" pitchFamily="49" charset="0"/>
                <a:ea typeface="新細明體" charset="-120"/>
                <a:cs typeface="Consolas" panose="020B0609020204030204" pitchFamily="49" charset="0"/>
              </a:rPr>
              <a:t>3.1416</a:t>
            </a:r>
            <a:r>
              <a:rPr lang="en-US" altLang="zh-TW" sz="2000" dirty="0">
                <a:solidFill>
                  <a:srgbClr val="000000"/>
                </a:solidFill>
                <a:latin typeface="Consolas" panose="020B0609020204030204" pitchFamily="49" charset="0"/>
                <a:ea typeface="新細明體" charset="-120"/>
                <a:cs typeface="Consolas" panose="020B0609020204030204" pitchFamily="49" charset="0"/>
              </a:rPr>
              <a:t>;</a:t>
            </a:r>
          </a:p>
          <a:p>
            <a:pPr eaLnBrk="1" hangingPunct="1">
              <a:spcBef>
                <a:spcPct val="0"/>
              </a:spcBef>
              <a:buClrTx/>
              <a:buFontTx/>
              <a:buNone/>
            </a:pPr>
            <a:endParaRPr lang="en-US" altLang="zh-TW" sz="2000" dirty="0">
              <a:solidFill>
                <a:srgbClr val="000000"/>
              </a:solidFill>
              <a:latin typeface="Consolas" panose="020B0609020204030204" pitchFamily="49" charset="0"/>
              <a:ea typeface="新細明體" charset="-120"/>
              <a:cs typeface="Consolas" panose="020B0609020204030204" pitchFamily="49" charset="0"/>
            </a:endParaRPr>
          </a:p>
        </p:txBody>
      </p:sp>
      <p:sp>
        <p:nvSpPr>
          <p:cNvPr id="13316" name="Rectangle 9"/>
          <p:cNvSpPr>
            <a:spLocks noChangeArrowheads="1"/>
          </p:cNvSpPr>
          <p:nvPr/>
        </p:nvSpPr>
        <p:spPr bwMode="auto">
          <a:xfrm>
            <a:off x="0" y="279400"/>
            <a:ext cx="539750" cy="1076325"/>
          </a:xfrm>
          <a:prstGeom prst="rect">
            <a:avLst/>
          </a:prstGeom>
          <a:solidFill>
            <a:srgbClr val="FFFFFF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rIns="0"/>
          <a:lstStyle>
            <a:lvl1pPr defTabSz="463550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§"/>
              <a:tabLst>
                <a:tab pos="0" algn="l"/>
              </a:tabLst>
              <a:defRPr sz="2800">
                <a:solidFill>
                  <a:schemeClr val="tx1"/>
                </a:solidFill>
                <a:latin typeface="Arial" charset="0"/>
              </a:defRPr>
            </a:lvl1pPr>
            <a:lvl2pPr marL="742950" indent="-285750" defTabSz="463550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§"/>
              <a:tabLst>
                <a:tab pos="0" algn="l"/>
              </a:tabLst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 defTabSz="463550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§"/>
              <a:tabLst>
                <a:tab pos="0" algn="l"/>
              </a:tabLst>
              <a:defRPr sz="2000">
                <a:solidFill>
                  <a:schemeClr val="tx1"/>
                </a:solidFill>
                <a:latin typeface="Arial" charset="0"/>
              </a:defRPr>
            </a:lvl3pPr>
            <a:lvl4pPr marL="1600200" indent="-228600" defTabSz="463550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§"/>
              <a:tabLst>
                <a:tab pos="0" algn="l"/>
              </a:tabLst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 defTabSz="463550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§"/>
              <a:tabLst>
                <a:tab pos="0" algn="l"/>
              </a:tabLst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defTabSz="46355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buChar char="§"/>
              <a:tabLst>
                <a:tab pos="0" algn="l"/>
              </a:tabLst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defTabSz="46355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buChar char="§"/>
              <a:tabLst>
                <a:tab pos="0" algn="l"/>
              </a:tabLst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defTabSz="46355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buChar char="§"/>
              <a:tabLst>
                <a:tab pos="0" algn="l"/>
              </a:tabLst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defTabSz="46355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buChar char="§"/>
              <a:tabLst>
                <a:tab pos="0" algn="l"/>
              </a:tabLst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TW" sz="2000">
                <a:solidFill>
                  <a:srgbClr val="5F5F5F"/>
                </a:solidFill>
                <a:latin typeface="Consolas" panose="020B0609020204030204" pitchFamily="49" charset="0"/>
                <a:ea typeface="新細明體" charset="-120"/>
                <a:cs typeface="Consolas" panose="020B0609020204030204" pitchFamily="49" charset="0"/>
              </a:rPr>
              <a:t>1</a:t>
            </a:r>
          </a:p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TW" sz="2000">
                <a:solidFill>
                  <a:srgbClr val="5F5F5F"/>
                </a:solidFill>
                <a:latin typeface="Consolas" panose="020B0609020204030204" pitchFamily="49" charset="0"/>
                <a:ea typeface="新細明體" charset="-120"/>
                <a:cs typeface="Consolas" panose="020B0609020204030204" pitchFamily="49" charset="0"/>
              </a:rPr>
              <a:t>2</a:t>
            </a:r>
            <a:endParaRPr lang="en-US" altLang="zh-TW" sz="2000">
              <a:solidFill>
                <a:srgbClr val="000000"/>
              </a:solidFill>
              <a:latin typeface="Consolas" panose="020B0609020204030204" pitchFamily="49" charset="0"/>
              <a:ea typeface="新細明體" charset="-120"/>
              <a:cs typeface="Consolas" panose="020B0609020204030204" pitchFamily="49" charset="0"/>
            </a:endParaRPr>
          </a:p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TW" sz="2000">
                <a:solidFill>
                  <a:srgbClr val="5F5F5F"/>
                </a:solidFill>
                <a:latin typeface="Consolas" panose="020B0609020204030204" pitchFamily="49" charset="0"/>
                <a:ea typeface="新細明體" charset="-120"/>
                <a:cs typeface="Consolas" panose="020B0609020204030204" pitchFamily="49" charset="0"/>
              </a:rPr>
              <a:t>3</a:t>
            </a:r>
            <a:endParaRPr lang="en-US" altLang="zh-TW" sz="2000">
              <a:solidFill>
                <a:srgbClr val="000000"/>
              </a:solidFill>
              <a:latin typeface="Consolas" panose="020B0609020204030204" pitchFamily="49" charset="0"/>
              <a:ea typeface="新細明體" charset="-120"/>
              <a:cs typeface="Consolas" panose="020B0609020204030204" pitchFamily="49" charset="0"/>
            </a:endParaRPr>
          </a:p>
        </p:txBody>
      </p:sp>
      <p:sp>
        <p:nvSpPr>
          <p:cNvPr id="402444" name="Rectangle 12"/>
          <p:cNvSpPr>
            <a:spLocks noGrp="1" noChangeArrowheads="1"/>
          </p:cNvSpPr>
          <p:nvPr>
            <p:ph type="body" idx="1"/>
          </p:nvPr>
        </p:nvSpPr>
        <p:spPr>
          <a:xfrm>
            <a:off x="155575" y="1470025"/>
            <a:ext cx="5222875" cy="1498600"/>
          </a:xfrm>
          <a:noFill/>
        </p:spPr>
        <p:txBody>
          <a:bodyPr/>
          <a:lstStyle/>
          <a:p>
            <a:pPr marL="0" indent="0" eaLnBrk="1" hangingPunct="1">
              <a:buFont typeface="Wingdings" pitchFamily="2" charset="2"/>
              <a:buNone/>
            </a:pPr>
            <a:r>
              <a:rPr lang="en-US" altLang="zh-TW" sz="2000" dirty="0">
                <a:ea typeface="新細明體" charset="-120"/>
              </a:rPr>
              <a:t>Assignment operator can be used to initialize variables in variable declaration.</a:t>
            </a:r>
          </a:p>
          <a:p>
            <a:pPr marL="0" indent="0" eaLnBrk="1" hangingPunct="1">
              <a:buFont typeface="Wingdings" pitchFamily="2" charset="2"/>
              <a:buNone/>
            </a:pPr>
            <a:endParaRPr lang="en-US" altLang="zh-TW" sz="2000" dirty="0">
              <a:ea typeface="新細明體" charset="-120"/>
            </a:endParaRPr>
          </a:p>
          <a:p>
            <a:pPr marL="0" indent="0" eaLnBrk="1" hangingPunct="1">
              <a:buFont typeface="Wingdings" pitchFamily="2" charset="2"/>
              <a:buNone/>
            </a:pPr>
            <a:r>
              <a:rPr lang="en-US" altLang="zh-TW" sz="2000" dirty="0">
                <a:ea typeface="新細明體" charset="-120"/>
              </a:rPr>
              <a:t>What's the value of variable </a:t>
            </a:r>
            <a:r>
              <a:rPr lang="en-US" altLang="zh-TW" sz="2000" b="1" dirty="0">
                <a:latin typeface="Consolas" panose="020B0609020204030204" pitchFamily="49" charset="0"/>
                <a:ea typeface="新細明體" charset="-120"/>
                <a:cs typeface="Consolas" panose="020B0609020204030204" pitchFamily="49" charset="0"/>
              </a:rPr>
              <a:t>c</a:t>
            </a:r>
            <a:r>
              <a:rPr lang="en-US" altLang="zh-TW" sz="2000" dirty="0">
                <a:ea typeface="新細明體" charset="-120"/>
              </a:rPr>
              <a:t>?</a:t>
            </a:r>
          </a:p>
        </p:txBody>
      </p:sp>
      <p:sp>
        <p:nvSpPr>
          <p:cNvPr id="402445" name="Rectangle 13"/>
          <p:cNvSpPr>
            <a:spLocks noChangeArrowheads="1"/>
          </p:cNvSpPr>
          <p:nvPr/>
        </p:nvSpPr>
        <p:spPr bwMode="auto">
          <a:xfrm>
            <a:off x="5454650" y="433388"/>
            <a:ext cx="3455988" cy="1997075"/>
          </a:xfrm>
          <a:prstGeom prst="rect">
            <a:avLst/>
          </a:prstGeom>
          <a:solidFill>
            <a:srgbClr val="CCFFCC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§"/>
              <a:defRPr sz="28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§"/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TW" sz="2000" b="0" dirty="0">
                <a:latin typeface="+mn-lt"/>
                <a:ea typeface="新細明體" charset="-120"/>
              </a:rPr>
              <a:t>Equivalent to</a:t>
            </a:r>
          </a:p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TW" sz="2000" dirty="0" err="1">
                <a:solidFill>
                  <a:srgbClr val="0000FF"/>
                </a:solidFill>
                <a:latin typeface="Consolas" panose="020B0609020204030204" pitchFamily="49" charset="0"/>
                <a:ea typeface="新細明體" charset="-120"/>
                <a:cs typeface="Consolas" panose="020B0609020204030204" pitchFamily="49" charset="0"/>
              </a:rPr>
              <a:t>int</a:t>
            </a:r>
            <a:r>
              <a:rPr lang="en-US" altLang="zh-TW" sz="2000" dirty="0">
                <a:solidFill>
                  <a:srgbClr val="000000"/>
                </a:solidFill>
                <a:latin typeface="Consolas" panose="020B0609020204030204" pitchFamily="49" charset="0"/>
                <a:ea typeface="新細明體" charset="-120"/>
                <a:cs typeface="Consolas" panose="020B0609020204030204" pitchFamily="49" charset="0"/>
              </a:rPr>
              <a:t> a, b, c;</a:t>
            </a:r>
          </a:p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TW" sz="2000" dirty="0">
                <a:solidFill>
                  <a:srgbClr val="000000"/>
                </a:solidFill>
                <a:latin typeface="Consolas" panose="020B0609020204030204" pitchFamily="49" charset="0"/>
                <a:ea typeface="新細明體" charset="-120"/>
                <a:cs typeface="Consolas" panose="020B0609020204030204" pitchFamily="49" charset="0"/>
              </a:rPr>
              <a:t>double pi;</a:t>
            </a:r>
          </a:p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TW" sz="2000" dirty="0">
                <a:solidFill>
                  <a:srgbClr val="000000"/>
                </a:solidFill>
                <a:latin typeface="Consolas" panose="020B0609020204030204" pitchFamily="49" charset="0"/>
                <a:ea typeface="新細明體" charset="-120"/>
                <a:cs typeface="Consolas" panose="020B0609020204030204" pitchFamily="49" charset="0"/>
              </a:rPr>
              <a:t>a = </a:t>
            </a:r>
            <a:r>
              <a:rPr lang="en-US" altLang="zh-TW" sz="2000" dirty="0">
                <a:solidFill>
                  <a:srgbClr val="3498F2"/>
                </a:solidFill>
                <a:latin typeface="Consolas" panose="020B0609020204030204" pitchFamily="49" charset="0"/>
                <a:ea typeface="新細明體" charset="-120"/>
                <a:cs typeface="Consolas" panose="020B0609020204030204" pitchFamily="49" charset="0"/>
              </a:rPr>
              <a:t>0</a:t>
            </a:r>
            <a:r>
              <a:rPr lang="en-US" altLang="zh-TW" sz="2000" dirty="0">
                <a:solidFill>
                  <a:srgbClr val="000000"/>
                </a:solidFill>
                <a:latin typeface="Consolas" panose="020B0609020204030204" pitchFamily="49" charset="0"/>
                <a:ea typeface="新細明體" charset="-120"/>
                <a:cs typeface="Consolas" panose="020B0609020204030204" pitchFamily="49" charset="0"/>
              </a:rPr>
              <a:t>;</a:t>
            </a:r>
          </a:p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TW" sz="2000" dirty="0">
                <a:solidFill>
                  <a:srgbClr val="000000"/>
                </a:solidFill>
                <a:latin typeface="Consolas" panose="020B0609020204030204" pitchFamily="49" charset="0"/>
                <a:ea typeface="新細明體" charset="-120"/>
                <a:cs typeface="Consolas" panose="020B0609020204030204" pitchFamily="49" charset="0"/>
              </a:rPr>
              <a:t>b = </a:t>
            </a:r>
            <a:r>
              <a:rPr lang="en-US" altLang="zh-TW" sz="2000" dirty="0">
                <a:solidFill>
                  <a:srgbClr val="3498F2"/>
                </a:solidFill>
                <a:latin typeface="Consolas" panose="020B0609020204030204" pitchFamily="49" charset="0"/>
                <a:ea typeface="新細明體" charset="-120"/>
                <a:cs typeface="Consolas" panose="020B0609020204030204" pitchFamily="49" charset="0"/>
              </a:rPr>
              <a:t>2</a:t>
            </a:r>
            <a:r>
              <a:rPr lang="en-US" altLang="zh-TW" sz="2000" dirty="0">
                <a:solidFill>
                  <a:srgbClr val="000000"/>
                </a:solidFill>
                <a:latin typeface="Consolas" panose="020B0609020204030204" pitchFamily="49" charset="0"/>
                <a:ea typeface="新細明體" charset="-120"/>
                <a:cs typeface="Consolas" panose="020B0609020204030204" pitchFamily="49" charset="0"/>
              </a:rPr>
              <a:t>;</a:t>
            </a:r>
          </a:p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TW" sz="2000" dirty="0">
                <a:solidFill>
                  <a:srgbClr val="000000"/>
                </a:solidFill>
                <a:latin typeface="Consolas" panose="020B0609020204030204" pitchFamily="49" charset="0"/>
                <a:ea typeface="新細明體" charset="-120"/>
                <a:cs typeface="Consolas" panose="020B0609020204030204" pitchFamily="49" charset="0"/>
              </a:rPr>
              <a:t>pi = </a:t>
            </a:r>
            <a:r>
              <a:rPr lang="en-US" altLang="zh-TW" sz="2000" dirty="0">
                <a:solidFill>
                  <a:srgbClr val="6699FF"/>
                </a:solidFill>
                <a:latin typeface="Consolas" panose="020B0609020204030204" pitchFamily="49" charset="0"/>
                <a:ea typeface="新細明體" charset="-120"/>
                <a:cs typeface="Consolas" panose="020B0609020204030204" pitchFamily="49" charset="0"/>
              </a:rPr>
              <a:t>3.1416</a:t>
            </a:r>
            <a:r>
              <a:rPr lang="en-US" altLang="zh-TW" sz="2000" dirty="0">
                <a:solidFill>
                  <a:srgbClr val="000000"/>
                </a:solidFill>
                <a:latin typeface="Consolas" panose="020B0609020204030204" pitchFamily="49" charset="0"/>
                <a:ea typeface="新細明體" charset="-120"/>
                <a:cs typeface="Consolas" panose="020B0609020204030204" pitchFamily="49" charset="0"/>
              </a:rPr>
              <a:t>;</a:t>
            </a:r>
          </a:p>
        </p:txBody>
      </p:sp>
      <p:sp>
        <p:nvSpPr>
          <p:cNvPr id="402446" name="Line 14"/>
          <p:cNvSpPr>
            <a:spLocks noChangeShapeType="1"/>
          </p:cNvSpPr>
          <p:nvPr/>
        </p:nvSpPr>
        <p:spPr bwMode="auto">
          <a:xfrm flipH="1" flipV="1">
            <a:off x="4187825" y="549275"/>
            <a:ext cx="1266825" cy="0"/>
          </a:xfrm>
          <a:prstGeom prst="line">
            <a:avLst/>
          </a:prstGeom>
          <a:noFill/>
          <a:ln w="19050">
            <a:solidFill>
              <a:srgbClr val="000000"/>
            </a:solidFill>
            <a:round/>
            <a:headEnd/>
            <a:tailEnd type="triangl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>
            <a:spAutoFit/>
          </a:bodyPr>
          <a:lstStyle/>
          <a:p>
            <a:endParaRPr lang="en-US"/>
          </a:p>
        </p:txBody>
      </p:sp>
      <p:sp>
        <p:nvSpPr>
          <p:cNvPr id="402447" name="Rectangle 15"/>
          <p:cNvSpPr>
            <a:spLocks noChangeArrowheads="1"/>
          </p:cNvSpPr>
          <p:nvPr/>
        </p:nvSpPr>
        <p:spPr bwMode="auto">
          <a:xfrm>
            <a:off x="533400" y="3149600"/>
            <a:ext cx="8610600" cy="1355725"/>
          </a:xfrm>
          <a:prstGeom prst="rect">
            <a:avLst/>
          </a:prstGeom>
          <a:solidFill>
            <a:srgbClr val="FFFFFF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/>
          <a:lstStyle>
            <a:lvl1pPr defTabSz="463550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§"/>
              <a:tabLst>
                <a:tab pos="0" algn="l"/>
              </a:tabLst>
              <a:defRPr sz="2800">
                <a:solidFill>
                  <a:schemeClr val="tx1"/>
                </a:solidFill>
                <a:latin typeface="Arial" charset="0"/>
              </a:defRPr>
            </a:lvl1pPr>
            <a:lvl2pPr marL="742950" indent="-285750" defTabSz="463550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§"/>
              <a:tabLst>
                <a:tab pos="0" algn="l"/>
              </a:tabLst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 defTabSz="463550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§"/>
              <a:tabLst>
                <a:tab pos="0" algn="l"/>
              </a:tabLst>
              <a:defRPr sz="2000">
                <a:solidFill>
                  <a:schemeClr val="tx1"/>
                </a:solidFill>
                <a:latin typeface="Arial" charset="0"/>
              </a:defRPr>
            </a:lvl3pPr>
            <a:lvl4pPr marL="1600200" indent="-228600" defTabSz="463550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§"/>
              <a:tabLst>
                <a:tab pos="0" algn="l"/>
              </a:tabLst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 defTabSz="463550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§"/>
              <a:tabLst>
                <a:tab pos="0" algn="l"/>
              </a:tabLst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defTabSz="46355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buChar char="§"/>
              <a:tabLst>
                <a:tab pos="0" algn="l"/>
              </a:tabLst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defTabSz="46355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buChar char="§"/>
              <a:tabLst>
                <a:tab pos="0" algn="l"/>
              </a:tabLst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defTabSz="46355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buChar char="§"/>
              <a:tabLst>
                <a:tab pos="0" algn="l"/>
              </a:tabLst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defTabSz="46355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buChar char="§"/>
              <a:tabLst>
                <a:tab pos="0" algn="l"/>
              </a:tabLst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TW" sz="2000" dirty="0" err="1">
                <a:solidFill>
                  <a:srgbClr val="0000FF"/>
                </a:solidFill>
                <a:latin typeface="Consolas" panose="020B0609020204030204" pitchFamily="49" charset="0"/>
                <a:ea typeface="新細明體" charset="-120"/>
                <a:cs typeface="Consolas" panose="020B0609020204030204" pitchFamily="49" charset="0"/>
              </a:rPr>
              <a:t>int</a:t>
            </a:r>
            <a:r>
              <a:rPr lang="en-US" altLang="zh-TW" sz="2000" dirty="0">
                <a:solidFill>
                  <a:srgbClr val="000000"/>
                </a:solidFill>
                <a:latin typeface="Consolas" panose="020B0609020204030204" pitchFamily="49" charset="0"/>
                <a:ea typeface="新細明體" charset="-120"/>
                <a:cs typeface="Consolas" panose="020B0609020204030204" pitchFamily="49" charset="0"/>
              </a:rPr>
              <a:t> a = </a:t>
            </a:r>
            <a:r>
              <a:rPr lang="en-US" altLang="zh-TW" sz="2000" dirty="0">
                <a:solidFill>
                  <a:srgbClr val="3498F2"/>
                </a:solidFill>
                <a:latin typeface="Consolas" panose="020B0609020204030204" pitchFamily="49" charset="0"/>
                <a:ea typeface="新細明體" charset="-120"/>
                <a:cs typeface="Consolas" panose="020B0609020204030204" pitchFamily="49" charset="0"/>
              </a:rPr>
              <a:t>0</a:t>
            </a:r>
            <a:r>
              <a:rPr lang="en-US" altLang="zh-TW" sz="2000" dirty="0">
                <a:solidFill>
                  <a:srgbClr val="000000"/>
                </a:solidFill>
                <a:latin typeface="Consolas" panose="020B0609020204030204" pitchFamily="49" charset="0"/>
                <a:ea typeface="新細明體" charset="-120"/>
                <a:cs typeface="Consolas" panose="020B0609020204030204" pitchFamily="49" charset="0"/>
              </a:rPr>
              <a:t>;</a:t>
            </a:r>
            <a:endParaRPr lang="en-US" altLang="zh-TW" sz="2000" dirty="0">
              <a:latin typeface="Consolas" panose="020B0609020204030204" pitchFamily="49" charset="0"/>
              <a:ea typeface="新細明體" charset="-120"/>
              <a:cs typeface="Consolas" panose="020B0609020204030204" pitchFamily="49" charset="0"/>
            </a:endParaRPr>
          </a:p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TW" sz="2000" dirty="0">
                <a:solidFill>
                  <a:srgbClr val="000000"/>
                </a:solidFill>
                <a:latin typeface="Consolas" panose="020B0609020204030204" pitchFamily="49" charset="0"/>
                <a:ea typeface="新細明體" charset="-120"/>
                <a:cs typeface="Consolas" panose="020B0609020204030204" pitchFamily="49" charset="0"/>
              </a:rPr>
              <a:t>a = a + </a:t>
            </a:r>
            <a:r>
              <a:rPr lang="en-US" altLang="zh-TW" sz="2000" dirty="0">
                <a:solidFill>
                  <a:srgbClr val="6699FF"/>
                </a:solidFill>
                <a:latin typeface="Consolas" panose="020B0609020204030204" pitchFamily="49" charset="0"/>
                <a:ea typeface="新細明體" charset="-120"/>
                <a:cs typeface="Consolas" panose="020B0609020204030204" pitchFamily="49" charset="0"/>
              </a:rPr>
              <a:t>2</a:t>
            </a:r>
            <a:r>
              <a:rPr lang="en-US" altLang="zh-TW" sz="2000" dirty="0">
                <a:solidFill>
                  <a:srgbClr val="000000"/>
                </a:solidFill>
                <a:latin typeface="Consolas" panose="020B0609020204030204" pitchFamily="49" charset="0"/>
                <a:ea typeface="新細明體" charset="-120"/>
                <a:cs typeface="Consolas" panose="020B0609020204030204" pitchFamily="49" charset="0"/>
              </a:rPr>
              <a:t>;</a:t>
            </a:r>
          </a:p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TW" sz="2000" dirty="0" err="1">
                <a:solidFill>
                  <a:srgbClr val="000000"/>
                </a:solidFill>
                <a:latin typeface="Consolas" panose="020B0609020204030204" pitchFamily="49" charset="0"/>
                <a:ea typeface="新細明體" charset="-120"/>
                <a:cs typeface="Consolas" panose="020B0609020204030204" pitchFamily="49" charset="0"/>
              </a:rPr>
              <a:t>printf</a:t>
            </a:r>
            <a:r>
              <a:rPr lang="en-US" altLang="zh-TW" sz="2000" dirty="0">
                <a:solidFill>
                  <a:srgbClr val="000000"/>
                </a:solidFill>
                <a:latin typeface="Consolas" panose="020B0609020204030204" pitchFamily="49" charset="0"/>
                <a:ea typeface="新細明體" charset="-120"/>
                <a:cs typeface="Consolas" panose="020B0609020204030204" pitchFamily="49" charset="0"/>
              </a:rPr>
              <a:t>(</a:t>
            </a:r>
            <a:r>
              <a:rPr lang="en-US" altLang="zh-TW" sz="2000" dirty="0">
                <a:solidFill>
                  <a:srgbClr val="6699FF"/>
                </a:solidFill>
                <a:latin typeface="Consolas" panose="020B0609020204030204" pitchFamily="49" charset="0"/>
                <a:ea typeface="新細明體" charset="-120"/>
                <a:cs typeface="Consolas" panose="020B0609020204030204" pitchFamily="49" charset="0"/>
              </a:rPr>
              <a:t>"%d"</a:t>
            </a:r>
            <a:r>
              <a:rPr lang="en-US" altLang="zh-TW" sz="2000" dirty="0">
                <a:solidFill>
                  <a:srgbClr val="000000"/>
                </a:solidFill>
                <a:latin typeface="Consolas" panose="020B0609020204030204" pitchFamily="49" charset="0"/>
                <a:ea typeface="新細明體" charset="-120"/>
                <a:cs typeface="Consolas" panose="020B0609020204030204" pitchFamily="49" charset="0"/>
              </a:rPr>
              <a:t>, a);					</a:t>
            </a:r>
            <a:r>
              <a:rPr lang="en-US" altLang="zh-TW" sz="2000" dirty="0">
                <a:solidFill>
                  <a:srgbClr val="009900"/>
                </a:solidFill>
                <a:latin typeface="Consolas" panose="020B0609020204030204" pitchFamily="49" charset="0"/>
                <a:ea typeface="新細明體" charset="-120"/>
                <a:cs typeface="Consolas" panose="020B0609020204030204" pitchFamily="49" charset="0"/>
              </a:rPr>
              <a:t>// What's the output?</a:t>
            </a:r>
          </a:p>
        </p:txBody>
      </p:sp>
      <p:sp>
        <p:nvSpPr>
          <p:cNvPr id="402448" name="Rectangle 16"/>
          <p:cNvSpPr>
            <a:spLocks noChangeArrowheads="1"/>
          </p:cNvSpPr>
          <p:nvPr/>
        </p:nvSpPr>
        <p:spPr bwMode="auto">
          <a:xfrm>
            <a:off x="0" y="3149600"/>
            <a:ext cx="539750" cy="1355725"/>
          </a:xfrm>
          <a:prstGeom prst="rect">
            <a:avLst/>
          </a:prstGeom>
          <a:solidFill>
            <a:srgbClr val="FFFFFF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rIns="0"/>
          <a:lstStyle>
            <a:lvl1pPr defTabSz="463550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§"/>
              <a:tabLst>
                <a:tab pos="0" algn="l"/>
              </a:tabLst>
              <a:defRPr sz="2800">
                <a:solidFill>
                  <a:schemeClr val="tx1"/>
                </a:solidFill>
                <a:latin typeface="Arial" charset="0"/>
              </a:defRPr>
            </a:lvl1pPr>
            <a:lvl2pPr marL="742950" indent="-285750" defTabSz="463550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§"/>
              <a:tabLst>
                <a:tab pos="0" algn="l"/>
              </a:tabLst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 defTabSz="463550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§"/>
              <a:tabLst>
                <a:tab pos="0" algn="l"/>
              </a:tabLst>
              <a:defRPr sz="2000">
                <a:solidFill>
                  <a:schemeClr val="tx1"/>
                </a:solidFill>
                <a:latin typeface="Arial" charset="0"/>
              </a:defRPr>
            </a:lvl3pPr>
            <a:lvl4pPr marL="1600200" indent="-228600" defTabSz="463550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§"/>
              <a:tabLst>
                <a:tab pos="0" algn="l"/>
              </a:tabLst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 defTabSz="463550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§"/>
              <a:tabLst>
                <a:tab pos="0" algn="l"/>
              </a:tabLst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defTabSz="46355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buChar char="§"/>
              <a:tabLst>
                <a:tab pos="0" algn="l"/>
              </a:tabLst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defTabSz="46355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buChar char="§"/>
              <a:tabLst>
                <a:tab pos="0" algn="l"/>
              </a:tabLst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defTabSz="46355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buChar char="§"/>
              <a:tabLst>
                <a:tab pos="0" algn="l"/>
              </a:tabLst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defTabSz="46355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buChar char="§"/>
              <a:tabLst>
                <a:tab pos="0" algn="l"/>
              </a:tabLst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TW" sz="2000">
                <a:solidFill>
                  <a:srgbClr val="5F5F5F"/>
                </a:solidFill>
                <a:latin typeface="Consolas" panose="020B0609020204030204" pitchFamily="49" charset="0"/>
                <a:ea typeface="新細明體" charset="-120"/>
                <a:cs typeface="Consolas" panose="020B0609020204030204" pitchFamily="49" charset="0"/>
              </a:rPr>
              <a:t>1</a:t>
            </a:r>
          </a:p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TW" sz="2000">
                <a:solidFill>
                  <a:srgbClr val="5F5F5F"/>
                </a:solidFill>
                <a:latin typeface="Consolas" panose="020B0609020204030204" pitchFamily="49" charset="0"/>
                <a:ea typeface="新細明體" charset="-120"/>
                <a:cs typeface="Consolas" panose="020B0609020204030204" pitchFamily="49" charset="0"/>
              </a:rPr>
              <a:t>2</a:t>
            </a:r>
            <a:endParaRPr lang="en-US" altLang="zh-TW" sz="2000">
              <a:solidFill>
                <a:srgbClr val="000000"/>
              </a:solidFill>
              <a:latin typeface="Consolas" panose="020B0609020204030204" pitchFamily="49" charset="0"/>
              <a:ea typeface="新細明體" charset="-120"/>
              <a:cs typeface="Consolas" panose="020B0609020204030204" pitchFamily="49" charset="0"/>
            </a:endParaRPr>
          </a:p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TW" sz="2000">
                <a:solidFill>
                  <a:srgbClr val="5F5F5F"/>
                </a:solidFill>
                <a:latin typeface="Consolas" panose="020B0609020204030204" pitchFamily="49" charset="0"/>
                <a:ea typeface="新細明體" charset="-120"/>
                <a:cs typeface="Consolas" panose="020B0609020204030204" pitchFamily="49" charset="0"/>
              </a:rPr>
              <a:t>3</a:t>
            </a:r>
          </a:p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TW" sz="2000">
                <a:solidFill>
                  <a:srgbClr val="5F5F5F"/>
                </a:solidFill>
                <a:latin typeface="Consolas" panose="020B0609020204030204" pitchFamily="49" charset="0"/>
                <a:ea typeface="新細明體" charset="-120"/>
                <a:cs typeface="Consolas" panose="020B0609020204030204" pitchFamily="49" charset="0"/>
              </a:rPr>
              <a:t>4</a:t>
            </a:r>
            <a:endParaRPr lang="en-US" altLang="zh-TW" sz="2000">
              <a:solidFill>
                <a:srgbClr val="000000"/>
              </a:solidFill>
              <a:latin typeface="Consolas" panose="020B0609020204030204" pitchFamily="49" charset="0"/>
              <a:ea typeface="新細明體" charset="-120"/>
              <a:cs typeface="Consolas" panose="020B0609020204030204" pitchFamily="49" charset="0"/>
            </a:endParaRPr>
          </a:p>
        </p:txBody>
      </p:sp>
      <p:sp>
        <p:nvSpPr>
          <p:cNvPr id="402449" name="Rectangle 17"/>
          <p:cNvSpPr>
            <a:spLocks noChangeArrowheads="1"/>
          </p:cNvSpPr>
          <p:nvPr/>
        </p:nvSpPr>
        <p:spPr bwMode="auto">
          <a:xfrm>
            <a:off x="155575" y="4619625"/>
            <a:ext cx="8794750" cy="1651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§"/>
              <a:defRPr sz="28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§"/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buFont typeface="Wingdings" pitchFamily="2" charset="2"/>
              <a:buNone/>
            </a:pPr>
            <a:r>
              <a:rPr lang="en-US" altLang="zh-TW" sz="2000" b="1" dirty="0">
                <a:solidFill>
                  <a:srgbClr val="0070C0"/>
                </a:solidFill>
                <a:latin typeface="Consolas" panose="020B0609020204030204" pitchFamily="49" charset="0"/>
                <a:ea typeface="新細明體" charset="-120"/>
                <a:cs typeface="Consolas" panose="020B0609020204030204" pitchFamily="49" charset="0"/>
              </a:rPr>
              <a:t>+</a:t>
            </a:r>
            <a:r>
              <a:rPr lang="en-US" altLang="zh-TW" sz="2000" b="0" dirty="0">
                <a:ea typeface="新細明體" charset="-120"/>
              </a:rPr>
              <a:t> has higher precedence than </a:t>
            </a:r>
            <a:r>
              <a:rPr lang="en-US" altLang="zh-TW" sz="2000" b="1" dirty="0">
                <a:solidFill>
                  <a:srgbClr val="0070C0"/>
                </a:solidFill>
                <a:latin typeface="Consolas" panose="020B0609020204030204" pitchFamily="49" charset="0"/>
                <a:ea typeface="新細明體" charset="-120"/>
                <a:cs typeface="Consolas" panose="020B0609020204030204" pitchFamily="49" charset="0"/>
              </a:rPr>
              <a:t>=</a:t>
            </a:r>
            <a:r>
              <a:rPr lang="en-US" altLang="zh-TW" sz="2000" b="0" dirty="0">
                <a:ea typeface="新細明體" charset="-120"/>
              </a:rPr>
              <a:t>. Thus</a:t>
            </a:r>
          </a:p>
          <a:p>
            <a:pPr eaLnBrk="1" hangingPunct="1">
              <a:buFont typeface="Wingdings" pitchFamily="2" charset="2"/>
              <a:buNone/>
            </a:pPr>
            <a:r>
              <a:rPr lang="en-US" altLang="zh-TW" sz="2000" b="0" dirty="0">
                <a:latin typeface="Consolas" panose="020B0609020204030204" pitchFamily="49" charset="0"/>
                <a:ea typeface="新細明體" charset="-120"/>
                <a:cs typeface="Consolas" panose="020B0609020204030204" pitchFamily="49" charset="0"/>
              </a:rPr>
              <a:t>	</a:t>
            </a:r>
            <a:r>
              <a:rPr lang="en-US" altLang="zh-TW" sz="2000" b="1" dirty="0">
                <a:solidFill>
                  <a:srgbClr val="0070C0"/>
                </a:solidFill>
                <a:latin typeface="Consolas" panose="020B0609020204030204" pitchFamily="49" charset="0"/>
                <a:ea typeface="新細明體" charset="-120"/>
                <a:cs typeface="Consolas" panose="020B0609020204030204" pitchFamily="49" charset="0"/>
              </a:rPr>
              <a:t>a = a + 2</a:t>
            </a:r>
          </a:p>
          <a:p>
            <a:pPr eaLnBrk="1" hangingPunct="1">
              <a:buFont typeface="Wingdings" pitchFamily="2" charset="2"/>
              <a:buNone/>
            </a:pPr>
            <a:r>
              <a:rPr lang="en-US" altLang="zh-TW" sz="2000" b="0" dirty="0">
                <a:ea typeface="新細明體" charset="-120"/>
              </a:rPr>
              <a:t>is evaluated as</a:t>
            </a:r>
          </a:p>
          <a:p>
            <a:pPr eaLnBrk="1" hangingPunct="1">
              <a:buFont typeface="Wingdings" pitchFamily="2" charset="2"/>
              <a:buNone/>
            </a:pPr>
            <a:r>
              <a:rPr lang="en-US" altLang="zh-TW" sz="2000" dirty="0">
                <a:solidFill>
                  <a:srgbClr val="0000FF"/>
                </a:solidFill>
                <a:latin typeface="Consolas" panose="020B0609020204030204" pitchFamily="49" charset="0"/>
                <a:ea typeface="新細明體" charset="-120"/>
                <a:cs typeface="Consolas" panose="020B0609020204030204" pitchFamily="49" charset="0"/>
              </a:rPr>
              <a:t>	</a:t>
            </a:r>
            <a:r>
              <a:rPr lang="en-US" altLang="zh-TW" sz="2000" b="1" dirty="0">
                <a:solidFill>
                  <a:srgbClr val="0070C0"/>
                </a:solidFill>
                <a:latin typeface="Consolas" panose="020B0609020204030204" pitchFamily="49" charset="0"/>
                <a:ea typeface="新細明體" charset="-120"/>
                <a:cs typeface="Consolas" panose="020B0609020204030204" pitchFamily="49" charset="0"/>
              </a:rPr>
              <a:t>a = (a + 2)	</a:t>
            </a:r>
            <a:r>
              <a:rPr lang="en-US" altLang="zh-TW" sz="2000" b="1" dirty="0">
                <a:latin typeface="Consolas" panose="020B0609020204030204" pitchFamily="49" charset="0"/>
                <a:ea typeface="新細明體" charset="-120"/>
                <a:cs typeface="Consolas" panose="020B0609020204030204" pitchFamily="49" charset="0"/>
                <a:sym typeface="Wingdings" pitchFamily="2" charset="2"/>
              </a:rPr>
              <a:t></a:t>
            </a:r>
            <a:r>
              <a:rPr lang="en-US" altLang="zh-TW" sz="2000" b="1" dirty="0">
                <a:solidFill>
                  <a:srgbClr val="0070C0"/>
                </a:solidFill>
                <a:latin typeface="Consolas" panose="020B0609020204030204" pitchFamily="49" charset="0"/>
                <a:ea typeface="新細明體" charset="-120"/>
                <a:cs typeface="Consolas" panose="020B0609020204030204" pitchFamily="49" charset="0"/>
                <a:sym typeface="Wingdings" pitchFamily="2" charset="2"/>
              </a:rPr>
              <a:t>	a = (0 + 2)	</a:t>
            </a:r>
            <a:r>
              <a:rPr lang="en-US" altLang="zh-TW" sz="2000" b="1" dirty="0">
                <a:latin typeface="Consolas" panose="020B0609020204030204" pitchFamily="49" charset="0"/>
                <a:ea typeface="新細明體" charset="-120"/>
                <a:cs typeface="Consolas" panose="020B0609020204030204" pitchFamily="49" charset="0"/>
                <a:sym typeface="Wingdings" pitchFamily="2" charset="2"/>
              </a:rPr>
              <a:t></a:t>
            </a:r>
            <a:r>
              <a:rPr lang="en-US" altLang="zh-TW" sz="2000" b="1" dirty="0">
                <a:solidFill>
                  <a:srgbClr val="0070C0"/>
                </a:solidFill>
                <a:latin typeface="Consolas" panose="020B0609020204030204" pitchFamily="49" charset="0"/>
                <a:ea typeface="新細明體" charset="-120"/>
                <a:cs typeface="Consolas" panose="020B0609020204030204" pitchFamily="49" charset="0"/>
                <a:sym typeface="Wingdings" pitchFamily="2" charset="2"/>
              </a:rPr>
              <a:t>	a = 2</a:t>
            </a:r>
            <a:endParaRPr lang="en-US" altLang="zh-TW" sz="2000" b="1" dirty="0">
              <a:solidFill>
                <a:srgbClr val="0070C0"/>
              </a:solidFill>
              <a:latin typeface="Consolas" panose="020B0609020204030204" pitchFamily="49" charset="0"/>
              <a:ea typeface="新細明體" charset="-120"/>
              <a:cs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35190794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24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24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244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24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24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24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02446" grpId="0" animBg="1"/>
      <p:bldP spid="402447" grpId="0" animBg="1"/>
      <p:bldP spid="402448" grpId="0" animBg="1"/>
      <p:bldP spid="402449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§"/>
              <a:defRPr sz="28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§"/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fld id="{1D0FE8EF-5D24-4EB6-B0C3-BD29B66A3802}" type="slidenum">
              <a:rPr lang="zh-TW" altLang="en-US" sz="1000" smtClean="0">
                <a:ea typeface="新細明體" charset="-120"/>
              </a:rPr>
              <a:pPr>
                <a:spcBef>
                  <a:spcPct val="0"/>
                </a:spcBef>
                <a:buClrTx/>
                <a:buFontTx/>
                <a:buNone/>
              </a:pPr>
              <a:t>14</a:t>
            </a:fld>
            <a:endParaRPr lang="en-US" altLang="zh-TW" sz="1000">
              <a:ea typeface="新細明體" charset="-120"/>
            </a:endParaRPr>
          </a:p>
        </p:txBody>
      </p:sp>
      <p:sp>
        <p:nvSpPr>
          <p:cNvPr id="14339" name="Rectangle 2"/>
          <p:cNvSpPr>
            <a:spLocks noChangeArrowheads="1"/>
          </p:cNvSpPr>
          <p:nvPr/>
        </p:nvSpPr>
        <p:spPr bwMode="auto">
          <a:xfrm>
            <a:off x="533400" y="304800"/>
            <a:ext cx="8610600" cy="1431925"/>
          </a:xfrm>
          <a:prstGeom prst="rect">
            <a:avLst/>
          </a:prstGeom>
          <a:solidFill>
            <a:srgbClr val="FFFFFF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/>
          <a:lstStyle>
            <a:lvl1pPr defTabSz="463550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§"/>
              <a:tabLst>
                <a:tab pos="0" algn="l"/>
              </a:tabLst>
              <a:defRPr sz="2800">
                <a:solidFill>
                  <a:schemeClr val="tx1"/>
                </a:solidFill>
                <a:latin typeface="Arial" charset="0"/>
              </a:defRPr>
            </a:lvl1pPr>
            <a:lvl2pPr marL="742950" indent="-285750" defTabSz="463550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§"/>
              <a:tabLst>
                <a:tab pos="0" algn="l"/>
              </a:tabLst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 defTabSz="463550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§"/>
              <a:tabLst>
                <a:tab pos="0" algn="l"/>
              </a:tabLst>
              <a:defRPr sz="2000">
                <a:solidFill>
                  <a:schemeClr val="tx1"/>
                </a:solidFill>
                <a:latin typeface="Arial" charset="0"/>
              </a:defRPr>
            </a:lvl3pPr>
            <a:lvl4pPr marL="1600200" indent="-228600" defTabSz="463550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§"/>
              <a:tabLst>
                <a:tab pos="0" algn="l"/>
              </a:tabLst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 defTabSz="463550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§"/>
              <a:tabLst>
                <a:tab pos="0" algn="l"/>
              </a:tabLst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defTabSz="46355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buChar char="§"/>
              <a:tabLst>
                <a:tab pos="0" algn="l"/>
              </a:tabLst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defTabSz="46355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buChar char="§"/>
              <a:tabLst>
                <a:tab pos="0" algn="l"/>
              </a:tabLst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defTabSz="46355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buChar char="§"/>
              <a:tabLst>
                <a:tab pos="0" algn="l"/>
              </a:tabLst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defTabSz="46355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buChar char="§"/>
              <a:tabLst>
                <a:tab pos="0" algn="l"/>
              </a:tabLst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TW" sz="2000" dirty="0" err="1">
                <a:solidFill>
                  <a:srgbClr val="000000"/>
                </a:solidFill>
                <a:latin typeface="Consolas" panose="020B0609020204030204" pitchFamily="49" charset="0"/>
                <a:ea typeface="新細明體" charset="-120"/>
                <a:cs typeface="Consolas" panose="020B0609020204030204" pitchFamily="49" charset="0"/>
              </a:rPr>
              <a:t>int</a:t>
            </a:r>
            <a:r>
              <a:rPr lang="en-US" altLang="zh-TW" sz="2000" dirty="0">
                <a:solidFill>
                  <a:srgbClr val="000000"/>
                </a:solidFill>
                <a:latin typeface="Consolas" panose="020B0609020204030204" pitchFamily="49" charset="0"/>
                <a:ea typeface="新細明體" charset="-120"/>
                <a:cs typeface="Consolas" panose="020B0609020204030204" pitchFamily="49" charset="0"/>
              </a:rPr>
              <a:t> a = </a:t>
            </a:r>
            <a:r>
              <a:rPr lang="en-US" altLang="zh-TW" sz="2000" dirty="0">
                <a:solidFill>
                  <a:srgbClr val="6699FF"/>
                </a:solidFill>
                <a:latin typeface="Consolas" panose="020B0609020204030204" pitchFamily="49" charset="0"/>
                <a:ea typeface="新細明體" charset="-120"/>
                <a:cs typeface="Consolas" panose="020B0609020204030204" pitchFamily="49" charset="0"/>
              </a:rPr>
              <a:t>1</a:t>
            </a:r>
            <a:r>
              <a:rPr lang="en-US" altLang="zh-TW" sz="2000" dirty="0">
                <a:solidFill>
                  <a:srgbClr val="000000"/>
                </a:solidFill>
                <a:latin typeface="Consolas" panose="020B0609020204030204" pitchFamily="49" charset="0"/>
                <a:ea typeface="新細明體" charset="-120"/>
                <a:cs typeface="Consolas" panose="020B0609020204030204" pitchFamily="49" charset="0"/>
              </a:rPr>
              <a:t>, b = </a:t>
            </a:r>
            <a:r>
              <a:rPr lang="en-US" altLang="zh-TW" sz="2000" dirty="0">
                <a:solidFill>
                  <a:srgbClr val="6699FF"/>
                </a:solidFill>
                <a:latin typeface="Consolas" panose="020B0609020204030204" pitchFamily="49" charset="0"/>
                <a:ea typeface="新細明體" charset="-120"/>
                <a:cs typeface="Consolas" panose="020B0609020204030204" pitchFamily="49" charset="0"/>
              </a:rPr>
              <a:t>2</a:t>
            </a:r>
            <a:r>
              <a:rPr lang="en-US" altLang="zh-TW" sz="2000" dirty="0">
                <a:solidFill>
                  <a:srgbClr val="000000"/>
                </a:solidFill>
                <a:latin typeface="Consolas" panose="020B0609020204030204" pitchFamily="49" charset="0"/>
                <a:ea typeface="新細明體" charset="-120"/>
                <a:cs typeface="Consolas" panose="020B0609020204030204" pitchFamily="49" charset="0"/>
              </a:rPr>
              <a:t>;</a:t>
            </a:r>
          </a:p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TW" sz="2000" dirty="0">
                <a:solidFill>
                  <a:srgbClr val="000000"/>
                </a:solidFill>
                <a:latin typeface="Consolas" panose="020B0609020204030204" pitchFamily="49" charset="0"/>
                <a:ea typeface="新細明體" charset="-120"/>
                <a:cs typeface="Consolas" panose="020B0609020204030204" pitchFamily="49" charset="0"/>
              </a:rPr>
              <a:t>b = b * a;</a:t>
            </a:r>
          </a:p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TW" sz="2000" dirty="0">
                <a:solidFill>
                  <a:srgbClr val="000000"/>
                </a:solidFill>
                <a:latin typeface="Consolas" panose="020B0609020204030204" pitchFamily="49" charset="0"/>
                <a:ea typeface="新細明體" charset="-120"/>
                <a:cs typeface="Consolas" panose="020B0609020204030204" pitchFamily="49" charset="0"/>
              </a:rPr>
              <a:t>a = </a:t>
            </a:r>
            <a:r>
              <a:rPr lang="en-US" altLang="zh-TW" sz="2000" dirty="0">
                <a:solidFill>
                  <a:srgbClr val="6699FF"/>
                </a:solidFill>
                <a:latin typeface="Consolas" panose="020B0609020204030204" pitchFamily="49" charset="0"/>
                <a:ea typeface="新細明體" charset="-120"/>
                <a:cs typeface="Consolas" panose="020B0609020204030204" pitchFamily="49" charset="0"/>
              </a:rPr>
              <a:t>0</a:t>
            </a:r>
            <a:r>
              <a:rPr lang="en-US" altLang="zh-TW" sz="2000" dirty="0">
                <a:solidFill>
                  <a:srgbClr val="000000"/>
                </a:solidFill>
                <a:latin typeface="Consolas" panose="020B0609020204030204" pitchFamily="49" charset="0"/>
                <a:ea typeface="新細明體" charset="-120"/>
                <a:cs typeface="Consolas" panose="020B0609020204030204" pitchFamily="49" charset="0"/>
              </a:rPr>
              <a:t>;</a:t>
            </a:r>
          </a:p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TW" sz="2000" dirty="0" err="1">
                <a:solidFill>
                  <a:srgbClr val="000000"/>
                </a:solidFill>
                <a:latin typeface="Consolas" panose="020B0609020204030204" pitchFamily="49" charset="0"/>
                <a:ea typeface="新細明體" charset="-120"/>
                <a:cs typeface="Consolas" panose="020B0609020204030204" pitchFamily="49" charset="0"/>
              </a:rPr>
              <a:t>printf</a:t>
            </a:r>
            <a:r>
              <a:rPr lang="en-US" altLang="zh-TW" sz="2000" dirty="0">
                <a:solidFill>
                  <a:srgbClr val="000000"/>
                </a:solidFill>
                <a:latin typeface="Consolas" panose="020B0609020204030204" pitchFamily="49" charset="0"/>
                <a:ea typeface="新細明體" charset="-120"/>
                <a:cs typeface="Consolas" panose="020B0609020204030204" pitchFamily="49" charset="0"/>
              </a:rPr>
              <a:t>(</a:t>
            </a:r>
            <a:r>
              <a:rPr lang="en-US" altLang="zh-TW" sz="2000" dirty="0">
                <a:solidFill>
                  <a:srgbClr val="6699FF"/>
                </a:solidFill>
                <a:latin typeface="Consolas" panose="020B0609020204030204" pitchFamily="49" charset="0"/>
                <a:ea typeface="新細明體" charset="-120"/>
                <a:cs typeface="Consolas" panose="020B0609020204030204" pitchFamily="49" charset="0"/>
              </a:rPr>
              <a:t>"%d"</a:t>
            </a:r>
            <a:r>
              <a:rPr lang="en-US" altLang="zh-TW" sz="2000" dirty="0">
                <a:solidFill>
                  <a:srgbClr val="000000"/>
                </a:solidFill>
                <a:latin typeface="Consolas" panose="020B0609020204030204" pitchFamily="49" charset="0"/>
                <a:ea typeface="新細明體" charset="-120"/>
                <a:cs typeface="Consolas" panose="020B0609020204030204" pitchFamily="49" charset="0"/>
              </a:rPr>
              <a:t>, b); 		</a:t>
            </a:r>
            <a:r>
              <a:rPr lang="en-US" altLang="zh-TW" sz="2000" dirty="0">
                <a:solidFill>
                  <a:srgbClr val="009900"/>
                </a:solidFill>
                <a:latin typeface="Consolas" panose="020B0609020204030204" pitchFamily="49" charset="0"/>
                <a:ea typeface="新細明體" charset="-120"/>
                <a:cs typeface="Consolas" panose="020B0609020204030204" pitchFamily="49" charset="0"/>
              </a:rPr>
              <a:t>// What's the output?</a:t>
            </a:r>
          </a:p>
        </p:txBody>
      </p:sp>
      <p:sp>
        <p:nvSpPr>
          <p:cNvPr id="14340" name="Rectangle 3"/>
          <p:cNvSpPr>
            <a:spLocks noChangeArrowheads="1"/>
          </p:cNvSpPr>
          <p:nvPr/>
        </p:nvSpPr>
        <p:spPr bwMode="auto">
          <a:xfrm>
            <a:off x="0" y="304800"/>
            <a:ext cx="539750" cy="1431925"/>
          </a:xfrm>
          <a:prstGeom prst="rect">
            <a:avLst/>
          </a:prstGeom>
          <a:solidFill>
            <a:srgbClr val="FFFFFF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rIns="0"/>
          <a:lstStyle>
            <a:lvl1pPr defTabSz="463550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§"/>
              <a:tabLst>
                <a:tab pos="0" algn="l"/>
              </a:tabLst>
              <a:defRPr sz="2800">
                <a:solidFill>
                  <a:schemeClr val="tx1"/>
                </a:solidFill>
                <a:latin typeface="Arial" charset="0"/>
              </a:defRPr>
            </a:lvl1pPr>
            <a:lvl2pPr marL="742950" indent="-285750" defTabSz="463550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§"/>
              <a:tabLst>
                <a:tab pos="0" algn="l"/>
              </a:tabLst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 defTabSz="463550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§"/>
              <a:tabLst>
                <a:tab pos="0" algn="l"/>
              </a:tabLst>
              <a:defRPr sz="2000">
                <a:solidFill>
                  <a:schemeClr val="tx1"/>
                </a:solidFill>
                <a:latin typeface="Arial" charset="0"/>
              </a:defRPr>
            </a:lvl3pPr>
            <a:lvl4pPr marL="1600200" indent="-228600" defTabSz="463550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§"/>
              <a:tabLst>
                <a:tab pos="0" algn="l"/>
              </a:tabLst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 defTabSz="463550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§"/>
              <a:tabLst>
                <a:tab pos="0" algn="l"/>
              </a:tabLst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defTabSz="46355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buChar char="§"/>
              <a:tabLst>
                <a:tab pos="0" algn="l"/>
              </a:tabLst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defTabSz="46355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buChar char="§"/>
              <a:tabLst>
                <a:tab pos="0" algn="l"/>
              </a:tabLst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defTabSz="46355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buChar char="§"/>
              <a:tabLst>
                <a:tab pos="0" algn="l"/>
              </a:tabLst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defTabSz="46355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buChar char="§"/>
              <a:tabLst>
                <a:tab pos="0" algn="l"/>
              </a:tabLst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TW" sz="2000" dirty="0">
                <a:solidFill>
                  <a:srgbClr val="5F5F5F"/>
                </a:solidFill>
                <a:latin typeface="Consolas" panose="020B0609020204030204" pitchFamily="49" charset="0"/>
                <a:ea typeface="新細明體" charset="-120"/>
                <a:cs typeface="Consolas" panose="020B0609020204030204" pitchFamily="49" charset="0"/>
              </a:rPr>
              <a:t>1</a:t>
            </a:r>
          </a:p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TW" sz="2000" dirty="0">
                <a:solidFill>
                  <a:srgbClr val="5F5F5F"/>
                </a:solidFill>
                <a:latin typeface="Consolas" panose="020B0609020204030204" pitchFamily="49" charset="0"/>
                <a:ea typeface="新細明體" charset="-120"/>
                <a:cs typeface="Consolas" panose="020B0609020204030204" pitchFamily="49" charset="0"/>
              </a:rPr>
              <a:t>2</a:t>
            </a:r>
            <a:endParaRPr lang="en-US" altLang="zh-TW" sz="2000" dirty="0">
              <a:solidFill>
                <a:srgbClr val="000000"/>
              </a:solidFill>
              <a:latin typeface="Consolas" panose="020B0609020204030204" pitchFamily="49" charset="0"/>
              <a:ea typeface="新細明體" charset="-120"/>
              <a:cs typeface="Consolas" panose="020B0609020204030204" pitchFamily="49" charset="0"/>
            </a:endParaRPr>
          </a:p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TW" sz="2000" dirty="0">
                <a:solidFill>
                  <a:srgbClr val="5F5F5F"/>
                </a:solidFill>
                <a:latin typeface="Consolas" panose="020B0609020204030204" pitchFamily="49" charset="0"/>
                <a:ea typeface="新細明體" charset="-120"/>
                <a:cs typeface="Consolas" panose="020B0609020204030204" pitchFamily="49" charset="0"/>
              </a:rPr>
              <a:t>3</a:t>
            </a:r>
          </a:p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TW" sz="2000" dirty="0">
                <a:solidFill>
                  <a:srgbClr val="5F5F5F"/>
                </a:solidFill>
                <a:latin typeface="Consolas" panose="020B0609020204030204" pitchFamily="49" charset="0"/>
                <a:ea typeface="新細明體" charset="-120"/>
                <a:cs typeface="Consolas" panose="020B0609020204030204" pitchFamily="49" charset="0"/>
              </a:rPr>
              <a:t>4</a:t>
            </a:r>
          </a:p>
          <a:p>
            <a:pPr eaLnBrk="1" hangingPunct="1">
              <a:spcBef>
                <a:spcPct val="0"/>
              </a:spcBef>
              <a:buClrTx/>
              <a:buFontTx/>
              <a:buNone/>
            </a:pPr>
            <a:endParaRPr lang="en-US" altLang="zh-TW" sz="2000" dirty="0">
              <a:solidFill>
                <a:srgbClr val="5F5F5F"/>
              </a:solidFill>
              <a:latin typeface="Consolas" panose="020B0609020204030204" pitchFamily="49" charset="0"/>
              <a:ea typeface="新細明體" charset="-120"/>
            </a:endParaRPr>
          </a:p>
        </p:txBody>
      </p:sp>
      <p:sp>
        <p:nvSpPr>
          <p:cNvPr id="428036" name="Rectangle 4"/>
          <p:cNvSpPr>
            <a:spLocks noGrp="1" noChangeArrowheads="1"/>
          </p:cNvSpPr>
          <p:nvPr>
            <p:ph type="body" idx="1"/>
          </p:nvPr>
        </p:nvSpPr>
        <p:spPr>
          <a:xfrm>
            <a:off x="193675" y="1812925"/>
            <a:ext cx="8756650" cy="1536700"/>
          </a:xfrm>
          <a:noFill/>
        </p:spPr>
        <p:txBody>
          <a:bodyPr/>
          <a:lstStyle/>
          <a:p>
            <a:pPr marL="0" indent="0" eaLnBrk="1" hangingPunct="1">
              <a:buFont typeface="Wingdings" pitchFamily="2" charset="2"/>
              <a:buNone/>
            </a:pPr>
            <a:r>
              <a:rPr lang="en-US" altLang="zh-TW" sz="2000" dirty="0">
                <a:ea typeface="新細明體" charset="-120"/>
              </a:rPr>
              <a:t>Statements are executed </a:t>
            </a:r>
            <a:r>
              <a:rPr lang="en-US" altLang="zh-TW" sz="2000" u="sng" dirty="0">
                <a:ea typeface="新細明體" charset="-120"/>
              </a:rPr>
              <a:t>sequentially</a:t>
            </a:r>
            <a:r>
              <a:rPr lang="en-US" altLang="zh-TW" sz="2000" dirty="0">
                <a:ea typeface="新細明體" charset="-120"/>
              </a:rPr>
              <a:t> one after another.</a:t>
            </a:r>
          </a:p>
          <a:p>
            <a:pPr marL="0" indent="0" eaLnBrk="1" hangingPunct="1">
              <a:buFont typeface="Wingdings" pitchFamily="2" charset="2"/>
              <a:buNone/>
            </a:pPr>
            <a:r>
              <a:rPr lang="en-US" altLang="zh-TW" sz="2000" dirty="0">
                <a:ea typeface="新細明體" charset="-120"/>
              </a:rPr>
              <a:t>(Line 1) </a:t>
            </a:r>
            <a:r>
              <a:rPr lang="en-US" altLang="zh-TW" sz="2000" dirty="0">
                <a:solidFill>
                  <a:srgbClr val="0070C0"/>
                </a:solidFill>
                <a:latin typeface="Consolas" panose="020B0609020204030204" pitchFamily="49" charset="0"/>
                <a:ea typeface="新細明體" charset="-120"/>
                <a:cs typeface="Consolas" panose="020B0609020204030204" pitchFamily="49" charset="0"/>
              </a:rPr>
              <a:t>a</a:t>
            </a:r>
            <a:r>
              <a:rPr lang="en-US" altLang="zh-TW" sz="2000" dirty="0">
                <a:ea typeface="新細明體" charset="-120"/>
              </a:rPr>
              <a:t> is set to 1 and </a:t>
            </a:r>
            <a:r>
              <a:rPr lang="en-US" altLang="zh-TW" sz="2000" dirty="0">
                <a:solidFill>
                  <a:srgbClr val="0070C0"/>
                </a:solidFill>
                <a:latin typeface="Consolas" panose="020B0609020204030204" pitchFamily="49" charset="0"/>
                <a:ea typeface="新細明體" charset="-120"/>
                <a:cs typeface="Consolas" panose="020B0609020204030204" pitchFamily="49" charset="0"/>
              </a:rPr>
              <a:t>b</a:t>
            </a:r>
            <a:r>
              <a:rPr lang="en-US" altLang="zh-TW" sz="2000" dirty="0">
                <a:ea typeface="新細明體" charset="-120"/>
              </a:rPr>
              <a:t> is set to 2.</a:t>
            </a:r>
          </a:p>
          <a:p>
            <a:pPr marL="0" indent="0" eaLnBrk="1" hangingPunct="1">
              <a:buFont typeface="Wingdings" pitchFamily="2" charset="2"/>
              <a:buNone/>
            </a:pPr>
            <a:r>
              <a:rPr lang="en-US" altLang="zh-TW" sz="2000" dirty="0">
                <a:ea typeface="新細明體" charset="-120"/>
              </a:rPr>
              <a:t>(Line 2) </a:t>
            </a:r>
            <a:r>
              <a:rPr lang="en-US" altLang="zh-TW" sz="2000" dirty="0">
                <a:solidFill>
                  <a:srgbClr val="0070C0"/>
                </a:solidFill>
                <a:latin typeface="Consolas" panose="020B0609020204030204" pitchFamily="49" charset="0"/>
                <a:ea typeface="新細明體" charset="-120"/>
                <a:cs typeface="Consolas" panose="020B0609020204030204" pitchFamily="49" charset="0"/>
              </a:rPr>
              <a:t>b</a:t>
            </a:r>
            <a:r>
              <a:rPr lang="en-US" altLang="zh-TW" sz="2000" dirty="0">
                <a:ea typeface="新細明體" charset="-120"/>
              </a:rPr>
              <a:t> becomes 2.</a:t>
            </a:r>
          </a:p>
          <a:p>
            <a:pPr marL="0" indent="0">
              <a:buNone/>
            </a:pPr>
            <a:r>
              <a:rPr lang="en-US" altLang="zh-TW" sz="2000" dirty="0">
                <a:ea typeface="新細明體" charset="-120"/>
              </a:rPr>
              <a:t>(Line 3) </a:t>
            </a:r>
            <a:r>
              <a:rPr lang="en-US" altLang="zh-TW" sz="2000" dirty="0">
                <a:solidFill>
                  <a:srgbClr val="0070C0"/>
                </a:solidFill>
                <a:latin typeface="Consolas" panose="020B0609020204030204" pitchFamily="49" charset="0"/>
                <a:ea typeface="新細明體" charset="-120"/>
                <a:cs typeface="Consolas" panose="020B0609020204030204" pitchFamily="49" charset="0"/>
              </a:rPr>
              <a:t>a</a:t>
            </a:r>
            <a:r>
              <a:rPr lang="en-US" altLang="zh-TW" sz="2000" dirty="0">
                <a:ea typeface="新細明體" charset="-120"/>
              </a:rPr>
              <a:t> becomes 0 but changing </a:t>
            </a:r>
            <a:r>
              <a:rPr lang="en-US" altLang="zh-TW" sz="2000" dirty="0">
                <a:solidFill>
                  <a:srgbClr val="0070C0"/>
                </a:solidFill>
                <a:latin typeface="Consolas" panose="020B0609020204030204" pitchFamily="49" charset="0"/>
                <a:ea typeface="新細明體" charset="-120"/>
                <a:cs typeface="Consolas" panose="020B0609020204030204" pitchFamily="49" charset="0"/>
              </a:rPr>
              <a:t>a</a:t>
            </a:r>
            <a:r>
              <a:rPr lang="en-US" altLang="zh-TW" sz="2000" dirty="0">
                <a:ea typeface="新細明體" charset="-120"/>
              </a:rPr>
              <a:t> </a:t>
            </a:r>
            <a:r>
              <a:rPr lang="en-US" altLang="zh-TW" sz="2000" b="1" i="1" dirty="0">
                <a:ea typeface="新細明體" charset="-120"/>
              </a:rPr>
              <a:t>does not affect other variables</a:t>
            </a:r>
            <a:r>
              <a:rPr lang="en-US" altLang="zh-TW" sz="2000" dirty="0">
                <a:ea typeface="新細明體" charset="-120"/>
              </a:rPr>
              <a:t>.</a:t>
            </a:r>
          </a:p>
        </p:txBody>
      </p:sp>
      <p:sp>
        <p:nvSpPr>
          <p:cNvPr id="428039" name="Rectangle 7"/>
          <p:cNvSpPr>
            <a:spLocks noChangeArrowheads="1"/>
          </p:cNvSpPr>
          <p:nvPr/>
        </p:nvSpPr>
        <p:spPr bwMode="auto">
          <a:xfrm>
            <a:off x="533400" y="3962400"/>
            <a:ext cx="8610600" cy="1277938"/>
          </a:xfrm>
          <a:prstGeom prst="rect">
            <a:avLst/>
          </a:prstGeom>
          <a:solidFill>
            <a:srgbClr val="FFFFFF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/>
          <a:lstStyle>
            <a:lvl1pPr defTabSz="463550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§"/>
              <a:tabLst>
                <a:tab pos="0" algn="l"/>
              </a:tabLst>
              <a:defRPr sz="2800">
                <a:solidFill>
                  <a:schemeClr val="tx1"/>
                </a:solidFill>
                <a:latin typeface="Arial" charset="0"/>
              </a:defRPr>
            </a:lvl1pPr>
            <a:lvl2pPr marL="742950" indent="-285750" defTabSz="463550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§"/>
              <a:tabLst>
                <a:tab pos="0" algn="l"/>
              </a:tabLst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 defTabSz="463550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§"/>
              <a:tabLst>
                <a:tab pos="0" algn="l"/>
              </a:tabLst>
              <a:defRPr sz="2000">
                <a:solidFill>
                  <a:schemeClr val="tx1"/>
                </a:solidFill>
                <a:latin typeface="Arial" charset="0"/>
              </a:defRPr>
            </a:lvl3pPr>
            <a:lvl4pPr marL="1600200" indent="-228600" defTabSz="463550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§"/>
              <a:tabLst>
                <a:tab pos="0" algn="l"/>
              </a:tabLst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 defTabSz="463550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§"/>
              <a:tabLst>
                <a:tab pos="0" algn="l"/>
              </a:tabLst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defTabSz="46355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buChar char="§"/>
              <a:tabLst>
                <a:tab pos="0" algn="l"/>
              </a:tabLst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defTabSz="46355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buChar char="§"/>
              <a:tabLst>
                <a:tab pos="0" algn="l"/>
              </a:tabLst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defTabSz="46355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buChar char="§"/>
              <a:tabLst>
                <a:tab pos="0" algn="l"/>
              </a:tabLst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defTabSz="46355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buChar char="§"/>
              <a:tabLst>
                <a:tab pos="0" algn="l"/>
              </a:tabLst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TW" sz="2000" dirty="0" err="1">
                <a:solidFill>
                  <a:srgbClr val="000000"/>
                </a:solidFill>
                <a:latin typeface="Consolas" panose="020B0609020204030204" pitchFamily="49" charset="0"/>
                <a:ea typeface="新細明體" charset="-120"/>
                <a:cs typeface="Consolas" panose="020B0609020204030204" pitchFamily="49" charset="0"/>
              </a:rPr>
              <a:t>int</a:t>
            </a:r>
            <a:r>
              <a:rPr lang="en-US" altLang="zh-TW" sz="2000" dirty="0">
                <a:solidFill>
                  <a:srgbClr val="000000"/>
                </a:solidFill>
                <a:latin typeface="Consolas" panose="020B0609020204030204" pitchFamily="49" charset="0"/>
                <a:ea typeface="新細明體" charset="-120"/>
                <a:cs typeface="Consolas" panose="020B0609020204030204" pitchFamily="49" charset="0"/>
              </a:rPr>
              <a:t> b, c, d;</a:t>
            </a:r>
          </a:p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TW" sz="2000" dirty="0">
                <a:solidFill>
                  <a:srgbClr val="000000"/>
                </a:solidFill>
                <a:latin typeface="Consolas" panose="020B0609020204030204" pitchFamily="49" charset="0"/>
                <a:ea typeface="新細明體" charset="-120"/>
                <a:cs typeface="Consolas" panose="020B0609020204030204" pitchFamily="49" charset="0"/>
              </a:rPr>
              <a:t>d = c = b = 0;     </a:t>
            </a:r>
            <a:r>
              <a:rPr lang="en-US" altLang="zh-TW" sz="2000" dirty="0">
                <a:solidFill>
                  <a:srgbClr val="009900"/>
                </a:solidFill>
                <a:latin typeface="Consolas" panose="020B0609020204030204" pitchFamily="49" charset="0"/>
                <a:ea typeface="新細明體" charset="-120"/>
                <a:cs typeface="Consolas" panose="020B0609020204030204" pitchFamily="49" charset="0"/>
              </a:rPr>
              <a:t>// Assign 0 to variables b, c, and d</a:t>
            </a:r>
            <a:endParaRPr lang="en-US" altLang="zh-TW" sz="2000" dirty="0">
              <a:solidFill>
                <a:srgbClr val="000000"/>
              </a:solidFill>
              <a:latin typeface="Consolas" panose="020B0609020204030204" pitchFamily="49" charset="0"/>
              <a:ea typeface="新細明體" charset="-120"/>
              <a:cs typeface="Consolas" panose="020B0609020204030204" pitchFamily="49" charset="0"/>
            </a:endParaRPr>
          </a:p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TW" sz="2000" dirty="0">
                <a:solidFill>
                  <a:srgbClr val="009900"/>
                </a:solidFill>
                <a:latin typeface="Consolas" panose="020B0609020204030204" pitchFamily="49" charset="0"/>
                <a:ea typeface="新細明體" charset="-120"/>
                <a:cs typeface="Consolas" panose="020B0609020204030204" pitchFamily="49" charset="0"/>
              </a:rPr>
              <a:t>// d = c = b = 0 is evaluated as d = (c = (b = 0))</a:t>
            </a:r>
          </a:p>
          <a:p>
            <a:pPr eaLnBrk="1" hangingPunct="1">
              <a:spcBef>
                <a:spcPct val="0"/>
              </a:spcBef>
              <a:buClrTx/>
              <a:buFontTx/>
              <a:buNone/>
            </a:pPr>
            <a:endParaRPr lang="en-US" altLang="zh-TW" sz="2000" dirty="0">
              <a:solidFill>
                <a:srgbClr val="009900"/>
              </a:solidFill>
              <a:latin typeface="Consolas" panose="020B0609020204030204" pitchFamily="49" charset="0"/>
              <a:ea typeface="新細明體" charset="-120"/>
              <a:cs typeface="Consolas" panose="020B0609020204030204" pitchFamily="49" charset="0"/>
            </a:endParaRPr>
          </a:p>
        </p:txBody>
      </p:sp>
      <p:sp>
        <p:nvSpPr>
          <p:cNvPr id="428040" name="Rectangle 8"/>
          <p:cNvSpPr>
            <a:spLocks noChangeArrowheads="1"/>
          </p:cNvSpPr>
          <p:nvPr/>
        </p:nvSpPr>
        <p:spPr bwMode="auto">
          <a:xfrm>
            <a:off x="0" y="3962400"/>
            <a:ext cx="539750" cy="1277938"/>
          </a:xfrm>
          <a:prstGeom prst="rect">
            <a:avLst/>
          </a:prstGeom>
          <a:solidFill>
            <a:srgbClr val="FFFFFF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rIns="0"/>
          <a:lstStyle>
            <a:lvl1pPr defTabSz="463550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§"/>
              <a:tabLst>
                <a:tab pos="0" algn="l"/>
              </a:tabLst>
              <a:defRPr sz="2800">
                <a:solidFill>
                  <a:schemeClr val="tx1"/>
                </a:solidFill>
                <a:latin typeface="Arial" charset="0"/>
              </a:defRPr>
            </a:lvl1pPr>
            <a:lvl2pPr marL="742950" indent="-285750" defTabSz="463550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§"/>
              <a:tabLst>
                <a:tab pos="0" algn="l"/>
              </a:tabLst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 defTabSz="463550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§"/>
              <a:tabLst>
                <a:tab pos="0" algn="l"/>
              </a:tabLst>
              <a:defRPr sz="2000">
                <a:solidFill>
                  <a:schemeClr val="tx1"/>
                </a:solidFill>
                <a:latin typeface="Arial" charset="0"/>
              </a:defRPr>
            </a:lvl3pPr>
            <a:lvl4pPr marL="1600200" indent="-228600" defTabSz="463550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§"/>
              <a:tabLst>
                <a:tab pos="0" algn="l"/>
              </a:tabLst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 defTabSz="463550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§"/>
              <a:tabLst>
                <a:tab pos="0" algn="l"/>
              </a:tabLst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defTabSz="46355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buChar char="§"/>
              <a:tabLst>
                <a:tab pos="0" algn="l"/>
              </a:tabLst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defTabSz="46355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buChar char="§"/>
              <a:tabLst>
                <a:tab pos="0" algn="l"/>
              </a:tabLst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defTabSz="46355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buChar char="§"/>
              <a:tabLst>
                <a:tab pos="0" algn="l"/>
              </a:tabLst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defTabSz="46355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buChar char="§"/>
              <a:tabLst>
                <a:tab pos="0" algn="l"/>
              </a:tabLst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TW" sz="2000">
                <a:solidFill>
                  <a:srgbClr val="5F5F5F"/>
                </a:solidFill>
                <a:latin typeface="Consolas" panose="020B0609020204030204" pitchFamily="49" charset="0"/>
                <a:ea typeface="新細明體" charset="-120"/>
                <a:cs typeface="Consolas" panose="020B0609020204030204" pitchFamily="49" charset="0"/>
              </a:rPr>
              <a:t>1</a:t>
            </a:r>
          </a:p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TW" sz="2000">
                <a:solidFill>
                  <a:srgbClr val="5F5F5F"/>
                </a:solidFill>
                <a:latin typeface="Consolas" panose="020B0609020204030204" pitchFamily="49" charset="0"/>
                <a:ea typeface="新細明體" charset="-120"/>
                <a:cs typeface="Consolas" panose="020B0609020204030204" pitchFamily="49" charset="0"/>
              </a:rPr>
              <a:t>2</a:t>
            </a:r>
            <a:endParaRPr lang="en-US" altLang="zh-TW" sz="2000">
              <a:solidFill>
                <a:srgbClr val="000000"/>
              </a:solidFill>
              <a:latin typeface="Consolas" panose="020B0609020204030204" pitchFamily="49" charset="0"/>
              <a:ea typeface="新細明體" charset="-120"/>
              <a:cs typeface="Consolas" panose="020B0609020204030204" pitchFamily="49" charset="0"/>
            </a:endParaRPr>
          </a:p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TW" sz="2000">
                <a:solidFill>
                  <a:srgbClr val="5F5F5F"/>
                </a:solidFill>
                <a:latin typeface="Consolas" panose="020B0609020204030204" pitchFamily="49" charset="0"/>
                <a:ea typeface="新細明體" charset="-120"/>
                <a:cs typeface="Consolas" panose="020B0609020204030204" pitchFamily="49" charset="0"/>
              </a:rPr>
              <a:t>3</a:t>
            </a:r>
          </a:p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TW" sz="2000">
                <a:solidFill>
                  <a:srgbClr val="5F5F5F"/>
                </a:solidFill>
                <a:latin typeface="Consolas" panose="020B0609020204030204" pitchFamily="49" charset="0"/>
                <a:ea typeface="新細明體" charset="-120"/>
                <a:cs typeface="Consolas" panose="020B0609020204030204" pitchFamily="49" charset="0"/>
              </a:rPr>
              <a:t>4</a:t>
            </a:r>
            <a:endParaRPr lang="en-US" altLang="zh-TW" sz="2000">
              <a:solidFill>
                <a:srgbClr val="000000"/>
              </a:solidFill>
              <a:latin typeface="Consolas" panose="020B0609020204030204" pitchFamily="49" charset="0"/>
              <a:ea typeface="新細明體" charset="-120"/>
              <a:cs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46052106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803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803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803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803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80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80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28036" grpId="0" build="p"/>
      <p:bldP spid="428039" grpId="0" animBg="1"/>
      <p:bldP spid="428040" grpId="0" animBg="1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altLang="zh-TW" sz="4000" dirty="0">
                <a:ea typeface="新細明體" charset="-120"/>
              </a:rPr>
              <a:t>5.1. Assignment Operators – Short Form</a:t>
            </a:r>
            <a:endParaRPr lang="en-US" sz="40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r>
              <a:rPr lang="en-US" b="1" dirty="0" err="1">
                <a:latin typeface="Consolas" pitchFamily="49" charset="0"/>
              </a:rPr>
              <a:t>i</a:t>
            </a:r>
            <a:r>
              <a:rPr lang="en-US" b="1" dirty="0">
                <a:latin typeface="Consolas" pitchFamily="49" charset="0"/>
              </a:rPr>
              <a:t> = </a:t>
            </a:r>
            <a:r>
              <a:rPr lang="en-US" b="1" dirty="0" err="1">
                <a:latin typeface="Consolas" pitchFamily="49" charset="0"/>
              </a:rPr>
              <a:t>i</a:t>
            </a:r>
            <a:r>
              <a:rPr lang="en-US" b="1" dirty="0">
                <a:latin typeface="Consolas" pitchFamily="49" charset="0"/>
              </a:rPr>
              <a:t> + 2; </a:t>
            </a:r>
            <a:r>
              <a:rPr lang="en-US" dirty="0"/>
              <a:t> can be written as  </a:t>
            </a:r>
            <a:r>
              <a:rPr lang="en-US" b="1" dirty="0" err="1">
                <a:latin typeface="Consolas" pitchFamily="49" charset="0"/>
              </a:rPr>
              <a:t>i</a:t>
            </a:r>
            <a:r>
              <a:rPr lang="en-US" b="1" dirty="0">
                <a:latin typeface="Consolas" pitchFamily="49" charset="0"/>
              </a:rPr>
              <a:t> += 2;</a:t>
            </a:r>
          </a:p>
          <a:p>
            <a:endParaRPr lang="en-US" b="1" dirty="0">
              <a:latin typeface="Consolas" pitchFamily="49" charset="0"/>
            </a:endParaRPr>
          </a:p>
          <a:p>
            <a:r>
              <a:rPr lang="en-US" altLang="zh-TW" dirty="0">
                <a:ea typeface="新細明體" pitchFamily="18" charset="-120"/>
              </a:rPr>
              <a:t>The semantics of</a:t>
            </a:r>
          </a:p>
          <a:p>
            <a:pPr marL="0" indent="0">
              <a:buNone/>
            </a:pPr>
            <a:r>
              <a:rPr lang="en-US" altLang="zh-TW" b="1" dirty="0">
                <a:latin typeface="Consolas" pitchFamily="49" charset="0"/>
                <a:ea typeface="新細明體" pitchFamily="18" charset="-120"/>
              </a:rPr>
              <a:t>	variable = variable </a:t>
            </a:r>
            <a:r>
              <a:rPr lang="en-US" altLang="zh-TW" b="1" dirty="0">
                <a:solidFill>
                  <a:schemeClr val="accent1"/>
                </a:solidFill>
                <a:latin typeface="Consolas" pitchFamily="49" charset="0"/>
                <a:ea typeface="新細明體" pitchFamily="18" charset="-120"/>
              </a:rPr>
              <a:t>op</a:t>
            </a:r>
            <a:r>
              <a:rPr lang="en-US" altLang="zh-TW" b="1" dirty="0">
                <a:latin typeface="Consolas" pitchFamily="49" charset="0"/>
                <a:ea typeface="新細明體" pitchFamily="18" charset="-120"/>
              </a:rPr>
              <a:t> (expression);</a:t>
            </a:r>
          </a:p>
          <a:p>
            <a:pPr>
              <a:buFont typeface="Wingdings" pitchFamily="2" charset="2"/>
              <a:buNone/>
            </a:pPr>
            <a:r>
              <a:rPr lang="en-US" altLang="zh-TW" dirty="0">
                <a:ea typeface="新細明體" pitchFamily="18" charset="-120"/>
              </a:rPr>
              <a:t>	is equivalent to</a:t>
            </a:r>
          </a:p>
          <a:p>
            <a:pPr>
              <a:buFont typeface="Wingdings" pitchFamily="2" charset="2"/>
              <a:buNone/>
            </a:pPr>
            <a:r>
              <a:rPr lang="en-US" altLang="zh-TW" b="1" dirty="0">
                <a:latin typeface="Consolas" pitchFamily="49" charset="0"/>
                <a:ea typeface="新細明體" pitchFamily="18" charset="-120"/>
              </a:rPr>
              <a:t>		variable </a:t>
            </a:r>
            <a:r>
              <a:rPr lang="en-US" altLang="zh-TW" b="1" dirty="0">
                <a:solidFill>
                  <a:schemeClr val="accent1"/>
                </a:solidFill>
                <a:latin typeface="Consolas" pitchFamily="49" charset="0"/>
                <a:ea typeface="新細明體" pitchFamily="18" charset="-120"/>
              </a:rPr>
              <a:t>op</a:t>
            </a:r>
            <a:r>
              <a:rPr lang="en-US" altLang="zh-TW" b="1" dirty="0">
                <a:latin typeface="Consolas" pitchFamily="49" charset="0"/>
                <a:ea typeface="新細明體" pitchFamily="18" charset="-120"/>
              </a:rPr>
              <a:t>= expression;</a:t>
            </a:r>
          </a:p>
          <a:p>
            <a:endParaRPr lang="en-US" altLang="zh-TW" dirty="0">
              <a:ea typeface="新細明體" pitchFamily="18" charset="-120"/>
            </a:endParaRPr>
          </a:p>
          <a:p>
            <a:r>
              <a:rPr lang="en-US" altLang="zh-TW" dirty="0">
                <a:ea typeface="新細明體" pitchFamily="18" charset="-120"/>
              </a:rPr>
              <a:t>Some short form assignment operators:</a:t>
            </a:r>
          </a:p>
          <a:p>
            <a:pPr marL="0" indent="0">
              <a:buNone/>
            </a:pPr>
            <a:r>
              <a:rPr lang="en-US" altLang="zh-TW" sz="3200" b="1" dirty="0">
                <a:latin typeface="Consolas" pitchFamily="49" charset="0"/>
                <a:ea typeface="新細明體" pitchFamily="18" charset="-120"/>
              </a:rPr>
              <a:t>	+=   -=   *=   /=   %=</a:t>
            </a:r>
          </a:p>
          <a:p>
            <a:pPr algn="ctr">
              <a:buNone/>
            </a:pPr>
            <a:endParaRPr lang="en-US" altLang="zh-TW" b="1" dirty="0">
              <a:latin typeface="Consolas" pitchFamily="49" charset="0"/>
              <a:ea typeface="新細明體" pitchFamily="18" charset="-120"/>
            </a:endParaRPr>
          </a:p>
          <a:p>
            <a:r>
              <a:rPr lang="en-US" altLang="zh-TW" dirty="0">
                <a:ea typeface="新細明體" pitchFamily="18" charset="-120"/>
              </a:rPr>
              <a:t>Note that  </a:t>
            </a:r>
            <a:r>
              <a:rPr lang="en-US" altLang="zh-TW" b="1" dirty="0" err="1">
                <a:latin typeface="Consolas" pitchFamily="49" charset="0"/>
                <a:ea typeface="新細明體" pitchFamily="18" charset="-120"/>
              </a:rPr>
              <a:t>i</a:t>
            </a:r>
            <a:r>
              <a:rPr lang="en-US" altLang="zh-TW" b="1" dirty="0">
                <a:latin typeface="Consolas" pitchFamily="49" charset="0"/>
                <a:ea typeface="新細明體" pitchFamily="18" charset="-120"/>
              </a:rPr>
              <a:t> *= j + 2; </a:t>
            </a:r>
            <a:r>
              <a:rPr lang="en-US" altLang="zh-TW" dirty="0">
                <a:ea typeface="新細明體" pitchFamily="18" charset="-120"/>
              </a:rPr>
              <a:t>is equivalent to  </a:t>
            </a:r>
            <a:r>
              <a:rPr lang="en-US" altLang="zh-TW" b="1" dirty="0" err="1">
                <a:latin typeface="Consolas" pitchFamily="49" charset="0"/>
                <a:ea typeface="新細明體" pitchFamily="18" charset="-120"/>
              </a:rPr>
              <a:t>i</a:t>
            </a:r>
            <a:r>
              <a:rPr lang="en-US" altLang="zh-TW" b="1" dirty="0">
                <a:latin typeface="Consolas" pitchFamily="49" charset="0"/>
                <a:ea typeface="新細明體" pitchFamily="18" charset="-120"/>
              </a:rPr>
              <a:t> = </a:t>
            </a:r>
            <a:r>
              <a:rPr lang="en-US" altLang="zh-TW" b="1" dirty="0" err="1">
                <a:latin typeface="Consolas" pitchFamily="49" charset="0"/>
                <a:ea typeface="新細明體" pitchFamily="18" charset="-120"/>
              </a:rPr>
              <a:t>i</a:t>
            </a:r>
            <a:r>
              <a:rPr lang="en-US" altLang="zh-TW" b="1" dirty="0">
                <a:latin typeface="Consolas" pitchFamily="49" charset="0"/>
                <a:ea typeface="新細明體" pitchFamily="18" charset="-120"/>
              </a:rPr>
              <a:t> * (j + 2);</a:t>
            </a:r>
          </a:p>
          <a:p>
            <a:pPr>
              <a:buNone/>
            </a:pPr>
            <a:r>
              <a:rPr lang="en-US" altLang="zh-TW" b="1" dirty="0">
                <a:latin typeface="Consolas" pitchFamily="49" charset="0"/>
                <a:ea typeface="新細明體" pitchFamily="18" charset="-120"/>
              </a:rPr>
              <a:t>	</a:t>
            </a:r>
            <a:r>
              <a:rPr lang="en-US" altLang="zh-TW" dirty="0">
                <a:ea typeface="新細明體" pitchFamily="18" charset="-120"/>
              </a:rPr>
              <a:t>and </a:t>
            </a:r>
            <a:r>
              <a:rPr lang="en-US" altLang="zh-TW" u="sng" dirty="0">
                <a:ea typeface="新細明體" pitchFamily="18" charset="-120"/>
              </a:rPr>
              <a:t>not to</a:t>
            </a:r>
            <a:r>
              <a:rPr lang="en-US" altLang="zh-TW" dirty="0">
                <a:ea typeface="新細明體" pitchFamily="18" charset="-120"/>
              </a:rPr>
              <a:t>  </a:t>
            </a:r>
            <a:r>
              <a:rPr lang="en-US" altLang="zh-TW" b="1" dirty="0" err="1">
                <a:latin typeface="Consolas" pitchFamily="49" charset="0"/>
                <a:ea typeface="新細明體" pitchFamily="18" charset="-120"/>
              </a:rPr>
              <a:t>i</a:t>
            </a:r>
            <a:r>
              <a:rPr lang="en-US" altLang="zh-TW" b="1" dirty="0">
                <a:latin typeface="Consolas" pitchFamily="49" charset="0"/>
                <a:ea typeface="新細明體" pitchFamily="18" charset="-120"/>
              </a:rPr>
              <a:t> = </a:t>
            </a:r>
            <a:r>
              <a:rPr lang="en-US" altLang="zh-TW" b="1" dirty="0" err="1">
                <a:latin typeface="Consolas" pitchFamily="49" charset="0"/>
                <a:ea typeface="新細明體" pitchFamily="18" charset="-120"/>
              </a:rPr>
              <a:t>i</a:t>
            </a:r>
            <a:r>
              <a:rPr lang="en-US" altLang="zh-TW" b="1" dirty="0">
                <a:latin typeface="Consolas" pitchFamily="49" charset="0"/>
                <a:ea typeface="新細明體" pitchFamily="18" charset="-120"/>
              </a:rPr>
              <a:t> * j + 2;</a:t>
            </a:r>
            <a:endParaRPr lang="en-US" b="1" dirty="0">
              <a:latin typeface="Consolas" pitchFamily="49" charset="0"/>
              <a:ea typeface="新細明體" pitchFamily="18" charset="-120"/>
            </a:endParaRPr>
          </a:p>
          <a:p>
            <a:pPr algn="ctr">
              <a:buFont typeface="Wingdings" pitchFamily="2" charset="2"/>
              <a:buNone/>
            </a:pPr>
            <a:endParaRPr lang="en-US" b="1" dirty="0">
              <a:latin typeface="Consolas" pitchFamily="49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2A0C27-9874-4A2B-82B4-36D1DE995B6F}" type="slidenum">
              <a:rPr lang="en-US" smtClean="0"/>
              <a:pPr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94368066"/>
      </p:ext>
    </p:extLst>
  </p:cSld>
  <p:clrMapOvr>
    <a:masterClrMapping/>
  </p:clrMapOvr>
  <p:transition>
    <p:fade/>
  </p:transition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sz="4000" dirty="0"/>
              <a:t>6. Increment / Decrement Operator</a:t>
            </a:r>
            <a:endParaRPr lang="en-US" sz="4000" dirty="0">
              <a:cs typeface="Calibri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r>
              <a:rPr lang="en-US" sz="2800" dirty="0"/>
              <a:t>To increase the value of a variable, </a:t>
            </a:r>
            <a:r>
              <a:rPr lang="en-US" sz="2800" b="1" dirty="0" err="1">
                <a:latin typeface="Consolas" pitchFamily="49" charset="0"/>
              </a:rPr>
              <a:t>i</a:t>
            </a:r>
            <a:r>
              <a:rPr lang="en-US" sz="2800" dirty="0"/>
              <a:t>, by one, we can write the following statement:</a:t>
            </a:r>
          </a:p>
          <a:p>
            <a:pPr algn="ctr">
              <a:buNone/>
            </a:pPr>
            <a:r>
              <a:rPr lang="en-US" altLang="zh-TW" sz="2800" b="1" dirty="0" err="1">
                <a:latin typeface="Consolas" pitchFamily="49" charset="0"/>
              </a:rPr>
              <a:t>i</a:t>
            </a:r>
            <a:r>
              <a:rPr lang="en-US" altLang="zh-TW" sz="2800" b="1" dirty="0">
                <a:latin typeface="Consolas" pitchFamily="49" charset="0"/>
              </a:rPr>
              <a:t> = </a:t>
            </a:r>
            <a:r>
              <a:rPr lang="en-US" altLang="zh-TW" sz="2800" b="1" dirty="0" err="1">
                <a:latin typeface="Consolas" pitchFamily="49" charset="0"/>
              </a:rPr>
              <a:t>i</a:t>
            </a:r>
            <a:r>
              <a:rPr lang="en-US" altLang="zh-TW" sz="2800" b="1" dirty="0">
                <a:latin typeface="Consolas" pitchFamily="49" charset="0"/>
              </a:rPr>
              <a:t> + 1;</a:t>
            </a:r>
          </a:p>
          <a:p>
            <a:endParaRPr lang="en-US" sz="2000" dirty="0"/>
          </a:p>
          <a:p>
            <a:r>
              <a:rPr lang="en-US" sz="2800" dirty="0"/>
              <a:t>We can also write a statement with an </a:t>
            </a:r>
            <a:r>
              <a:rPr lang="en-US" sz="2800" b="1" dirty="0">
                <a:solidFill>
                  <a:schemeClr val="accent1"/>
                </a:solidFill>
              </a:rPr>
              <a:t>increment operator</a:t>
            </a:r>
            <a:r>
              <a:rPr lang="en-US" sz="2800" dirty="0"/>
              <a:t> to achieve the same result:</a:t>
            </a:r>
          </a:p>
          <a:p>
            <a:pPr algn="ctr">
              <a:buNone/>
            </a:pPr>
            <a:r>
              <a:rPr lang="en-US" altLang="zh-TW" sz="2800" b="1" dirty="0" err="1">
                <a:latin typeface="Consolas" pitchFamily="49" charset="0"/>
              </a:rPr>
              <a:t>i</a:t>
            </a:r>
            <a:r>
              <a:rPr lang="en-US" altLang="zh-TW" sz="2800" b="1" dirty="0">
                <a:latin typeface="Consolas" pitchFamily="49" charset="0"/>
              </a:rPr>
              <a:t>++;      </a:t>
            </a:r>
            <a:r>
              <a:rPr lang="en-US" altLang="zh-TW" sz="2800" dirty="0"/>
              <a:t>or</a:t>
            </a:r>
            <a:r>
              <a:rPr lang="en-US" altLang="zh-TW" sz="2800" b="1" dirty="0">
                <a:latin typeface="Consolas" pitchFamily="49" charset="0"/>
              </a:rPr>
              <a:t>      ++</a:t>
            </a:r>
            <a:r>
              <a:rPr lang="en-US" altLang="zh-TW" sz="2800" b="1" dirty="0" err="1">
                <a:latin typeface="Consolas" pitchFamily="49" charset="0"/>
              </a:rPr>
              <a:t>i</a:t>
            </a:r>
            <a:r>
              <a:rPr lang="en-US" altLang="zh-TW" sz="2800" b="1" dirty="0">
                <a:latin typeface="Consolas" pitchFamily="49" charset="0"/>
              </a:rPr>
              <a:t>;</a:t>
            </a:r>
            <a:endParaRPr lang="en-US" sz="2800" dirty="0"/>
          </a:p>
          <a:p>
            <a:pPr>
              <a:buNone/>
            </a:pPr>
            <a:r>
              <a:rPr lang="en-US" sz="2800" dirty="0"/>
              <a:t>	</a:t>
            </a:r>
            <a:r>
              <a:rPr lang="en-US" sz="2800" i="1" dirty="0"/>
              <a:t>(see Appendix for their difference)</a:t>
            </a:r>
          </a:p>
          <a:p>
            <a:pPr>
              <a:buNone/>
            </a:pPr>
            <a:endParaRPr lang="en-US" sz="2000" dirty="0"/>
          </a:p>
          <a:p>
            <a:r>
              <a:rPr lang="en-US" sz="2800" dirty="0"/>
              <a:t>Similarly, we can write  </a:t>
            </a:r>
            <a:r>
              <a:rPr lang="en-US" sz="2800" b="1" dirty="0" err="1">
                <a:latin typeface="Consolas" pitchFamily="49" charset="0"/>
              </a:rPr>
              <a:t>i</a:t>
            </a:r>
            <a:r>
              <a:rPr lang="en-US" sz="2800" b="1" dirty="0">
                <a:latin typeface="Consolas" pitchFamily="49" charset="0"/>
              </a:rPr>
              <a:t>--</a:t>
            </a:r>
            <a:r>
              <a:rPr lang="en-US" sz="2800" dirty="0"/>
              <a:t> or </a:t>
            </a:r>
            <a:r>
              <a:rPr lang="en-US" sz="2800" b="1" dirty="0">
                <a:latin typeface="Consolas" pitchFamily="49" charset="0"/>
              </a:rPr>
              <a:t>--</a:t>
            </a:r>
            <a:r>
              <a:rPr lang="en-US" sz="2800" b="1" dirty="0" err="1">
                <a:latin typeface="Consolas" pitchFamily="49" charset="0"/>
              </a:rPr>
              <a:t>i</a:t>
            </a:r>
            <a:r>
              <a:rPr lang="en-US" sz="2800" dirty="0"/>
              <a:t> to decrease the value of </a:t>
            </a:r>
            <a:r>
              <a:rPr lang="en-US" sz="2800" b="1" dirty="0" err="1">
                <a:latin typeface="Consolas" pitchFamily="49" charset="0"/>
              </a:rPr>
              <a:t>i</a:t>
            </a:r>
            <a:r>
              <a:rPr lang="en-US" sz="2800" dirty="0"/>
              <a:t> by one.</a:t>
            </a:r>
          </a:p>
          <a:p>
            <a:pPr>
              <a:buNone/>
            </a:pPr>
            <a:endParaRPr lang="en-US" altLang="zh-TW" sz="2800" b="1" dirty="0">
              <a:latin typeface="Consolas" pitchFamily="49" charset="0"/>
            </a:endParaRPr>
          </a:p>
          <a:p>
            <a:pPr>
              <a:buNone/>
            </a:pPr>
            <a:endParaRPr lang="en-US" altLang="zh-TW" sz="2800" b="1" dirty="0">
              <a:latin typeface="Consolas" pitchFamily="49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2A0C27-9874-4A2B-82B4-36D1DE995B6F}" type="slidenum">
              <a:rPr lang="en-US" smtClean="0"/>
              <a:pPr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53475353"/>
      </p:ext>
    </p:extLst>
  </p:cSld>
  <p:clrMapOvr>
    <a:masterClrMapping/>
  </p:clrMapOvr>
  <p:transition>
    <p:fade/>
  </p:transition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§"/>
              <a:defRPr sz="28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§"/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fld id="{3D7CF447-B551-490F-BC34-A12178F1759B}" type="slidenum">
              <a:rPr lang="zh-TW" altLang="en-US" sz="1000" smtClean="0">
                <a:ea typeface="新細明體" charset="-120"/>
              </a:rPr>
              <a:pPr>
                <a:spcBef>
                  <a:spcPct val="0"/>
                </a:spcBef>
                <a:buClrTx/>
                <a:buFontTx/>
                <a:buNone/>
              </a:pPr>
              <a:t>17</a:t>
            </a:fld>
            <a:endParaRPr lang="en-US" altLang="zh-TW" sz="1000">
              <a:ea typeface="新細明體" charset="-120"/>
            </a:endParaRPr>
          </a:p>
        </p:txBody>
      </p:sp>
      <p:sp>
        <p:nvSpPr>
          <p:cNvPr id="21507" name="Rectangle 2"/>
          <p:cNvSpPr>
            <a:spLocks noGrp="1" noChangeArrowheads="1"/>
          </p:cNvSpPr>
          <p:nvPr>
            <p:ph type="title"/>
          </p:nvPr>
        </p:nvSpPr>
        <p:spPr>
          <a:xfrm>
            <a:off x="70338" y="76200"/>
            <a:ext cx="8921262" cy="838200"/>
          </a:xfrm>
        </p:spPr>
        <p:txBody>
          <a:bodyPr>
            <a:normAutofit/>
          </a:bodyPr>
          <a:lstStyle/>
          <a:p>
            <a:pPr eaLnBrk="1" hangingPunct="1"/>
            <a:r>
              <a:rPr lang="en-US" altLang="zh-TW" sz="3600" dirty="0">
                <a:ea typeface="新細明體" charset="-120"/>
              </a:rPr>
              <a:t>7. Swapping the value between two variables</a:t>
            </a:r>
          </a:p>
        </p:txBody>
      </p:sp>
      <p:sp>
        <p:nvSpPr>
          <p:cNvPr id="21508" name="Rectangle 7"/>
          <p:cNvSpPr>
            <a:spLocks noChangeArrowheads="1"/>
          </p:cNvSpPr>
          <p:nvPr/>
        </p:nvSpPr>
        <p:spPr bwMode="auto">
          <a:xfrm>
            <a:off x="381000" y="2114550"/>
            <a:ext cx="8448675" cy="803275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>
            <a:spAutoFit/>
          </a:bodyPr>
          <a:lstStyle>
            <a:lvl1pPr marL="342900" indent="-342900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§"/>
              <a:defRPr sz="2800">
                <a:solidFill>
                  <a:schemeClr val="tx1"/>
                </a:solidFill>
                <a:latin typeface="Arial" charset="0"/>
              </a:defRPr>
            </a:lvl1pPr>
            <a:lvl2pPr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§"/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 lvl="1" eaLnBrk="1" hangingPunct="1">
              <a:lnSpc>
                <a:spcPct val="90000"/>
              </a:lnSpc>
              <a:buFont typeface="Wingdings" pitchFamily="2" charset="2"/>
              <a:buNone/>
            </a:pPr>
            <a:r>
              <a:rPr lang="en-US" altLang="zh-TW" sz="2300" dirty="0">
                <a:latin typeface="Consolas" panose="020B0609020204030204" pitchFamily="49" charset="0"/>
                <a:ea typeface="新細明體" charset="-120"/>
                <a:cs typeface="Consolas" panose="020B0609020204030204" pitchFamily="49" charset="0"/>
              </a:rPr>
              <a:t>a = b;			</a:t>
            </a:r>
            <a:r>
              <a:rPr lang="en-US" altLang="zh-TW" sz="2300" dirty="0">
                <a:solidFill>
                  <a:srgbClr val="009900"/>
                </a:solidFill>
                <a:latin typeface="Consolas" panose="020B0609020204030204" pitchFamily="49" charset="0"/>
                <a:ea typeface="新細明體" charset="-120"/>
                <a:cs typeface="Consolas" panose="020B0609020204030204" pitchFamily="49" charset="0"/>
              </a:rPr>
              <a:t>// Method A ?</a:t>
            </a:r>
          </a:p>
          <a:p>
            <a:pPr lvl="1" eaLnBrk="1" hangingPunct="1">
              <a:lnSpc>
                <a:spcPct val="90000"/>
              </a:lnSpc>
              <a:buFont typeface="Wingdings" pitchFamily="2" charset="2"/>
              <a:buNone/>
            </a:pPr>
            <a:r>
              <a:rPr lang="en-US" altLang="zh-TW" sz="2300" dirty="0">
                <a:latin typeface="Consolas" panose="020B0609020204030204" pitchFamily="49" charset="0"/>
                <a:ea typeface="新細明體" charset="-120"/>
                <a:cs typeface="Consolas" panose="020B0609020204030204" pitchFamily="49" charset="0"/>
              </a:rPr>
              <a:t>b = a;</a:t>
            </a:r>
          </a:p>
        </p:txBody>
      </p:sp>
      <p:sp>
        <p:nvSpPr>
          <p:cNvPr id="21509" name="Rectangle 8"/>
          <p:cNvSpPr>
            <a:spLocks noChangeArrowheads="1"/>
          </p:cNvSpPr>
          <p:nvPr/>
        </p:nvSpPr>
        <p:spPr bwMode="auto">
          <a:xfrm>
            <a:off x="381000" y="3074987"/>
            <a:ext cx="8448675" cy="1189038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>
            <a:spAutoFit/>
          </a:bodyPr>
          <a:lstStyle>
            <a:lvl1pPr marL="342900" indent="-342900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§"/>
              <a:defRPr sz="2800">
                <a:solidFill>
                  <a:schemeClr val="tx1"/>
                </a:solidFill>
                <a:latin typeface="Arial" charset="0"/>
              </a:defRPr>
            </a:lvl1pPr>
            <a:lvl2pPr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§"/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 lvl="1" eaLnBrk="1" hangingPunct="1">
              <a:lnSpc>
                <a:spcPct val="90000"/>
              </a:lnSpc>
              <a:buFont typeface="Wingdings" pitchFamily="2" charset="2"/>
              <a:buNone/>
            </a:pPr>
            <a:r>
              <a:rPr lang="en-US" altLang="zh-TW" sz="2300" dirty="0" err="1">
                <a:latin typeface="Consolas" panose="020B0609020204030204" pitchFamily="49" charset="0"/>
                <a:ea typeface="新細明體" charset="-120"/>
                <a:cs typeface="Consolas" panose="020B0609020204030204" pitchFamily="49" charset="0"/>
              </a:rPr>
              <a:t>tmp</a:t>
            </a:r>
            <a:r>
              <a:rPr lang="en-US" altLang="zh-TW" sz="2300" dirty="0">
                <a:latin typeface="Consolas" panose="020B0609020204030204" pitchFamily="49" charset="0"/>
                <a:ea typeface="新細明體" charset="-120"/>
                <a:cs typeface="Consolas" panose="020B0609020204030204" pitchFamily="49" charset="0"/>
              </a:rPr>
              <a:t> = a;			</a:t>
            </a:r>
            <a:r>
              <a:rPr lang="en-US" altLang="zh-TW" sz="2300" dirty="0">
                <a:solidFill>
                  <a:srgbClr val="009900"/>
                </a:solidFill>
                <a:latin typeface="Consolas" panose="020B0609020204030204" pitchFamily="49" charset="0"/>
                <a:ea typeface="新細明體" charset="-120"/>
                <a:cs typeface="Consolas" panose="020B0609020204030204" pitchFamily="49" charset="0"/>
              </a:rPr>
              <a:t>// Method B ?</a:t>
            </a:r>
          </a:p>
          <a:p>
            <a:pPr lvl="1" eaLnBrk="1" hangingPunct="1">
              <a:lnSpc>
                <a:spcPct val="90000"/>
              </a:lnSpc>
              <a:buFont typeface="Wingdings" pitchFamily="2" charset="2"/>
              <a:buNone/>
            </a:pPr>
            <a:r>
              <a:rPr lang="en-US" altLang="zh-TW" sz="2300" dirty="0">
                <a:latin typeface="Consolas" panose="020B0609020204030204" pitchFamily="49" charset="0"/>
                <a:ea typeface="新細明體" charset="-120"/>
                <a:cs typeface="Consolas" panose="020B0609020204030204" pitchFamily="49" charset="0"/>
              </a:rPr>
              <a:t>a = b;</a:t>
            </a:r>
          </a:p>
          <a:p>
            <a:pPr lvl="1" eaLnBrk="1" hangingPunct="1">
              <a:lnSpc>
                <a:spcPct val="90000"/>
              </a:lnSpc>
              <a:buFont typeface="Wingdings" pitchFamily="2" charset="2"/>
              <a:buNone/>
            </a:pPr>
            <a:r>
              <a:rPr lang="en-US" altLang="zh-TW" sz="2300" dirty="0">
                <a:latin typeface="Consolas" panose="020B0609020204030204" pitchFamily="49" charset="0"/>
                <a:ea typeface="新細明體" charset="-120"/>
                <a:cs typeface="Consolas" panose="020B0609020204030204" pitchFamily="49" charset="0"/>
              </a:rPr>
              <a:t>b = </a:t>
            </a:r>
            <a:r>
              <a:rPr lang="en-US" altLang="zh-TW" sz="2300" dirty="0" err="1">
                <a:latin typeface="Consolas" panose="020B0609020204030204" pitchFamily="49" charset="0"/>
                <a:ea typeface="新細明體" charset="-120"/>
                <a:cs typeface="Consolas" panose="020B0609020204030204" pitchFamily="49" charset="0"/>
              </a:rPr>
              <a:t>tmp</a:t>
            </a:r>
            <a:r>
              <a:rPr lang="en-US" altLang="zh-TW" sz="2300" dirty="0">
                <a:latin typeface="Consolas" panose="020B0609020204030204" pitchFamily="49" charset="0"/>
                <a:ea typeface="新細明體" charset="-120"/>
                <a:cs typeface="Consolas" panose="020B0609020204030204" pitchFamily="49" charset="0"/>
              </a:rPr>
              <a:t>;</a:t>
            </a:r>
          </a:p>
        </p:txBody>
      </p:sp>
      <p:sp>
        <p:nvSpPr>
          <p:cNvPr id="21510" name="Rectangle 9"/>
          <p:cNvSpPr>
            <a:spLocks noChangeArrowheads="1"/>
          </p:cNvSpPr>
          <p:nvPr/>
        </p:nvSpPr>
        <p:spPr bwMode="auto">
          <a:xfrm>
            <a:off x="381000" y="4419600"/>
            <a:ext cx="8448675" cy="1189037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>
            <a:spAutoFit/>
          </a:bodyPr>
          <a:lstStyle>
            <a:lvl1pPr marL="342900" indent="-342900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§"/>
              <a:defRPr sz="2800">
                <a:solidFill>
                  <a:schemeClr val="tx1"/>
                </a:solidFill>
                <a:latin typeface="Arial" charset="0"/>
              </a:defRPr>
            </a:lvl1pPr>
            <a:lvl2pPr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§"/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 lvl="1" eaLnBrk="1" hangingPunct="1">
              <a:lnSpc>
                <a:spcPct val="90000"/>
              </a:lnSpc>
              <a:buFont typeface="Wingdings" pitchFamily="2" charset="2"/>
              <a:buNone/>
            </a:pPr>
            <a:r>
              <a:rPr lang="en-US" altLang="zh-TW" sz="2300" dirty="0" err="1">
                <a:latin typeface="Consolas" panose="020B0609020204030204" pitchFamily="49" charset="0"/>
                <a:ea typeface="新細明體" charset="-120"/>
                <a:cs typeface="Consolas" panose="020B0609020204030204" pitchFamily="49" charset="0"/>
              </a:rPr>
              <a:t>tmp</a:t>
            </a:r>
            <a:r>
              <a:rPr lang="en-US" altLang="zh-TW" sz="2300" dirty="0">
                <a:latin typeface="Consolas" panose="020B0609020204030204" pitchFamily="49" charset="0"/>
                <a:ea typeface="新細明體" charset="-120"/>
                <a:cs typeface="Consolas" panose="020B0609020204030204" pitchFamily="49" charset="0"/>
              </a:rPr>
              <a:t> = a;			</a:t>
            </a:r>
            <a:r>
              <a:rPr lang="en-US" altLang="zh-TW" sz="2300" dirty="0">
                <a:solidFill>
                  <a:srgbClr val="009900"/>
                </a:solidFill>
                <a:latin typeface="Consolas" panose="020B0609020204030204" pitchFamily="49" charset="0"/>
                <a:ea typeface="新細明體" charset="-120"/>
                <a:cs typeface="Consolas" panose="020B0609020204030204" pitchFamily="49" charset="0"/>
              </a:rPr>
              <a:t>// Method C ?</a:t>
            </a:r>
          </a:p>
          <a:p>
            <a:pPr lvl="1" eaLnBrk="1" hangingPunct="1">
              <a:lnSpc>
                <a:spcPct val="90000"/>
              </a:lnSpc>
              <a:buFont typeface="Wingdings" pitchFamily="2" charset="2"/>
              <a:buNone/>
            </a:pPr>
            <a:r>
              <a:rPr lang="en-US" altLang="zh-TW" sz="2300">
                <a:latin typeface="Consolas" panose="020B0609020204030204" pitchFamily="49" charset="0"/>
                <a:ea typeface="新細明體" charset="-120"/>
                <a:cs typeface="Consolas" panose="020B0609020204030204" pitchFamily="49" charset="0"/>
              </a:rPr>
              <a:t>b </a:t>
            </a:r>
            <a:r>
              <a:rPr lang="en-US" altLang="zh-TW" sz="2300" dirty="0">
                <a:latin typeface="Consolas" panose="020B0609020204030204" pitchFamily="49" charset="0"/>
                <a:ea typeface="新細明體" charset="-120"/>
                <a:cs typeface="Consolas" panose="020B0609020204030204" pitchFamily="49" charset="0"/>
              </a:rPr>
              <a:t>= </a:t>
            </a:r>
            <a:r>
              <a:rPr lang="en-US" altLang="zh-TW" sz="2300" dirty="0" err="1">
                <a:latin typeface="Consolas" panose="020B0609020204030204" pitchFamily="49" charset="0"/>
                <a:ea typeface="新細明體" charset="-120"/>
                <a:cs typeface="Consolas" panose="020B0609020204030204" pitchFamily="49" charset="0"/>
              </a:rPr>
              <a:t>tmp</a:t>
            </a:r>
            <a:r>
              <a:rPr lang="en-US" altLang="zh-TW" sz="2300" dirty="0">
                <a:latin typeface="Consolas" panose="020B0609020204030204" pitchFamily="49" charset="0"/>
                <a:ea typeface="新細明體" charset="-120"/>
                <a:cs typeface="Consolas" panose="020B0609020204030204" pitchFamily="49" charset="0"/>
              </a:rPr>
              <a:t>;</a:t>
            </a:r>
          </a:p>
          <a:p>
            <a:pPr lvl="1" eaLnBrk="1" hangingPunct="1">
              <a:lnSpc>
                <a:spcPct val="90000"/>
              </a:lnSpc>
              <a:buFont typeface="Wingdings" pitchFamily="2" charset="2"/>
              <a:buNone/>
            </a:pPr>
            <a:r>
              <a:rPr lang="en-US" altLang="zh-TW" sz="2300" dirty="0">
                <a:latin typeface="Consolas" panose="020B0609020204030204" pitchFamily="49" charset="0"/>
                <a:ea typeface="新細明體" charset="-120"/>
                <a:cs typeface="Consolas" panose="020B0609020204030204" pitchFamily="49" charset="0"/>
              </a:rPr>
              <a:t>a = b;</a:t>
            </a:r>
          </a:p>
        </p:txBody>
      </p:sp>
      <p:sp>
        <p:nvSpPr>
          <p:cNvPr id="21511" name="Rectangle 10"/>
          <p:cNvSpPr>
            <a:spLocks noChangeArrowheads="1"/>
          </p:cNvSpPr>
          <p:nvPr/>
        </p:nvSpPr>
        <p:spPr bwMode="auto">
          <a:xfrm>
            <a:off x="381000" y="1154112"/>
            <a:ext cx="8448675" cy="803275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>
            <a:spAutoFit/>
          </a:bodyPr>
          <a:lstStyle>
            <a:lvl1pPr marL="342900" indent="-342900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§"/>
              <a:defRPr sz="2800">
                <a:solidFill>
                  <a:schemeClr val="tx1"/>
                </a:solidFill>
                <a:latin typeface="Arial" charset="0"/>
              </a:defRPr>
            </a:lvl1pPr>
            <a:lvl2pPr marL="120650" indent="-6350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§"/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 lvl="1" eaLnBrk="1" hangingPunct="1">
              <a:lnSpc>
                <a:spcPct val="90000"/>
              </a:lnSpc>
              <a:buFont typeface="Wingdings" pitchFamily="2" charset="2"/>
              <a:buNone/>
            </a:pPr>
            <a:r>
              <a:rPr lang="en-US" altLang="zh-TW" sz="2300" dirty="0" err="1">
                <a:solidFill>
                  <a:srgbClr val="0000FF"/>
                </a:solidFill>
                <a:latin typeface="Consolas" panose="020B0609020204030204" pitchFamily="49" charset="0"/>
                <a:ea typeface="新細明體" charset="-120"/>
                <a:cs typeface="Consolas" panose="020B0609020204030204" pitchFamily="49" charset="0"/>
              </a:rPr>
              <a:t>int</a:t>
            </a:r>
            <a:r>
              <a:rPr lang="en-US" altLang="zh-TW" sz="2300" dirty="0">
                <a:solidFill>
                  <a:srgbClr val="0000FF"/>
                </a:solidFill>
                <a:latin typeface="Consolas" panose="020B0609020204030204" pitchFamily="49" charset="0"/>
                <a:ea typeface="新細明體" charset="-120"/>
                <a:cs typeface="Consolas" panose="020B0609020204030204" pitchFamily="49" charset="0"/>
              </a:rPr>
              <a:t> </a:t>
            </a:r>
            <a:r>
              <a:rPr lang="en-US" altLang="zh-TW" sz="2300" dirty="0">
                <a:latin typeface="Consolas" panose="020B0609020204030204" pitchFamily="49" charset="0"/>
                <a:ea typeface="新細明體" charset="-120"/>
                <a:cs typeface="Consolas" panose="020B0609020204030204" pitchFamily="49" charset="0"/>
              </a:rPr>
              <a:t>a = </a:t>
            </a:r>
            <a:r>
              <a:rPr lang="en-US" altLang="zh-TW" sz="2300" dirty="0">
                <a:solidFill>
                  <a:srgbClr val="6699FF"/>
                </a:solidFill>
                <a:latin typeface="Consolas" panose="020B0609020204030204" pitchFamily="49" charset="0"/>
                <a:ea typeface="新細明體" charset="-120"/>
                <a:cs typeface="Consolas" panose="020B0609020204030204" pitchFamily="49" charset="0"/>
              </a:rPr>
              <a:t>0</a:t>
            </a:r>
            <a:r>
              <a:rPr lang="en-US" altLang="zh-TW" sz="2300" dirty="0">
                <a:latin typeface="Consolas" panose="020B0609020204030204" pitchFamily="49" charset="0"/>
                <a:ea typeface="新細明體" charset="-120"/>
                <a:cs typeface="Consolas" panose="020B0609020204030204" pitchFamily="49" charset="0"/>
              </a:rPr>
              <a:t>, b = </a:t>
            </a:r>
            <a:r>
              <a:rPr lang="en-US" altLang="zh-TW" sz="2300" dirty="0">
                <a:solidFill>
                  <a:srgbClr val="6699FF"/>
                </a:solidFill>
                <a:latin typeface="Consolas" panose="020B0609020204030204" pitchFamily="49" charset="0"/>
                <a:ea typeface="新細明體" charset="-120"/>
                <a:cs typeface="Consolas" panose="020B0609020204030204" pitchFamily="49" charset="0"/>
              </a:rPr>
              <a:t>1</a:t>
            </a:r>
            <a:r>
              <a:rPr lang="en-US" altLang="zh-TW" sz="2300" dirty="0">
                <a:latin typeface="Consolas" panose="020B0609020204030204" pitchFamily="49" charset="0"/>
                <a:ea typeface="新細明體" charset="-120"/>
                <a:cs typeface="Consolas" panose="020B0609020204030204" pitchFamily="49" charset="0"/>
              </a:rPr>
              <a:t>, </a:t>
            </a:r>
            <a:r>
              <a:rPr lang="en-US" altLang="zh-TW" sz="2300" dirty="0" err="1">
                <a:latin typeface="Consolas" panose="020B0609020204030204" pitchFamily="49" charset="0"/>
                <a:ea typeface="新細明體" charset="-120"/>
                <a:cs typeface="Consolas" panose="020B0609020204030204" pitchFamily="49" charset="0"/>
              </a:rPr>
              <a:t>tmp</a:t>
            </a:r>
            <a:r>
              <a:rPr lang="en-US" altLang="zh-TW" sz="2300" dirty="0">
                <a:latin typeface="Consolas" panose="020B0609020204030204" pitchFamily="49" charset="0"/>
                <a:ea typeface="新細明體" charset="-120"/>
                <a:cs typeface="Consolas" panose="020B0609020204030204" pitchFamily="49" charset="0"/>
              </a:rPr>
              <a:t>;</a:t>
            </a:r>
          </a:p>
          <a:p>
            <a:pPr lvl="1" eaLnBrk="1" hangingPunct="1">
              <a:lnSpc>
                <a:spcPct val="90000"/>
              </a:lnSpc>
              <a:buFont typeface="Wingdings" pitchFamily="2" charset="2"/>
              <a:buNone/>
            </a:pPr>
            <a:r>
              <a:rPr lang="en-US" altLang="zh-TW" sz="2300" dirty="0">
                <a:solidFill>
                  <a:srgbClr val="009900"/>
                </a:solidFill>
                <a:latin typeface="Consolas" panose="020B0609020204030204" pitchFamily="49" charset="0"/>
                <a:ea typeface="新細明體" charset="-120"/>
                <a:cs typeface="Consolas" panose="020B0609020204030204" pitchFamily="49" charset="0"/>
              </a:rPr>
              <a:t>// How to exchange/swap the value of a and b?</a:t>
            </a:r>
          </a:p>
        </p:txBody>
      </p:sp>
      <p:sp>
        <p:nvSpPr>
          <p:cNvPr id="407563" name="Rectangle 11"/>
          <p:cNvSpPr>
            <a:spLocks noChangeArrowheads="1"/>
          </p:cNvSpPr>
          <p:nvPr/>
        </p:nvSpPr>
        <p:spPr bwMode="auto">
          <a:xfrm>
            <a:off x="381000" y="5695156"/>
            <a:ext cx="4525108" cy="661195"/>
          </a:xfrm>
          <a:prstGeom prst="rect">
            <a:avLst/>
          </a:prstGeom>
          <a:solidFill>
            <a:srgbClr val="CCFFCC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§"/>
              <a:defRPr sz="28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§"/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TW" sz="2000" b="0" dirty="0">
                <a:solidFill>
                  <a:srgbClr val="0000FF"/>
                </a:solidFill>
                <a:ea typeface="新細明體" charset="-120"/>
              </a:rPr>
              <a:t>Answer: Method B</a:t>
            </a:r>
          </a:p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TW" sz="1600" i="1" dirty="0">
                <a:solidFill>
                  <a:srgbClr val="0000FF"/>
                </a:solidFill>
                <a:ea typeface="新細明體" charset="-120"/>
              </a:rPr>
              <a:t>Dry run the code segments and you’ll know why!</a:t>
            </a:r>
            <a:endParaRPr lang="en-US" altLang="zh-TW" sz="1600" b="0" i="1" dirty="0">
              <a:solidFill>
                <a:srgbClr val="0000FF"/>
              </a:solidFill>
              <a:ea typeface="新細明體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1741559003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75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07563" grpId="0" animBg="1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§"/>
              <a:defRPr sz="28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§"/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fld id="{5C15B98C-2873-42F5-BE36-B86CF3F99F0E}" type="slidenum">
              <a:rPr lang="zh-TW" altLang="en-US" sz="1000" smtClean="0">
                <a:ea typeface="新細明體" charset="-120"/>
              </a:rPr>
              <a:pPr>
                <a:spcBef>
                  <a:spcPct val="0"/>
                </a:spcBef>
                <a:buClrTx/>
                <a:buFontTx/>
                <a:buNone/>
              </a:pPr>
              <a:t>18</a:t>
            </a:fld>
            <a:endParaRPr lang="en-US" altLang="zh-TW" sz="1000">
              <a:ea typeface="新細明體" charset="-120"/>
            </a:endParaRPr>
          </a:p>
        </p:txBody>
      </p:sp>
      <p:sp>
        <p:nvSpPr>
          <p:cNvPr id="22531" name="Rectangle 2"/>
          <p:cNvSpPr>
            <a:spLocks noGrp="1" noChangeArrowheads="1"/>
          </p:cNvSpPr>
          <p:nvPr>
            <p:ph type="title"/>
          </p:nvPr>
        </p:nvSpPr>
        <p:spPr>
          <a:xfrm>
            <a:off x="152400" y="76200"/>
            <a:ext cx="8839200" cy="838200"/>
          </a:xfrm>
        </p:spPr>
        <p:txBody>
          <a:bodyPr>
            <a:noAutofit/>
          </a:bodyPr>
          <a:lstStyle/>
          <a:p>
            <a:pPr eaLnBrk="1" hangingPunct="1"/>
            <a:r>
              <a:rPr lang="en-US" altLang="zh-TW" sz="2800" dirty="0">
                <a:ea typeface="新細明體" charset="-120"/>
              </a:rPr>
              <a:t>8. Some uses of Integer Division and Modulus Operators</a:t>
            </a:r>
            <a:endParaRPr lang="en-US" altLang="zh-TW" sz="2800" dirty="0">
              <a:latin typeface="Consolas" panose="020B0609020204030204" pitchFamily="49" charset="0"/>
              <a:ea typeface="新細明體" charset="-120"/>
            </a:endParaRPr>
          </a:p>
        </p:txBody>
      </p:sp>
      <p:sp>
        <p:nvSpPr>
          <p:cNvPr id="43008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57200" y="1355725"/>
            <a:ext cx="8229600" cy="4775200"/>
          </a:xfrm>
        </p:spPr>
        <p:txBody>
          <a:bodyPr>
            <a:normAutofit fontScale="92500" lnSpcReduction="10000"/>
          </a:bodyPr>
          <a:lstStyle/>
          <a:p>
            <a:pPr eaLnBrk="1" hangingPunct="1">
              <a:buFont typeface="Wingdings" pitchFamily="2" charset="2"/>
              <a:buNone/>
            </a:pPr>
            <a:r>
              <a:rPr lang="en-US" altLang="zh-TW" dirty="0">
                <a:ea typeface="新細明體" charset="-120"/>
              </a:rPr>
              <a:t>Suppose </a:t>
            </a:r>
            <a:r>
              <a:rPr lang="en-US" altLang="zh-TW" b="1" dirty="0">
                <a:latin typeface="Consolas" panose="020B0609020204030204" pitchFamily="49" charset="0"/>
                <a:ea typeface="新細明體" charset="-120"/>
                <a:cs typeface="Consolas" panose="020B0609020204030204" pitchFamily="49" charset="0"/>
              </a:rPr>
              <a:t>n</a:t>
            </a:r>
            <a:r>
              <a:rPr lang="en-US" altLang="zh-TW" dirty="0">
                <a:ea typeface="新細明體" charset="-120"/>
              </a:rPr>
              <a:t> is an integer</a:t>
            </a:r>
          </a:p>
          <a:p>
            <a:pPr eaLnBrk="1" hangingPunct="1"/>
            <a:r>
              <a:rPr lang="en-US" altLang="zh-TW" sz="3000" dirty="0">
                <a:latin typeface="Consolas" panose="020B0609020204030204" pitchFamily="49" charset="0"/>
                <a:ea typeface="新細明體" charset="-120"/>
                <a:cs typeface="Consolas" panose="020B0609020204030204" pitchFamily="49" charset="0"/>
              </a:rPr>
              <a:t>(n % 10)</a:t>
            </a:r>
            <a:r>
              <a:rPr lang="en-US" altLang="zh-TW" sz="3000" dirty="0">
                <a:ea typeface="新細明體" charset="-120"/>
              </a:rPr>
              <a:t> </a:t>
            </a:r>
            <a:r>
              <a:rPr lang="en-US" altLang="zh-TW" sz="3000" dirty="0">
                <a:ea typeface="新細明體" charset="-120"/>
                <a:sym typeface="Wingdings" pitchFamily="2" charset="2"/>
              </a:rPr>
              <a:t>yields </a:t>
            </a:r>
            <a:r>
              <a:rPr lang="en-US" altLang="zh-TW" sz="3000" dirty="0">
                <a:ea typeface="新細明體" charset="-120"/>
              </a:rPr>
              <a:t>the right most digit of </a:t>
            </a:r>
            <a:r>
              <a:rPr lang="en-US" altLang="zh-TW" sz="3000" b="1" dirty="0">
                <a:latin typeface="Consolas" panose="020B0609020204030204" pitchFamily="49" charset="0"/>
                <a:ea typeface="新細明體" charset="-120"/>
                <a:cs typeface="Consolas" panose="020B0609020204030204" pitchFamily="49" charset="0"/>
              </a:rPr>
              <a:t>n</a:t>
            </a:r>
          </a:p>
          <a:p>
            <a:pPr lvl="1" eaLnBrk="1" hangingPunct="1">
              <a:buFont typeface="Wingdings" pitchFamily="2" charset="2"/>
              <a:buNone/>
            </a:pPr>
            <a:r>
              <a:rPr lang="en-US" altLang="zh-TW" sz="2600" dirty="0">
                <a:ea typeface="新細明體" charset="-120"/>
              </a:rPr>
              <a:t>	e.g.:  </a:t>
            </a:r>
            <a:r>
              <a:rPr lang="en-US" altLang="zh-TW" sz="2600" dirty="0">
                <a:latin typeface="Consolas" panose="020B0609020204030204" pitchFamily="49" charset="0"/>
                <a:ea typeface="新細明體" charset="-120"/>
                <a:cs typeface="Consolas" panose="020B0609020204030204" pitchFamily="49" charset="0"/>
              </a:rPr>
              <a:t>123</a:t>
            </a:r>
            <a:r>
              <a:rPr lang="en-US" altLang="zh-TW" sz="2600" dirty="0">
                <a:solidFill>
                  <a:srgbClr val="FF0000"/>
                </a:solidFill>
                <a:latin typeface="Consolas" panose="020B0609020204030204" pitchFamily="49" charset="0"/>
                <a:ea typeface="新細明體" charset="-120"/>
                <a:cs typeface="Consolas" panose="020B0609020204030204" pitchFamily="49" charset="0"/>
              </a:rPr>
              <a:t>4</a:t>
            </a:r>
            <a:r>
              <a:rPr lang="en-US" altLang="zh-TW" sz="2600" dirty="0">
                <a:latin typeface="Consolas" panose="020B0609020204030204" pitchFamily="49" charset="0"/>
                <a:ea typeface="新細明體" charset="-120"/>
                <a:cs typeface="Consolas" panose="020B0609020204030204" pitchFamily="49" charset="0"/>
              </a:rPr>
              <a:t> % 10 </a:t>
            </a:r>
            <a:r>
              <a:rPr lang="en-US" altLang="zh-TW" sz="2600" dirty="0">
                <a:latin typeface="Consolas" panose="020B0609020204030204" pitchFamily="49" charset="0"/>
                <a:ea typeface="新細明體" charset="-120"/>
                <a:cs typeface="Consolas" panose="020B0609020204030204" pitchFamily="49" charset="0"/>
                <a:sym typeface="Wingdings" pitchFamily="2" charset="2"/>
              </a:rPr>
              <a:t> 4</a:t>
            </a:r>
          </a:p>
          <a:p>
            <a:pPr lvl="1" eaLnBrk="1" hangingPunct="1">
              <a:buFont typeface="Wingdings" pitchFamily="2" charset="2"/>
              <a:buNone/>
            </a:pPr>
            <a:endParaRPr lang="en-US" altLang="zh-TW" dirty="0">
              <a:latin typeface="Consolas" panose="020B0609020204030204" pitchFamily="49" charset="0"/>
              <a:ea typeface="新細明體" charset="-120"/>
              <a:sym typeface="Wingdings" pitchFamily="2" charset="2"/>
            </a:endParaRPr>
          </a:p>
          <a:p>
            <a:pPr eaLnBrk="1" hangingPunct="1"/>
            <a:r>
              <a:rPr lang="en-US" altLang="zh-TW" sz="3000" dirty="0">
                <a:ea typeface="新細明體" charset="-120"/>
              </a:rPr>
              <a:t>(n / 100 % 10) </a:t>
            </a:r>
            <a:r>
              <a:rPr lang="en-US" altLang="zh-TW" sz="3000" dirty="0">
                <a:ea typeface="新細明體" charset="-120"/>
                <a:sym typeface="Wingdings" pitchFamily="2" charset="2"/>
              </a:rPr>
              <a:t>yields the </a:t>
            </a:r>
            <a:r>
              <a:rPr lang="en-US" altLang="zh-TW" sz="3000" dirty="0">
                <a:ea typeface="新細明體" charset="-120"/>
              </a:rPr>
              <a:t>3</a:t>
            </a:r>
            <a:r>
              <a:rPr lang="en-US" altLang="zh-TW" sz="3000" baseline="30000" dirty="0">
                <a:ea typeface="新細明體" charset="-120"/>
              </a:rPr>
              <a:t>rd</a:t>
            </a:r>
            <a:r>
              <a:rPr lang="en-US" altLang="zh-TW" sz="3000" dirty="0">
                <a:ea typeface="新細明體" charset="-120"/>
              </a:rPr>
              <a:t> digit from the right of </a:t>
            </a:r>
            <a:r>
              <a:rPr lang="en-US" altLang="zh-TW" sz="3000" dirty="0">
                <a:latin typeface="Consolas" panose="020B0609020204030204" pitchFamily="49" charset="0"/>
                <a:ea typeface="新細明體" charset="-120"/>
              </a:rPr>
              <a:t>n</a:t>
            </a:r>
          </a:p>
          <a:p>
            <a:pPr lvl="1" eaLnBrk="1" hangingPunct="1">
              <a:buFont typeface="Wingdings" pitchFamily="2" charset="2"/>
              <a:buNone/>
            </a:pPr>
            <a:r>
              <a:rPr lang="en-US" altLang="zh-TW" sz="2600" dirty="0">
                <a:ea typeface="新細明體" charset="-120"/>
              </a:rPr>
              <a:t>	e.g.: </a:t>
            </a:r>
            <a:r>
              <a:rPr lang="en-US" altLang="zh-TW" sz="2600" dirty="0">
                <a:latin typeface="Consolas" panose="020B0609020204030204" pitchFamily="49" charset="0"/>
                <a:ea typeface="新細明體" charset="-120"/>
                <a:cs typeface="Consolas" panose="020B0609020204030204" pitchFamily="49" charset="0"/>
              </a:rPr>
              <a:t>1</a:t>
            </a:r>
            <a:r>
              <a:rPr lang="en-US" altLang="zh-TW" sz="2600" dirty="0">
                <a:solidFill>
                  <a:srgbClr val="FF0000"/>
                </a:solidFill>
                <a:latin typeface="Consolas" panose="020B0609020204030204" pitchFamily="49" charset="0"/>
                <a:ea typeface="新細明體" charset="-120"/>
                <a:cs typeface="Consolas" panose="020B0609020204030204" pitchFamily="49" charset="0"/>
              </a:rPr>
              <a:t>2</a:t>
            </a:r>
            <a:r>
              <a:rPr lang="en-US" altLang="zh-TW" sz="2600" dirty="0">
                <a:latin typeface="Consolas" panose="020B0609020204030204" pitchFamily="49" charset="0"/>
                <a:ea typeface="新細明體" charset="-120"/>
                <a:cs typeface="Consolas" panose="020B0609020204030204" pitchFamily="49" charset="0"/>
              </a:rPr>
              <a:t>34 / 100 % 10 </a:t>
            </a:r>
            <a:r>
              <a:rPr lang="en-US" altLang="zh-TW" sz="2600" dirty="0">
                <a:latin typeface="Consolas" panose="020B0609020204030204" pitchFamily="49" charset="0"/>
                <a:ea typeface="新細明體" charset="-120"/>
                <a:cs typeface="Consolas" panose="020B0609020204030204" pitchFamily="49" charset="0"/>
                <a:sym typeface="Wingdings" pitchFamily="2" charset="2"/>
              </a:rPr>
              <a:t> 1</a:t>
            </a:r>
            <a:r>
              <a:rPr lang="en-US" altLang="zh-TW" sz="2600" dirty="0">
                <a:solidFill>
                  <a:srgbClr val="FF0000"/>
                </a:solidFill>
                <a:latin typeface="Consolas" panose="020B0609020204030204" pitchFamily="49" charset="0"/>
                <a:ea typeface="新細明體" charset="-120"/>
                <a:cs typeface="Consolas" panose="020B0609020204030204" pitchFamily="49" charset="0"/>
                <a:sym typeface="Wingdings" pitchFamily="2" charset="2"/>
              </a:rPr>
              <a:t>2</a:t>
            </a:r>
            <a:r>
              <a:rPr lang="en-US" altLang="zh-TW" sz="2600" dirty="0">
                <a:latin typeface="Consolas" panose="020B0609020204030204" pitchFamily="49" charset="0"/>
                <a:ea typeface="新細明體" charset="-120"/>
                <a:cs typeface="Consolas" panose="020B0609020204030204" pitchFamily="49" charset="0"/>
                <a:sym typeface="Wingdings" pitchFamily="2" charset="2"/>
              </a:rPr>
              <a:t> % 10  2</a:t>
            </a:r>
          </a:p>
          <a:p>
            <a:pPr lvl="1" eaLnBrk="1" hangingPunct="1">
              <a:buFont typeface="Wingdings" pitchFamily="2" charset="2"/>
              <a:buNone/>
            </a:pPr>
            <a:endParaRPr lang="en-US" altLang="zh-TW" dirty="0">
              <a:latin typeface="Consolas" panose="020B0609020204030204" pitchFamily="49" charset="0"/>
              <a:ea typeface="新細明體" charset="-120"/>
              <a:sym typeface="Wingdings" pitchFamily="2" charset="2"/>
            </a:endParaRPr>
          </a:p>
          <a:p>
            <a:pPr eaLnBrk="1" hangingPunct="1"/>
            <a:r>
              <a:rPr lang="en-US" altLang="zh-TW" sz="3000" dirty="0">
                <a:ea typeface="新細明體" charset="-120"/>
              </a:rPr>
              <a:t>Determining if </a:t>
            </a:r>
            <a:r>
              <a:rPr lang="en-US" altLang="zh-TW" sz="3000" b="1" dirty="0">
                <a:latin typeface="Consolas" panose="020B0609020204030204" pitchFamily="49" charset="0"/>
                <a:ea typeface="新細明體" charset="-120"/>
                <a:cs typeface="Consolas" panose="020B0609020204030204" pitchFamily="49" charset="0"/>
              </a:rPr>
              <a:t>n</a:t>
            </a:r>
            <a:r>
              <a:rPr lang="en-US" altLang="zh-TW" sz="3000" dirty="0">
                <a:ea typeface="新細明體" charset="-120"/>
              </a:rPr>
              <a:t> is odd or even</a:t>
            </a:r>
          </a:p>
          <a:p>
            <a:pPr eaLnBrk="1" hangingPunct="1">
              <a:buFont typeface="Wingdings" pitchFamily="2" charset="2"/>
              <a:buNone/>
            </a:pPr>
            <a:r>
              <a:rPr lang="en-US" altLang="zh-TW" sz="2400" dirty="0">
                <a:ea typeface="新細明體" charset="-120"/>
              </a:rPr>
              <a:t>		</a:t>
            </a:r>
            <a:r>
              <a:rPr lang="en-US" altLang="zh-TW" sz="2600" dirty="0">
                <a:ea typeface="新細明體" charset="-120"/>
              </a:rPr>
              <a:t>if </a:t>
            </a:r>
            <a:r>
              <a:rPr lang="en-US" altLang="zh-TW" sz="2600" b="1" dirty="0">
                <a:latin typeface="Consolas" panose="020B0609020204030204" pitchFamily="49" charset="0"/>
                <a:ea typeface="新細明體" charset="-120"/>
                <a:cs typeface="Consolas" panose="020B0609020204030204" pitchFamily="49" charset="0"/>
              </a:rPr>
              <a:t>n</a:t>
            </a:r>
            <a:r>
              <a:rPr lang="en-US" altLang="zh-TW" sz="2600" dirty="0">
                <a:ea typeface="新細明體" charset="-120"/>
              </a:rPr>
              <a:t> is odd, </a:t>
            </a:r>
            <a:r>
              <a:rPr lang="en-US" altLang="zh-TW" sz="2600" b="1" dirty="0">
                <a:latin typeface="Consolas" panose="020B0609020204030204" pitchFamily="49" charset="0"/>
                <a:ea typeface="新細明體" charset="-120"/>
                <a:cs typeface="Consolas" panose="020B0609020204030204" pitchFamily="49" charset="0"/>
              </a:rPr>
              <a:t>(n % 2)</a:t>
            </a:r>
            <a:r>
              <a:rPr lang="en-US" altLang="zh-TW" sz="2600" dirty="0">
                <a:ea typeface="新細明體" charset="-120"/>
              </a:rPr>
              <a:t> shall be 1 or -1 (i.e., not zero)</a:t>
            </a:r>
          </a:p>
          <a:p>
            <a:pPr eaLnBrk="1" hangingPunct="1">
              <a:buFont typeface="Wingdings" pitchFamily="2" charset="2"/>
              <a:buNone/>
            </a:pPr>
            <a:r>
              <a:rPr lang="en-US" altLang="zh-TW" sz="2600" dirty="0">
                <a:ea typeface="新細明體" charset="-120"/>
              </a:rPr>
              <a:t>		if </a:t>
            </a:r>
            <a:r>
              <a:rPr lang="en-US" altLang="zh-TW" sz="2600" b="1" dirty="0">
                <a:latin typeface="Consolas" panose="020B0609020204030204" pitchFamily="49" charset="0"/>
                <a:ea typeface="新細明體" charset="-120"/>
                <a:cs typeface="Consolas" panose="020B0609020204030204" pitchFamily="49" charset="0"/>
              </a:rPr>
              <a:t>n</a:t>
            </a:r>
            <a:r>
              <a:rPr lang="en-US" altLang="zh-TW" sz="2600" dirty="0">
                <a:ea typeface="新細明體" charset="-120"/>
              </a:rPr>
              <a:t> is even, </a:t>
            </a:r>
            <a:r>
              <a:rPr lang="en-US" altLang="zh-TW" sz="2600" b="1" dirty="0">
                <a:latin typeface="Consolas" panose="020B0609020204030204" pitchFamily="49" charset="0"/>
                <a:ea typeface="新細明體" charset="-120"/>
                <a:cs typeface="Consolas" panose="020B0609020204030204" pitchFamily="49" charset="0"/>
              </a:rPr>
              <a:t>(n % 2)</a:t>
            </a:r>
            <a:r>
              <a:rPr lang="en-US" altLang="zh-TW" sz="2600" dirty="0">
                <a:ea typeface="新細明體" charset="-120"/>
              </a:rPr>
              <a:t> shall be 0</a:t>
            </a:r>
          </a:p>
        </p:txBody>
      </p:sp>
    </p:spTree>
    <p:extLst>
      <p:ext uri="{BB962C8B-B14F-4D97-AF65-F5344CB8AC3E}">
        <p14:creationId xmlns:p14="http://schemas.microsoft.com/office/powerpoint/2010/main" val="3079095902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008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008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008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008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008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§"/>
              <a:defRPr sz="28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§"/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fld id="{AD576737-11F3-419B-8399-A8D8B8CAA85A}" type="slidenum">
              <a:rPr lang="zh-TW" altLang="en-US" sz="1000" smtClean="0">
                <a:ea typeface="新細明體" charset="-120"/>
              </a:rPr>
              <a:pPr>
                <a:spcBef>
                  <a:spcPct val="0"/>
                </a:spcBef>
                <a:buClrTx/>
                <a:buFontTx/>
                <a:buNone/>
              </a:pPr>
              <a:t>19</a:t>
            </a:fld>
            <a:endParaRPr lang="en-US" altLang="zh-TW" sz="1000">
              <a:ea typeface="新細明體" charset="-120"/>
            </a:endParaRPr>
          </a:p>
        </p:txBody>
      </p:sp>
      <p:sp>
        <p:nvSpPr>
          <p:cNvPr id="23555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eaLnBrk="1" hangingPunct="1"/>
            <a:r>
              <a:rPr lang="en-US" altLang="zh-TW" sz="4000" dirty="0">
                <a:ea typeface="新細明體" charset="-120"/>
              </a:rPr>
              <a:t>Summary</a:t>
            </a:r>
          </a:p>
        </p:txBody>
      </p:sp>
      <p:sp>
        <p:nvSpPr>
          <p:cNvPr id="41881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57200" y="1201738"/>
            <a:ext cx="8229600" cy="4929187"/>
          </a:xfrm>
        </p:spPr>
        <p:txBody>
          <a:bodyPr vert="horz" lIns="91440" tIns="45720" rIns="91440" bIns="45720" rtlCol="0" anchor="t">
            <a:normAutofit/>
          </a:bodyPr>
          <a:lstStyle/>
          <a:p>
            <a:pPr eaLnBrk="1" hangingPunct="1">
              <a:lnSpc>
                <a:spcPct val="80000"/>
              </a:lnSpc>
            </a:pPr>
            <a:r>
              <a:rPr lang="en-US" altLang="zh-TW" sz="2400" dirty="0">
                <a:ea typeface="新細明體"/>
              </a:rPr>
              <a:t>Arithmetic operators (</a:t>
            </a:r>
            <a:r>
              <a:rPr lang="en-US" altLang="zh-TW" sz="2400" b="1" dirty="0">
                <a:latin typeface="Consolas"/>
                <a:ea typeface="新細明體"/>
                <a:cs typeface="Consolas" panose="020B0609020204030204" pitchFamily="49" charset="0"/>
              </a:rPr>
              <a:t>+</a:t>
            </a:r>
            <a:r>
              <a:rPr lang="en-US" altLang="zh-TW" sz="2400" dirty="0">
                <a:ea typeface="新細明體"/>
              </a:rPr>
              <a:t>, </a:t>
            </a:r>
            <a:r>
              <a:rPr lang="en-US" altLang="zh-TW" sz="2400" b="1" dirty="0">
                <a:latin typeface="Consolas"/>
                <a:ea typeface="新細明體"/>
                <a:cs typeface="Consolas" panose="020B0609020204030204" pitchFamily="49" charset="0"/>
              </a:rPr>
              <a:t>-</a:t>
            </a:r>
            <a:r>
              <a:rPr lang="en-US" altLang="zh-TW" sz="2400" dirty="0">
                <a:ea typeface="新細明體"/>
              </a:rPr>
              <a:t>, </a:t>
            </a:r>
            <a:r>
              <a:rPr lang="en-US" altLang="zh-TW" sz="2400" b="1" dirty="0">
                <a:latin typeface="Consolas"/>
                <a:ea typeface="新細明體"/>
                <a:cs typeface="Consolas" panose="020B0609020204030204" pitchFamily="49" charset="0"/>
              </a:rPr>
              <a:t>*</a:t>
            </a:r>
            <a:r>
              <a:rPr lang="en-US" altLang="zh-TW" sz="2400" dirty="0">
                <a:ea typeface="新細明體"/>
              </a:rPr>
              <a:t>, </a:t>
            </a:r>
            <a:r>
              <a:rPr lang="en-US" altLang="zh-TW" sz="2400" b="1" dirty="0">
                <a:latin typeface="Consolas"/>
                <a:ea typeface="新細明體"/>
                <a:cs typeface="Consolas" panose="020B0609020204030204" pitchFamily="49" charset="0"/>
              </a:rPr>
              <a:t>/</a:t>
            </a:r>
            <a:r>
              <a:rPr lang="en-US" altLang="zh-TW" sz="2400" dirty="0">
                <a:ea typeface="新細明體"/>
              </a:rPr>
              <a:t>, </a:t>
            </a:r>
            <a:r>
              <a:rPr lang="en-US" altLang="zh-TW" sz="2400" b="1" dirty="0">
                <a:latin typeface="Consolas"/>
                <a:ea typeface="新細明體"/>
                <a:cs typeface="Consolas" panose="020B0609020204030204" pitchFamily="49" charset="0"/>
              </a:rPr>
              <a:t>%</a:t>
            </a:r>
            <a:r>
              <a:rPr lang="en-US" altLang="zh-TW" sz="2400" dirty="0">
                <a:ea typeface="新細明體"/>
              </a:rPr>
              <a:t>)</a:t>
            </a:r>
          </a:p>
          <a:p>
            <a:pPr eaLnBrk="1" hangingPunct="1">
              <a:lnSpc>
                <a:spcPct val="80000"/>
              </a:lnSpc>
            </a:pPr>
            <a:endParaRPr lang="en-US" altLang="zh-TW" sz="1800" dirty="0">
              <a:ea typeface="新細明體" charset="-120"/>
            </a:endParaRPr>
          </a:p>
          <a:p>
            <a:pPr eaLnBrk="1" hangingPunct="1">
              <a:lnSpc>
                <a:spcPct val="80000"/>
              </a:lnSpc>
            </a:pPr>
            <a:r>
              <a:rPr lang="en-US" altLang="zh-TW" sz="2400" dirty="0">
                <a:ea typeface="新細明體"/>
              </a:rPr>
              <a:t>Operator </a:t>
            </a:r>
            <a:r>
              <a:rPr lang="en-US" altLang="zh-TW" sz="2400" b="1" dirty="0">
                <a:ea typeface="新細明體"/>
              </a:rPr>
              <a:t>precedence</a:t>
            </a:r>
            <a:r>
              <a:rPr lang="en-US" altLang="zh-TW" sz="2400" dirty="0">
                <a:ea typeface="新細明體"/>
              </a:rPr>
              <a:t> and </a:t>
            </a:r>
            <a:r>
              <a:rPr lang="en-US" altLang="zh-TW" sz="2400" b="1" dirty="0">
                <a:ea typeface="新細明體"/>
              </a:rPr>
              <a:t>associativity</a:t>
            </a:r>
            <a:endParaRPr lang="en-US" altLang="zh-TW" sz="2400" dirty="0">
              <a:ea typeface="新細明體"/>
            </a:endParaRPr>
          </a:p>
          <a:p>
            <a:pPr eaLnBrk="1" hangingPunct="1">
              <a:lnSpc>
                <a:spcPct val="80000"/>
              </a:lnSpc>
            </a:pPr>
            <a:endParaRPr lang="en-US" altLang="zh-TW" sz="1800" dirty="0">
              <a:ea typeface="新細明體" charset="-120"/>
            </a:endParaRPr>
          </a:p>
          <a:p>
            <a:pPr eaLnBrk="1" hangingPunct="1">
              <a:lnSpc>
                <a:spcPct val="80000"/>
              </a:lnSpc>
            </a:pPr>
            <a:r>
              <a:rPr lang="en-US" altLang="zh-TW" sz="2400" dirty="0">
                <a:ea typeface="新細明體"/>
              </a:rPr>
              <a:t>Different forms of assignment operators (</a:t>
            </a:r>
            <a:r>
              <a:rPr lang="en-US" altLang="zh-TW" sz="2400" b="1" dirty="0">
                <a:latin typeface="Consolas"/>
                <a:ea typeface="新細明體"/>
                <a:cs typeface="Consolas" panose="020B0609020204030204" pitchFamily="49" charset="0"/>
              </a:rPr>
              <a:t>=</a:t>
            </a:r>
            <a:r>
              <a:rPr lang="en-US" altLang="zh-TW" sz="2400" dirty="0">
                <a:ea typeface="新細明體"/>
              </a:rPr>
              <a:t>, </a:t>
            </a:r>
            <a:r>
              <a:rPr lang="en-US" altLang="zh-TW" sz="2400" b="1" dirty="0">
                <a:latin typeface="Consolas"/>
                <a:ea typeface="新細明體"/>
                <a:cs typeface="Consolas" panose="020B0609020204030204" pitchFamily="49" charset="0"/>
              </a:rPr>
              <a:t>+=</a:t>
            </a:r>
            <a:r>
              <a:rPr lang="en-US" altLang="zh-TW" sz="2400" dirty="0">
                <a:ea typeface="新細明體"/>
              </a:rPr>
              <a:t>, </a:t>
            </a:r>
            <a:r>
              <a:rPr lang="en-US" altLang="zh-TW" sz="2400" b="1" dirty="0">
                <a:latin typeface="Consolas"/>
                <a:ea typeface="新細明體"/>
                <a:cs typeface="Consolas" panose="020B0609020204030204" pitchFamily="49" charset="0"/>
              </a:rPr>
              <a:t>-=</a:t>
            </a:r>
            <a:r>
              <a:rPr lang="en-US" altLang="zh-TW" sz="2400" dirty="0">
                <a:ea typeface="新細明體"/>
              </a:rPr>
              <a:t>, </a:t>
            </a:r>
            <a:r>
              <a:rPr lang="en-US" altLang="zh-TW" sz="2400" b="1" dirty="0">
                <a:latin typeface="Consolas"/>
                <a:ea typeface="新細明體"/>
                <a:cs typeface="Consolas" panose="020B0609020204030204" pitchFamily="49" charset="0"/>
              </a:rPr>
              <a:t>*=</a:t>
            </a:r>
            <a:r>
              <a:rPr lang="en-US" altLang="zh-TW" sz="2400" dirty="0">
                <a:ea typeface="新細明體"/>
              </a:rPr>
              <a:t>, …)</a:t>
            </a:r>
            <a:endParaRPr lang="en-US" altLang="zh-TW" sz="2400" dirty="0">
              <a:ea typeface="新細明體"/>
              <a:cs typeface="Calibri"/>
            </a:endParaRPr>
          </a:p>
          <a:p>
            <a:pPr eaLnBrk="1" hangingPunct="1">
              <a:lnSpc>
                <a:spcPct val="80000"/>
              </a:lnSpc>
            </a:pPr>
            <a:endParaRPr lang="en-US" altLang="zh-TW" sz="1800" dirty="0">
              <a:ea typeface="新細明體" charset="-120"/>
            </a:endParaRPr>
          </a:p>
          <a:p>
            <a:pPr eaLnBrk="1" hangingPunct="1">
              <a:lnSpc>
                <a:spcPct val="80000"/>
              </a:lnSpc>
            </a:pPr>
            <a:r>
              <a:rPr lang="en-US" altLang="zh-TW" sz="2400" dirty="0">
                <a:ea typeface="新細明體"/>
              </a:rPr>
              <a:t>Increment (</a:t>
            </a:r>
            <a:r>
              <a:rPr lang="en-US" altLang="zh-TW" sz="2400" dirty="0">
                <a:latin typeface="Consolas"/>
                <a:ea typeface="新細明體"/>
                <a:cs typeface="Consolas" panose="020B0609020204030204" pitchFamily="49" charset="0"/>
              </a:rPr>
              <a:t>++</a:t>
            </a:r>
            <a:r>
              <a:rPr lang="en-US" altLang="zh-TW" sz="2400" dirty="0">
                <a:ea typeface="新細明體"/>
              </a:rPr>
              <a:t>) and decrement (</a:t>
            </a:r>
            <a:r>
              <a:rPr lang="en-US" altLang="zh-TW" sz="2400" dirty="0">
                <a:latin typeface="Consolas"/>
                <a:ea typeface="新細明體"/>
                <a:cs typeface="Consolas" panose="020B0609020204030204" pitchFamily="49" charset="0"/>
              </a:rPr>
              <a:t>--</a:t>
            </a:r>
            <a:r>
              <a:rPr lang="en-US" altLang="zh-TW" sz="2400" dirty="0">
                <a:ea typeface="新細明體"/>
              </a:rPr>
              <a:t>) operators</a:t>
            </a:r>
            <a:endParaRPr lang="en-US" altLang="zh-TW" sz="2400" dirty="0">
              <a:ea typeface="新細明體"/>
              <a:cs typeface="Calibri"/>
            </a:endParaRPr>
          </a:p>
          <a:p>
            <a:pPr eaLnBrk="1" hangingPunct="1">
              <a:lnSpc>
                <a:spcPct val="80000"/>
              </a:lnSpc>
            </a:pPr>
            <a:endParaRPr lang="en-US" altLang="zh-TW" sz="1600" dirty="0">
              <a:ea typeface="新細明體" charset="-120"/>
            </a:endParaRPr>
          </a:p>
          <a:p>
            <a:pPr eaLnBrk="1" hangingPunct="1">
              <a:lnSpc>
                <a:spcPct val="80000"/>
              </a:lnSpc>
            </a:pPr>
            <a:r>
              <a:rPr lang="en-US" altLang="zh-TW" sz="2400" dirty="0">
                <a:ea typeface="新細明體"/>
              </a:rPr>
              <a:t>Swapping the value between two variables</a:t>
            </a:r>
            <a:endParaRPr lang="en-US" altLang="zh-TW" sz="2400" dirty="0">
              <a:ea typeface="新細明體"/>
              <a:cs typeface="Calibri"/>
            </a:endParaRPr>
          </a:p>
          <a:p>
            <a:pPr eaLnBrk="1" hangingPunct="1">
              <a:lnSpc>
                <a:spcPct val="80000"/>
              </a:lnSpc>
            </a:pPr>
            <a:endParaRPr lang="en-US" altLang="zh-TW" sz="1600" dirty="0">
              <a:ea typeface="新細明體" charset="-120"/>
            </a:endParaRPr>
          </a:p>
          <a:p>
            <a:pPr eaLnBrk="1" hangingPunct="1">
              <a:lnSpc>
                <a:spcPct val="80000"/>
              </a:lnSpc>
              <a:buFont typeface="Wingdings" pitchFamily="2" charset="2"/>
              <a:buNone/>
            </a:pPr>
            <a:endParaRPr lang="en-US" altLang="zh-TW" sz="2400" dirty="0">
              <a:solidFill>
                <a:srgbClr val="FF0000"/>
              </a:solidFill>
              <a:ea typeface="新細明體" charset="-120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77001808"/>
      </p:ext>
    </p:extLst>
  </p:cSld>
  <p:clrMapOvr>
    <a:masterClrMapping/>
  </p:clrMapOvr>
  <p:transition>
    <p:fade/>
  </p:transition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Appendix (Optional Topics)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Difference between 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++</a:t>
            </a:r>
            <a:r>
              <a:rPr lang="en-US" dirty="0" err="1">
                <a:latin typeface="Consolas" panose="020B0609020204030204" pitchFamily="49" charset="0"/>
                <a:cs typeface="Consolas" panose="020B0609020204030204" pitchFamily="49" charset="0"/>
              </a:rPr>
              <a:t>i</a:t>
            </a:r>
            <a:r>
              <a:rPr lang="en-US" dirty="0"/>
              <a:t> (prefix) and </a:t>
            </a:r>
            <a:r>
              <a:rPr lang="en-US" dirty="0" err="1">
                <a:latin typeface="Consolas" panose="020B0609020204030204" pitchFamily="49" charset="0"/>
                <a:cs typeface="Consolas" panose="020B0609020204030204" pitchFamily="49" charset="0"/>
              </a:rPr>
              <a:t>i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++</a:t>
            </a:r>
            <a:r>
              <a:rPr lang="en-US" dirty="0"/>
              <a:t> (postfix) Increment operators</a:t>
            </a:r>
            <a:endParaRPr lang="en-US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2A0C27-9874-4A2B-82B4-36D1DE995B6F}" type="slidenum">
              <a:rPr lang="en-US" smtClean="0"/>
              <a:pPr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23925547"/>
      </p:ext>
    </p:extLst>
  </p:cSld>
  <p:clrMapOvr>
    <a:masterClrMapping/>
  </p:clrMapOvr>
  <p:transition>
    <p:fade/>
  </p:transition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zh-TW" sz="4000" dirty="0">
                <a:ea typeface="新細明體" pitchFamily="18" charset="-120"/>
              </a:rPr>
              <a:t>More on Increment Operator</a:t>
            </a:r>
            <a:endParaRPr lang="en-US" sz="40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287338" indent="-287338"/>
            <a:r>
              <a:rPr lang="en-US" altLang="zh-TW" sz="2800" dirty="0">
                <a:ea typeface="新細明體" pitchFamily="18" charset="-120"/>
              </a:rPr>
              <a:t>The increment operator (</a:t>
            </a:r>
            <a:r>
              <a:rPr lang="en-US" altLang="zh-TW" sz="2800" b="1" dirty="0">
                <a:latin typeface="Consolas" pitchFamily="49" charset="0"/>
                <a:ea typeface="新細明體" pitchFamily="18" charset="-120"/>
              </a:rPr>
              <a:t>++</a:t>
            </a:r>
            <a:r>
              <a:rPr lang="en-US" altLang="zh-TW" sz="2800" dirty="0">
                <a:ea typeface="新細明體" pitchFamily="18" charset="-120"/>
              </a:rPr>
              <a:t>) can be placed in either </a:t>
            </a:r>
            <a:r>
              <a:rPr lang="en-US" altLang="zh-TW" sz="2800" b="1" dirty="0">
                <a:solidFill>
                  <a:schemeClr val="accent1"/>
                </a:solidFill>
                <a:ea typeface="新細明體" pitchFamily="18" charset="-120"/>
              </a:rPr>
              <a:t>prefix</a:t>
            </a:r>
            <a:r>
              <a:rPr lang="en-US" altLang="zh-TW" sz="2800" dirty="0">
                <a:ea typeface="新細明體" pitchFamily="18" charset="-120"/>
              </a:rPr>
              <a:t> or </a:t>
            </a:r>
            <a:r>
              <a:rPr lang="en-US" altLang="zh-TW" sz="2800" b="1" dirty="0">
                <a:solidFill>
                  <a:schemeClr val="accent1"/>
                </a:solidFill>
                <a:ea typeface="新細明體" pitchFamily="18" charset="-120"/>
              </a:rPr>
              <a:t>postfix</a:t>
            </a:r>
            <a:r>
              <a:rPr lang="en-US" altLang="zh-TW" sz="2800" dirty="0">
                <a:ea typeface="新細明體" pitchFamily="18" charset="-120"/>
              </a:rPr>
              <a:t> position, with different results.</a:t>
            </a:r>
          </a:p>
          <a:p>
            <a:pPr marL="739775" lvl="1" indent="-276225"/>
            <a:endParaRPr lang="en-US" altLang="zh-TW" sz="1600" dirty="0">
              <a:ea typeface="新細明體" pitchFamily="18" charset="-120"/>
            </a:endParaRPr>
          </a:p>
          <a:p>
            <a:pPr marL="287338" indent="-287338"/>
            <a:r>
              <a:rPr lang="en-US" altLang="zh-TW" sz="2800" b="1" dirty="0">
                <a:latin typeface="Consolas" pitchFamily="49" charset="0"/>
                <a:ea typeface="新細明體" pitchFamily="18" charset="-120"/>
              </a:rPr>
              <a:t>++</a:t>
            </a:r>
            <a:r>
              <a:rPr lang="en-US" altLang="zh-TW" sz="2800" b="1" dirty="0" err="1">
                <a:latin typeface="Consolas" pitchFamily="49" charset="0"/>
                <a:ea typeface="新細明體" pitchFamily="18" charset="-120"/>
              </a:rPr>
              <a:t>i</a:t>
            </a:r>
            <a:r>
              <a:rPr lang="en-US" altLang="zh-TW" sz="2800" dirty="0">
                <a:latin typeface="Consolas" pitchFamily="49" charset="0"/>
                <a:ea typeface="新細明體" pitchFamily="18" charset="-120"/>
              </a:rPr>
              <a:t> </a:t>
            </a:r>
            <a:r>
              <a:rPr lang="en-US" altLang="zh-TW" sz="2800" dirty="0"/>
              <a:t>(prefix increment to </a:t>
            </a:r>
            <a:r>
              <a:rPr lang="en-US" altLang="zh-TW" sz="2800" b="1" dirty="0" err="1">
                <a:latin typeface="Consolas" pitchFamily="49" charset="0"/>
              </a:rPr>
              <a:t>i</a:t>
            </a:r>
            <a:r>
              <a:rPr lang="en-US" altLang="zh-TW" sz="2800" dirty="0"/>
              <a:t>)</a:t>
            </a:r>
            <a:endParaRPr lang="en-US" altLang="zh-TW" sz="2800" dirty="0">
              <a:latin typeface="Consolas" pitchFamily="49" charset="0"/>
              <a:ea typeface="新細明體" pitchFamily="18" charset="-120"/>
            </a:endParaRPr>
          </a:p>
          <a:p>
            <a:pPr marL="739775" lvl="1" indent="-276225"/>
            <a:r>
              <a:rPr lang="en-US" altLang="zh-TW" sz="2400" dirty="0">
                <a:ea typeface="新細明體" pitchFamily="18" charset="-120"/>
              </a:rPr>
              <a:t>Increase the value of </a:t>
            </a:r>
            <a:r>
              <a:rPr lang="en-US" altLang="zh-TW" sz="2400" b="1" dirty="0" err="1">
                <a:latin typeface="Consolas" pitchFamily="49" charset="0"/>
                <a:ea typeface="新細明體" pitchFamily="18" charset="-120"/>
              </a:rPr>
              <a:t>i</a:t>
            </a:r>
            <a:r>
              <a:rPr lang="en-US" altLang="zh-TW" sz="2400" dirty="0">
                <a:ea typeface="新細明體" pitchFamily="18" charset="-120"/>
              </a:rPr>
              <a:t> by 1, FIRST before everything in this line.</a:t>
            </a:r>
          </a:p>
          <a:p>
            <a:pPr marL="739775" lvl="1" indent="-276225"/>
            <a:r>
              <a:rPr lang="en-US" altLang="zh-TW" sz="2400" dirty="0">
                <a:ea typeface="新細明體" pitchFamily="18" charset="-120"/>
              </a:rPr>
              <a:t>The </a:t>
            </a:r>
            <a:r>
              <a:rPr lang="en-US" altLang="zh-TW" sz="2400" u="sng" dirty="0">
                <a:ea typeface="新細明體" pitchFamily="18" charset="-120"/>
              </a:rPr>
              <a:t>value of the expression</a:t>
            </a:r>
            <a:r>
              <a:rPr lang="en-US" altLang="zh-TW" sz="2400" dirty="0">
                <a:ea typeface="新細明體" pitchFamily="18" charset="-120"/>
              </a:rPr>
              <a:t> "</a:t>
            </a:r>
            <a:r>
              <a:rPr lang="en-US" altLang="zh-TW" sz="2400" b="1" dirty="0">
                <a:latin typeface="Consolas" pitchFamily="49" charset="0"/>
                <a:ea typeface="新細明體" pitchFamily="18" charset="-120"/>
              </a:rPr>
              <a:t>++</a:t>
            </a:r>
            <a:r>
              <a:rPr lang="en-US" altLang="zh-TW" sz="2400" b="1" dirty="0" err="1">
                <a:latin typeface="Consolas" pitchFamily="49" charset="0"/>
                <a:ea typeface="新細明體" pitchFamily="18" charset="-120"/>
              </a:rPr>
              <a:t>i</a:t>
            </a:r>
            <a:r>
              <a:rPr lang="en-US" altLang="zh-TW" sz="2400" dirty="0">
                <a:ea typeface="新細明體" pitchFamily="18" charset="-120"/>
              </a:rPr>
              <a:t>" is the NEW value of </a:t>
            </a:r>
            <a:r>
              <a:rPr lang="en-US" altLang="zh-TW" sz="2400" b="1" dirty="0" err="1">
                <a:latin typeface="Consolas" pitchFamily="49" charset="0"/>
                <a:ea typeface="新細明體" pitchFamily="18" charset="-120"/>
              </a:rPr>
              <a:t>i</a:t>
            </a:r>
            <a:r>
              <a:rPr lang="en-US" altLang="zh-TW" sz="2400" dirty="0">
                <a:ea typeface="新細明體" pitchFamily="18" charset="-120"/>
              </a:rPr>
              <a:t>.</a:t>
            </a:r>
          </a:p>
          <a:p>
            <a:pPr marL="739775" lvl="1" indent="-276225"/>
            <a:endParaRPr lang="en-US" altLang="zh-TW" sz="1600" dirty="0">
              <a:ea typeface="新細明體" pitchFamily="18" charset="-120"/>
            </a:endParaRPr>
          </a:p>
          <a:p>
            <a:pPr marL="287338" indent="-287338"/>
            <a:r>
              <a:rPr lang="en-US" altLang="zh-TW" sz="2800" b="1" dirty="0" err="1">
                <a:latin typeface="Consolas" pitchFamily="49" charset="0"/>
                <a:ea typeface="新細明體" pitchFamily="18" charset="-120"/>
              </a:rPr>
              <a:t>i</a:t>
            </a:r>
            <a:r>
              <a:rPr lang="en-US" altLang="zh-TW" sz="2800" b="1" dirty="0">
                <a:latin typeface="Consolas" pitchFamily="49" charset="0"/>
                <a:ea typeface="新細明體" pitchFamily="18" charset="-120"/>
              </a:rPr>
              <a:t>++ </a:t>
            </a:r>
            <a:r>
              <a:rPr lang="en-US" altLang="zh-TW" sz="2800" dirty="0"/>
              <a:t>(postfix increment to </a:t>
            </a:r>
            <a:r>
              <a:rPr lang="en-US" altLang="zh-TW" sz="2800" b="1" dirty="0" err="1">
                <a:latin typeface="Consolas" pitchFamily="49" charset="0"/>
              </a:rPr>
              <a:t>i</a:t>
            </a:r>
            <a:r>
              <a:rPr lang="en-US" altLang="zh-TW" sz="2800" dirty="0"/>
              <a:t>)</a:t>
            </a:r>
            <a:endParaRPr lang="en-US" altLang="zh-TW" sz="2800" b="1" dirty="0">
              <a:latin typeface="Consolas" pitchFamily="49" charset="0"/>
              <a:ea typeface="新細明體" pitchFamily="18" charset="-120"/>
            </a:endParaRPr>
          </a:p>
          <a:p>
            <a:pPr marL="739775" lvl="1" indent="-276225"/>
            <a:r>
              <a:rPr lang="en-US" altLang="zh-TW" sz="2400" dirty="0">
                <a:ea typeface="新細明體" pitchFamily="18" charset="-120"/>
              </a:rPr>
              <a:t>The </a:t>
            </a:r>
            <a:r>
              <a:rPr lang="en-US" altLang="zh-TW" sz="2400" u="sng" dirty="0">
                <a:ea typeface="新細明體" pitchFamily="18" charset="-120"/>
              </a:rPr>
              <a:t>value of the expression</a:t>
            </a:r>
            <a:r>
              <a:rPr lang="en-US" altLang="zh-TW" sz="2400" dirty="0">
                <a:ea typeface="新細明體" pitchFamily="18" charset="-120"/>
              </a:rPr>
              <a:t> "</a:t>
            </a:r>
            <a:r>
              <a:rPr lang="en-US" altLang="zh-TW" sz="2400" b="1" dirty="0" err="1">
                <a:latin typeface="Consolas" pitchFamily="49" charset="0"/>
                <a:ea typeface="新細明體" pitchFamily="18" charset="-120"/>
              </a:rPr>
              <a:t>i</a:t>
            </a:r>
            <a:r>
              <a:rPr lang="en-US" altLang="zh-TW" sz="2400" b="1" dirty="0">
                <a:latin typeface="Consolas" pitchFamily="49" charset="0"/>
                <a:ea typeface="新細明體" pitchFamily="18" charset="-120"/>
              </a:rPr>
              <a:t>++</a:t>
            </a:r>
            <a:r>
              <a:rPr lang="en-US" altLang="zh-TW" sz="2400" dirty="0">
                <a:ea typeface="新細明體" pitchFamily="18" charset="-120"/>
              </a:rPr>
              <a:t>" is the OLD value of </a:t>
            </a:r>
            <a:r>
              <a:rPr lang="en-US" altLang="zh-TW" sz="2400" b="1" dirty="0" err="1">
                <a:latin typeface="Consolas" pitchFamily="49" charset="0"/>
                <a:ea typeface="新細明體" pitchFamily="18" charset="-120"/>
              </a:rPr>
              <a:t>i</a:t>
            </a:r>
            <a:r>
              <a:rPr lang="en-US" altLang="zh-TW" sz="2400" dirty="0">
                <a:ea typeface="新細明體" pitchFamily="18" charset="-120"/>
              </a:rPr>
              <a:t>.</a:t>
            </a:r>
          </a:p>
          <a:p>
            <a:pPr marL="739775" lvl="1" indent="-276225"/>
            <a:r>
              <a:rPr lang="en-US" altLang="zh-TW" sz="2400" dirty="0">
                <a:ea typeface="新細明體" pitchFamily="18" charset="-120"/>
              </a:rPr>
              <a:t>Increase the value of </a:t>
            </a:r>
            <a:r>
              <a:rPr lang="en-US" altLang="zh-TW" sz="2400" b="1" dirty="0" err="1">
                <a:latin typeface="Consolas" pitchFamily="49" charset="0"/>
                <a:ea typeface="新細明體" pitchFamily="18" charset="-120"/>
              </a:rPr>
              <a:t>i</a:t>
            </a:r>
            <a:r>
              <a:rPr lang="en-US" altLang="zh-TW" sz="2400" dirty="0">
                <a:ea typeface="新細明體" pitchFamily="18" charset="-120"/>
              </a:rPr>
              <a:t> by 1, LAST after everything in this line.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2A0C27-9874-4A2B-82B4-36D1DE995B6F}" type="slidenum">
              <a:rPr lang="en-US" smtClean="0"/>
              <a:pPr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54172440"/>
      </p:ext>
    </p:extLst>
  </p:cSld>
  <p:clrMapOvr>
    <a:masterClrMapping/>
  </p:clrMapOvr>
  <p:transition>
    <p:fade/>
  </p:transition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§"/>
              <a:defRPr sz="28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§"/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fld id="{F8B9F1D1-C6D9-4A59-83A0-91A31D669065}" type="slidenum">
              <a:rPr lang="zh-TW" altLang="en-US" sz="1000" smtClean="0">
                <a:ea typeface="新細明體" charset="-120"/>
              </a:rPr>
              <a:pPr>
                <a:spcBef>
                  <a:spcPct val="0"/>
                </a:spcBef>
                <a:buClrTx/>
                <a:buFontTx/>
                <a:buNone/>
              </a:pPr>
              <a:t>22</a:t>
            </a:fld>
            <a:endParaRPr lang="en-US" altLang="zh-TW" sz="1000">
              <a:ea typeface="新細明體" charset="-120"/>
            </a:endParaRPr>
          </a:p>
        </p:txBody>
      </p:sp>
      <p:graphicFrame>
        <p:nvGraphicFramePr>
          <p:cNvPr id="5" name="Table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30181494"/>
              </p:ext>
            </p:extLst>
          </p:nvPr>
        </p:nvGraphicFramePr>
        <p:xfrm>
          <a:off x="152400" y="1143000"/>
          <a:ext cx="8915400" cy="50139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267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6482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16735">
                <a:tc>
                  <a:txBody>
                    <a:bodyPr/>
                    <a:lstStyle/>
                    <a:p>
                      <a:r>
                        <a:rPr lang="en-US" sz="2000" dirty="0"/>
                        <a:t>Statement</a:t>
                      </a:r>
                      <a:r>
                        <a:rPr lang="en-US" sz="2000" baseline="0" dirty="0"/>
                        <a:t>  that involves </a:t>
                      </a:r>
                      <a:r>
                        <a:rPr lang="en-US" sz="2000" dirty="0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++</a:t>
                      </a:r>
                      <a:r>
                        <a:rPr lang="en-US" sz="2000" dirty="0"/>
                        <a:t> operator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dirty="0"/>
                        <a:t>Equivalent</a:t>
                      </a:r>
                      <a:r>
                        <a:rPr lang="en-US" sz="2000" baseline="0" dirty="0"/>
                        <a:t> statements</a:t>
                      </a:r>
                      <a:endParaRPr lang="en-US" sz="20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031065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0" lang="en-US" altLang="zh-TW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新細明體" charset="-120"/>
                          <a:cs typeface="Consolas" panose="020B0609020204030204" pitchFamily="49" charset="0"/>
                        </a:rPr>
                        <a:t>k = ++</a:t>
                      </a:r>
                      <a:r>
                        <a:rPr kumimoji="0" lang="en-US" altLang="zh-TW" sz="20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新細明體" charset="-120"/>
                          <a:cs typeface="Consolas" panose="020B0609020204030204" pitchFamily="49" charset="0"/>
                        </a:rPr>
                        <a:t>i</a:t>
                      </a:r>
                      <a:r>
                        <a:rPr kumimoji="0" lang="en-US" altLang="zh-TW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新細明體" charset="-120"/>
                          <a:cs typeface="Consolas" panose="020B0609020204030204" pitchFamily="49" charset="0"/>
                        </a:rPr>
                        <a:t> * 2;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0" lang="en-US" altLang="zh-TW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新細明體" charset="-120"/>
                          <a:cs typeface="Consolas" panose="020B0609020204030204" pitchFamily="49" charset="0"/>
                        </a:rPr>
                        <a:t>    </a:t>
                      </a:r>
                      <a:r>
                        <a:rPr kumimoji="0" lang="en-US" altLang="zh-TW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Consolas" panose="020B0609020204030204" pitchFamily="49" charset="0"/>
                          <a:ea typeface="新細明體" charset="-120"/>
                          <a:cs typeface="Consolas" panose="020B0609020204030204" pitchFamily="49" charset="0"/>
                        </a:rPr>
                        <a:t>// prefix increment of </a:t>
                      </a:r>
                      <a:r>
                        <a:rPr kumimoji="0" lang="en-US" altLang="zh-TW" sz="20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Consolas" panose="020B0609020204030204" pitchFamily="49" charset="0"/>
                          <a:ea typeface="新細明體" charset="-120"/>
                          <a:cs typeface="Consolas" panose="020B0609020204030204" pitchFamily="49" charset="0"/>
                        </a:rPr>
                        <a:t>i</a:t>
                      </a:r>
                      <a:endParaRPr kumimoji="0" lang="en-US" altLang="zh-TW" sz="2000" b="0" i="0" u="none" strike="noStrike" cap="none" normalizeH="0" baseline="0" dirty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latin typeface="Consolas" panose="020B0609020204030204" pitchFamily="49" charset="0"/>
                        <a:ea typeface="新細明體" charset="-120"/>
                        <a:cs typeface="Consolas" panose="020B0609020204030204" pitchFamily="49" charset="0"/>
                      </a:endParaRPr>
                    </a:p>
                  </a:txBody>
                  <a:tcPr horzOverflow="overflow"/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0" lang="en-US" altLang="zh-TW" sz="20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新細明體" charset="-120"/>
                          <a:cs typeface="Consolas" panose="020B0609020204030204" pitchFamily="49" charset="0"/>
                        </a:rPr>
                        <a:t>i</a:t>
                      </a:r>
                      <a:r>
                        <a:rPr kumimoji="0" lang="en-US" altLang="zh-TW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新細明體" charset="-120"/>
                          <a:cs typeface="Consolas" panose="020B0609020204030204" pitchFamily="49" charset="0"/>
                        </a:rPr>
                        <a:t> = </a:t>
                      </a:r>
                      <a:r>
                        <a:rPr kumimoji="0" lang="en-US" altLang="zh-TW" sz="20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新細明體" charset="-120"/>
                          <a:cs typeface="Consolas" panose="020B0609020204030204" pitchFamily="49" charset="0"/>
                        </a:rPr>
                        <a:t>i</a:t>
                      </a:r>
                      <a:r>
                        <a:rPr kumimoji="0" lang="en-US" altLang="zh-TW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新細明體" charset="-120"/>
                          <a:cs typeface="Consolas" panose="020B0609020204030204" pitchFamily="49" charset="0"/>
                        </a:rPr>
                        <a:t> + 1; </a:t>
                      </a:r>
                      <a:r>
                        <a:rPr kumimoji="0" lang="en-US" altLang="zh-TW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Consolas" panose="020B0609020204030204" pitchFamily="49" charset="0"/>
                          <a:ea typeface="新細明體" charset="-120"/>
                          <a:cs typeface="Consolas" panose="020B0609020204030204" pitchFamily="49" charset="0"/>
                        </a:rPr>
                        <a:t>// side effect first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0" lang="en-US" altLang="zh-TW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新細明體" charset="-120"/>
                          <a:cs typeface="Consolas" panose="020B0609020204030204" pitchFamily="49" charset="0"/>
                        </a:rPr>
                        <a:t>k = </a:t>
                      </a:r>
                      <a:r>
                        <a:rPr kumimoji="0" lang="en-US" altLang="zh-TW" sz="20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新細明體" charset="-120"/>
                          <a:cs typeface="Consolas" panose="020B0609020204030204" pitchFamily="49" charset="0"/>
                        </a:rPr>
                        <a:t>i</a:t>
                      </a:r>
                      <a:r>
                        <a:rPr kumimoji="0" lang="en-US" altLang="zh-TW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新細明體" charset="-120"/>
                          <a:cs typeface="Consolas" panose="020B0609020204030204" pitchFamily="49" charset="0"/>
                        </a:rPr>
                        <a:t> * 2;</a:t>
                      </a:r>
                      <a:r>
                        <a:rPr kumimoji="0" lang="en-US" altLang="zh-TW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Consolas" panose="020B0609020204030204" pitchFamily="49" charset="0"/>
                          <a:ea typeface="新細明體" charset="-120"/>
                          <a:cs typeface="Consolas" panose="020B0609020204030204" pitchFamily="49" charset="0"/>
                        </a:rPr>
                        <a:t> // NEW value of </a:t>
                      </a:r>
                      <a:r>
                        <a:rPr kumimoji="0" lang="en-US" altLang="zh-TW" sz="20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Consolas" panose="020B0609020204030204" pitchFamily="49" charset="0"/>
                          <a:ea typeface="新細明體" charset="-120"/>
                          <a:cs typeface="Consolas" panose="020B0609020204030204" pitchFamily="49" charset="0"/>
                        </a:rPr>
                        <a:t>i</a:t>
                      </a:r>
                      <a:r>
                        <a:rPr kumimoji="0" lang="en-US" altLang="zh-TW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Consolas" panose="020B0609020204030204" pitchFamily="49" charset="0"/>
                          <a:ea typeface="新細明體" charset="-120"/>
                          <a:cs typeface="Consolas" panose="020B0609020204030204" pitchFamily="49" charset="0"/>
                        </a:rPr>
                        <a:t>*2</a:t>
                      </a:r>
                      <a:endParaRPr kumimoji="0" lang="en-US" altLang="zh-TW" sz="2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nsolas" panose="020B0609020204030204" pitchFamily="49" charset="0"/>
                        <a:ea typeface="新細明體" charset="-120"/>
                        <a:cs typeface="Consolas" panose="020B0609020204030204" pitchFamily="49" charset="0"/>
                      </a:endParaRPr>
                    </a:p>
                  </a:txBody>
                  <a:tcPr horzOverflow="overflow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295400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0" lang="en-US" altLang="zh-TW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新細明體" charset="-120"/>
                          <a:cs typeface="Consolas" panose="020B0609020204030204" pitchFamily="49" charset="0"/>
                        </a:rPr>
                        <a:t>k = </a:t>
                      </a:r>
                      <a:r>
                        <a:rPr kumimoji="0" lang="en-US" altLang="zh-TW" sz="20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新細明體" charset="-120"/>
                          <a:cs typeface="Consolas" panose="020B0609020204030204" pitchFamily="49" charset="0"/>
                        </a:rPr>
                        <a:t>i</a:t>
                      </a:r>
                      <a:r>
                        <a:rPr kumimoji="0" lang="en-US" altLang="zh-TW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新細明體" charset="-120"/>
                          <a:cs typeface="Consolas" panose="020B0609020204030204" pitchFamily="49" charset="0"/>
                        </a:rPr>
                        <a:t>++ * 2;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0" lang="en-US" altLang="zh-TW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新細明體" charset="-120"/>
                          <a:cs typeface="Consolas" panose="020B0609020204030204" pitchFamily="49" charset="0"/>
                        </a:rPr>
                        <a:t>    </a:t>
                      </a:r>
                      <a:r>
                        <a:rPr kumimoji="0" lang="en-US" altLang="zh-TW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Consolas" panose="020B0609020204030204" pitchFamily="49" charset="0"/>
                          <a:ea typeface="新細明體" charset="-120"/>
                          <a:cs typeface="Consolas" panose="020B0609020204030204" pitchFamily="49" charset="0"/>
                        </a:rPr>
                        <a:t>// postfix increment of </a:t>
                      </a:r>
                      <a:r>
                        <a:rPr kumimoji="0" lang="en-US" altLang="zh-TW" sz="20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Consolas" panose="020B0609020204030204" pitchFamily="49" charset="0"/>
                          <a:ea typeface="新細明體" charset="-120"/>
                          <a:cs typeface="Consolas" panose="020B0609020204030204" pitchFamily="49" charset="0"/>
                        </a:rPr>
                        <a:t>i</a:t>
                      </a:r>
                      <a:endParaRPr kumimoji="0" lang="en-US" altLang="zh-TW" sz="2000" b="0" i="0" u="none" strike="noStrike" cap="none" normalizeH="0" baseline="0" dirty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latin typeface="Consolas" panose="020B0609020204030204" pitchFamily="49" charset="0"/>
                        <a:ea typeface="新細明體" charset="-120"/>
                        <a:cs typeface="Consolas" panose="020B0609020204030204" pitchFamily="49" charset="0"/>
                      </a:endParaRPr>
                    </a:p>
                  </a:txBody>
                  <a:tcPr horzOverflow="overflow"/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TW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新細明體" charset="-120"/>
                          <a:cs typeface="Consolas" panose="020B0609020204030204" pitchFamily="49" charset="0"/>
                        </a:rPr>
                        <a:t>k = </a:t>
                      </a:r>
                      <a:r>
                        <a:rPr kumimoji="0" lang="en-US" altLang="zh-TW" sz="20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新細明體" charset="-120"/>
                          <a:cs typeface="Consolas" panose="020B0609020204030204" pitchFamily="49" charset="0"/>
                        </a:rPr>
                        <a:t>i</a:t>
                      </a:r>
                      <a:r>
                        <a:rPr kumimoji="0" lang="en-US" altLang="zh-TW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新細明體" charset="-120"/>
                          <a:cs typeface="Consolas" panose="020B0609020204030204" pitchFamily="49" charset="0"/>
                        </a:rPr>
                        <a:t> * 2;</a:t>
                      </a:r>
                      <a:r>
                        <a:rPr kumimoji="0" lang="en-US" altLang="zh-TW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Consolas" panose="020B0609020204030204" pitchFamily="49" charset="0"/>
                          <a:ea typeface="新細明體" charset="-120"/>
                          <a:cs typeface="Consolas" panose="020B0609020204030204" pitchFamily="49" charset="0"/>
                        </a:rPr>
                        <a:t> // OLD value of </a:t>
                      </a:r>
                      <a:r>
                        <a:rPr kumimoji="0" lang="en-US" altLang="zh-TW" sz="20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Consolas" panose="020B0609020204030204" pitchFamily="49" charset="0"/>
                          <a:ea typeface="新細明體" charset="-120"/>
                          <a:cs typeface="Consolas" panose="020B0609020204030204" pitchFamily="49" charset="0"/>
                        </a:rPr>
                        <a:t>i</a:t>
                      </a:r>
                      <a:r>
                        <a:rPr kumimoji="0" lang="en-US" altLang="zh-TW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Consolas" panose="020B0609020204030204" pitchFamily="49" charset="0"/>
                          <a:ea typeface="新細明體" charset="-120"/>
                          <a:cs typeface="Consolas" panose="020B0609020204030204" pitchFamily="49" charset="0"/>
                        </a:rPr>
                        <a:t>*2</a:t>
                      </a:r>
                      <a:endParaRPr kumimoji="0" lang="en-US" altLang="zh-TW" sz="2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nsolas" panose="020B0609020204030204" pitchFamily="49" charset="0"/>
                        <a:ea typeface="新細明體" charset="-120"/>
                        <a:cs typeface="Consolas" panose="020B0609020204030204" pitchFamily="49" charset="0"/>
                      </a:endParaRP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0" lang="en-US" altLang="zh-TW" sz="20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新細明體" charset="-120"/>
                          <a:cs typeface="Consolas" panose="020B0609020204030204" pitchFamily="49" charset="0"/>
                        </a:rPr>
                        <a:t>i</a:t>
                      </a:r>
                      <a:r>
                        <a:rPr kumimoji="0" lang="en-US" altLang="zh-TW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新細明體" charset="-120"/>
                          <a:cs typeface="Consolas" panose="020B0609020204030204" pitchFamily="49" charset="0"/>
                        </a:rPr>
                        <a:t> = </a:t>
                      </a:r>
                      <a:r>
                        <a:rPr kumimoji="0" lang="en-US" altLang="zh-TW" sz="20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新細明體" charset="-120"/>
                          <a:cs typeface="Consolas" panose="020B0609020204030204" pitchFamily="49" charset="0"/>
                        </a:rPr>
                        <a:t>i</a:t>
                      </a:r>
                      <a:r>
                        <a:rPr kumimoji="0" lang="en-US" altLang="zh-TW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新細明體" charset="-120"/>
                          <a:cs typeface="Consolas" panose="020B0609020204030204" pitchFamily="49" charset="0"/>
                        </a:rPr>
                        <a:t> + 1; </a:t>
                      </a:r>
                      <a:r>
                        <a:rPr kumimoji="0" lang="en-US" altLang="zh-TW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Consolas" panose="020B0609020204030204" pitchFamily="49" charset="0"/>
                          <a:ea typeface="新細明體" charset="-120"/>
                          <a:cs typeface="Consolas" panose="020B0609020204030204" pitchFamily="49" charset="0"/>
                        </a:rPr>
                        <a:t>// side effect last</a:t>
                      </a:r>
                    </a:p>
                  </a:txBody>
                  <a:tcPr horzOverflow="overflow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14300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TW" sz="20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新細明體" charset="-120"/>
                          <a:cs typeface="Consolas" panose="020B0609020204030204" pitchFamily="49" charset="0"/>
                        </a:rPr>
                        <a:t>printf</a:t>
                      </a:r>
                      <a:r>
                        <a:rPr kumimoji="0" lang="en-US" altLang="zh-TW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新細明體" charset="-120"/>
                          <a:cs typeface="Consolas" panose="020B0609020204030204" pitchFamily="49" charset="0"/>
                        </a:rPr>
                        <a:t>("%d\n", ++k);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0" lang="en-US" altLang="zh-TW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新細明體" charset="-120"/>
                          <a:cs typeface="Consolas" panose="020B0609020204030204" pitchFamily="49" charset="0"/>
                        </a:rPr>
                        <a:t>    </a:t>
                      </a:r>
                      <a:r>
                        <a:rPr kumimoji="0" lang="en-US" altLang="zh-TW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Consolas" panose="020B0609020204030204" pitchFamily="49" charset="0"/>
                          <a:ea typeface="新細明體" charset="-120"/>
                          <a:cs typeface="Consolas" panose="020B0609020204030204" pitchFamily="49" charset="0"/>
                        </a:rPr>
                        <a:t>// prefix increment of k</a:t>
                      </a:r>
                    </a:p>
                  </a:txBody>
                  <a:tcPr horzOverflow="overflow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0" lang="en-US" altLang="zh-TW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新細明體" charset="-120"/>
                          <a:cs typeface="Consolas" panose="020B0609020204030204" pitchFamily="49" charset="0"/>
                        </a:rPr>
                        <a:t>k = k + 1; </a:t>
                      </a:r>
                      <a:r>
                        <a:rPr kumimoji="0" lang="en-US" altLang="zh-TW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Consolas" panose="020B0609020204030204" pitchFamily="49" charset="0"/>
                          <a:ea typeface="新細明體" charset="-120"/>
                          <a:cs typeface="Consolas" panose="020B0609020204030204" pitchFamily="49" charset="0"/>
                        </a:rPr>
                        <a:t>// side effect first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0" lang="en-US" altLang="zh-TW" sz="20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新細明體" charset="-120"/>
                          <a:cs typeface="Consolas" panose="020B0609020204030204" pitchFamily="49" charset="0"/>
                        </a:rPr>
                        <a:t>printf</a:t>
                      </a:r>
                      <a:r>
                        <a:rPr kumimoji="0" lang="en-US" altLang="zh-TW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新細明體" charset="-120"/>
                          <a:cs typeface="Consolas" panose="020B0609020204030204" pitchFamily="49" charset="0"/>
                        </a:rPr>
                        <a:t>("%d\n", k); </a:t>
                      </a:r>
                      <a:r>
                        <a:rPr kumimoji="0" lang="en-US" altLang="zh-TW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Consolas" panose="020B0609020204030204" pitchFamily="49" charset="0"/>
                          <a:ea typeface="新細明體" charset="-120"/>
                          <a:cs typeface="Consolas" panose="020B0609020204030204" pitchFamily="49" charset="0"/>
                        </a:rPr>
                        <a:t>// NEW k</a:t>
                      </a:r>
                    </a:p>
                  </a:txBody>
                  <a:tcPr horzOverflow="overflow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801414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0" lang="en-US" altLang="zh-TW" sz="20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新細明體" charset="-120"/>
                          <a:cs typeface="Consolas" panose="020B0609020204030204" pitchFamily="49" charset="0"/>
                        </a:rPr>
                        <a:t>printf</a:t>
                      </a:r>
                      <a:r>
                        <a:rPr kumimoji="0" lang="en-US" altLang="zh-TW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新細明體" charset="-120"/>
                          <a:cs typeface="Consolas" panose="020B0609020204030204" pitchFamily="49" charset="0"/>
                        </a:rPr>
                        <a:t>("%d\n", k++);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0" lang="en-US" altLang="zh-TW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Consolas" panose="020B0609020204030204" pitchFamily="49" charset="0"/>
                          <a:ea typeface="新細明體" charset="-120"/>
                          <a:cs typeface="Consolas" panose="020B0609020204030204" pitchFamily="49" charset="0"/>
                        </a:rPr>
                        <a:t>    // postfix increment of k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endParaRPr kumimoji="0" lang="en-US" altLang="zh-TW" sz="2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nsolas" panose="020B0609020204030204" pitchFamily="49" charset="0"/>
                        <a:ea typeface="新細明體" charset="-120"/>
                        <a:cs typeface="Consolas" panose="020B0609020204030204" pitchFamily="49" charset="0"/>
                      </a:endParaRPr>
                    </a:p>
                  </a:txBody>
                  <a:tcPr horzOverflow="overflow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0" lang="en-US" altLang="zh-TW" sz="20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新細明體" charset="-120"/>
                          <a:cs typeface="Consolas" panose="020B0609020204030204" pitchFamily="49" charset="0"/>
                        </a:rPr>
                        <a:t>printf</a:t>
                      </a:r>
                      <a:r>
                        <a:rPr kumimoji="0" lang="en-US" altLang="zh-TW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新細明體" charset="-120"/>
                          <a:cs typeface="Consolas" panose="020B0609020204030204" pitchFamily="49" charset="0"/>
                        </a:rPr>
                        <a:t>("%d\n", k); </a:t>
                      </a:r>
                      <a:r>
                        <a:rPr kumimoji="0" lang="en-US" altLang="zh-TW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Consolas" panose="020B0609020204030204" pitchFamily="49" charset="0"/>
                          <a:ea typeface="新細明體" charset="-120"/>
                          <a:cs typeface="Consolas" panose="020B0609020204030204" pitchFamily="49" charset="0"/>
                        </a:rPr>
                        <a:t>// OLD k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0" lang="en-US" altLang="zh-TW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新細明體" charset="-120"/>
                          <a:cs typeface="Consolas" panose="020B0609020204030204" pitchFamily="49" charset="0"/>
                        </a:rPr>
                        <a:t>k = k + 1; </a:t>
                      </a:r>
                      <a:r>
                        <a:rPr kumimoji="0" lang="en-US" altLang="zh-TW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Consolas" panose="020B0609020204030204" pitchFamily="49" charset="0"/>
                          <a:ea typeface="新細明體" charset="-120"/>
                          <a:cs typeface="Consolas" panose="020B0609020204030204" pitchFamily="49" charset="0"/>
                        </a:rPr>
                        <a:t>// side effect last</a:t>
                      </a:r>
                    </a:p>
                  </a:txBody>
                  <a:tcPr horzOverflow="overflow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6" name="Title 1">
            <a:extLst>
              <a:ext uri="{FF2B5EF4-FFF2-40B4-BE49-F238E27FC236}">
                <a16:creationId xmlns:a16="http://schemas.microsoft.com/office/drawing/2014/main" id="{6ACA48BF-733E-574D-ADE4-78F6AC25CF5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338" y="76200"/>
            <a:ext cx="8229600" cy="838200"/>
          </a:xfrm>
        </p:spPr>
        <p:txBody>
          <a:bodyPr>
            <a:normAutofit/>
          </a:bodyPr>
          <a:lstStyle/>
          <a:p>
            <a:r>
              <a:rPr lang="en-US" altLang="zh-TW" sz="4000" dirty="0">
                <a:ea typeface="新細明體" pitchFamily="18" charset="-120"/>
              </a:rPr>
              <a:t>More on Increment Operator</a:t>
            </a:r>
            <a:endParaRPr lang="en-US" sz="4000" dirty="0"/>
          </a:p>
        </p:txBody>
      </p:sp>
    </p:spTree>
    <p:extLst>
      <p:ext uri="{BB962C8B-B14F-4D97-AF65-F5344CB8AC3E}">
        <p14:creationId xmlns:p14="http://schemas.microsoft.com/office/powerpoint/2010/main" val="1416054583"/>
      </p:ext>
    </p:extLst>
  </p:cSld>
  <p:clrMapOvr>
    <a:masterClrMapping/>
  </p:clrMapOvr>
  <p:transition>
    <p:fade/>
  </p:transition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 Box 4"/>
          <p:cNvSpPr txBox="1">
            <a:spLocks noChangeArrowheads="1"/>
          </p:cNvSpPr>
          <p:nvPr/>
        </p:nvSpPr>
        <p:spPr bwMode="auto">
          <a:xfrm>
            <a:off x="990600" y="1752600"/>
            <a:ext cx="533400" cy="1938992"/>
          </a:xfrm>
          <a:prstGeom prst="rect">
            <a:avLst/>
          </a:prstGeom>
          <a:solidFill>
            <a:schemeClr val="bg1">
              <a:lumMod val="95000"/>
            </a:schemeClr>
          </a:solidFill>
          <a:ln w="28575">
            <a:solidFill>
              <a:schemeClr val="bg1">
                <a:lumMod val="95000"/>
              </a:schemeClr>
            </a:solidFill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 algn="r"/>
            <a:r>
              <a:rPr lang="en-US" altLang="zh-TW" sz="2000" b="1">
                <a:solidFill>
                  <a:schemeClr val="tx1">
                    <a:lumMod val="50000"/>
                    <a:lumOff val="50000"/>
                  </a:schemeClr>
                </a:solidFill>
                <a:latin typeface="Consolas" pitchFamily="49" charset="0"/>
                <a:ea typeface="MS Gothic" pitchFamily="49" charset="-128"/>
              </a:rPr>
              <a:t>1</a:t>
            </a:r>
          </a:p>
          <a:p>
            <a:pPr algn="r"/>
            <a:r>
              <a:rPr lang="en-US" altLang="zh-TW" sz="2000" b="1">
                <a:solidFill>
                  <a:schemeClr val="tx1">
                    <a:lumMod val="50000"/>
                    <a:lumOff val="50000"/>
                  </a:schemeClr>
                </a:solidFill>
                <a:latin typeface="Consolas" pitchFamily="49" charset="0"/>
                <a:ea typeface="MS Gothic" pitchFamily="49" charset="-128"/>
              </a:rPr>
              <a:t>2</a:t>
            </a:r>
          </a:p>
          <a:p>
            <a:pPr algn="r"/>
            <a:r>
              <a:rPr lang="en-US" altLang="zh-TW" sz="2000" b="1">
                <a:solidFill>
                  <a:schemeClr val="tx1">
                    <a:lumMod val="50000"/>
                    <a:lumOff val="50000"/>
                  </a:schemeClr>
                </a:solidFill>
                <a:latin typeface="Consolas" pitchFamily="49" charset="0"/>
                <a:ea typeface="MS Gothic" pitchFamily="49" charset="-128"/>
              </a:rPr>
              <a:t>3</a:t>
            </a:r>
          </a:p>
          <a:p>
            <a:pPr algn="r"/>
            <a:r>
              <a:rPr lang="en-US" altLang="zh-TW" sz="2000" b="1">
                <a:solidFill>
                  <a:schemeClr val="tx1">
                    <a:lumMod val="50000"/>
                    <a:lumOff val="50000"/>
                  </a:schemeClr>
                </a:solidFill>
                <a:latin typeface="Consolas" pitchFamily="49" charset="0"/>
                <a:ea typeface="MS Gothic" pitchFamily="49" charset="-128"/>
              </a:rPr>
              <a:t>4</a:t>
            </a:r>
          </a:p>
          <a:p>
            <a:pPr algn="r"/>
            <a:r>
              <a:rPr lang="en-US" altLang="zh-TW" sz="2000" b="1">
                <a:solidFill>
                  <a:schemeClr val="tx1">
                    <a:lumMod val="50000"/>
                    <a:lumOff val="50000"/>
                  </a:schemeClr>
                </a:solidFill>
                <a:latin typeface="Consolas" pitchFamily="49" charset="0"/>
                <a:ea typeface="MS Gothic" pitchFamily="49" charset="-128"/>
              </a:rPr>
              <a:t>5</a:t>
            </a:r>
          </a:p>
          <a:p>
            <a:pPr algn="r"/>
            <a:r>
              <a:rPr lang="en-US" altLang="zh-TW" sz="2000" b="1">
                <a:solidFill>
                  <a:schemeClr val="tx1">
                    <a:lumMod val="50000"/>
                    <a:lumOff val="50000"/>
                  </a:schemeClr>
                </a:solidFill>
                <a:latin typeface="Consolas" pitchFamily="49" charset="0"/>
                <a:ea typeface="MS Gothic" pitchFamily="49" charset="-128"/>
              </a:rPr>
              <a:t>6</a:t>
            </a:r>
          </a:p>
        </p:txBody>
      </p:sp>
      <p:sp>
        <p:nvSpPr>
          <p:cNvPr id="13" name="Text Box 4"/>
          <p:cNvSpPr txBox="1">
            <a:spLocks noChangeArrowheads="1"/>
          </p:cNvSpPr>
          <p:nvPr/>
        </p:nvSpPr>
        <p:spPr bwMode="auto">
          <a:xfrm>
            <a:off x="990600" y="3962400"/>
            <a:ext cx="533400" cy="1938992"/>
          </a:xfrm>
          <a:prstGeom prst="rect">
            <a:avLst/>
          </a:prstGeom>
          <a:solidFill>
            <a:schemeClr val="bg1">
              <a:lumMod val="95000"/>
            </a:schemeClr>
          </a:solidFill>
          <a:ln w="28575">
            <a:solidFill>
              <a:schemeClr val="bg1">
                <a:lumMod val="95000"/>
              </a:schemeClr>
            </a:solidFill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 algn="r"/>
            <a:r>
              <a:rPr lang="en-US" altLang="zh-TW" sz="2000" b="1">
                <a:solidFill>
                  <a:schemeClr val="tx1">
                    <a:lumMod val="50000"/>
                    <a:lumOff val="50000"/>
                  </a:schemeClr>
                </a:solidFill>
                <a:latin typeface="Consolas" pitchFamily="49" charset="0"/>
                <a:ea typeface="MS Gothic" pitchFamily="49" charset="-128"/>
              </a:rPr>
              <a:t>1</a:t>
            </a:r>
          </a:p>
          <a:p>
            <a:pPr algn="r"/>
            <a:r>
              <a:rPr lang="en-US" altLang="zh-TW" sz="2000" b="1">
                <a:solidFill>
                  <a:schemeClr val="tx1">
                    <a:lumMod val="50000"/>
                    <a:lumOff val="50000"/>
                  </a:schemeClr>
                </a:solidFill>
                <a:latin typeface="Consolas" pitchFamily="49" charset="0"/>
                <a:ea typeface="MS Gothic" pitchFamily="49" charset="-128"/>
              </a:rPr>
              <a:t>2</a:t>
            </a:r>
          </a:p>
          <a:p>
            <a:pPr algn="r"/>
            <a:r>
              <a:rPr lang="en-US" altLang="zh-TW" sz="2000" b="1">
                <a:solidFill>
                  <a:schemeClr val="tx1">
                    <a:lumMod val="50000"/>
                    <a:lumOff val="50000"/>
                  </a:schemeClr>
                </a:solidFill>
                <a:latin typeface="Consolas" pitchFamily="49" charset="0"/>
                <a:ea typeface="MS Gothic" pitchFamily="49" charset="-128"/>
              </a:rPr>
              <a:t>3</a:t>
            </a:r>
          </a:p>
          <a:p>
            <a:pPr algn="r"/>
            <a:r>
              <a:rPr lang="en-US" altLang="zh-TW" sz="2000" b="1">
                <a:solidFill>
                  <a:schemeClr val="tx1">
                    <a:lumMod val="50000"/>
                    <a:lumOff val="50000"/>
                  </a:schemeClr>
                </a:solidFill>
                <a:latin typeface="Consolas" pitchFamily="49" charset="0"/>
                <a:ea typeface="MS Gothic" pitchFamily="49" charset="-128"/>
              </a:rPr>
              <a:t>4</a:t>
            </a:r>
          </a:p>
          <a:p>
            <a:pPr algn="r"/>
            <a:r>
              <a:rPr lang="en-US" altLang="zh-TW" sz="2000" b="1">
                <a:solidFill>
                  <a:schemeClr val="tx1">
                    <a:lumMod val="50000"/>
                    <a:lumOff val="50000"/>
                  </a:schemeClr>
                </a:solidFill>
                <a:latin typeface="Consolas" pitchFamily="49" charset="0"/>
                <a:ea typeface="MS Gothic" pitchFamily="49" charset="-128"/>
              </a:rPr>
              <a:t>5</a:t>
            </a:r>
          </a:p>
          <a:p>
            <a:pPr algn="r"/>
            <a:r>
              <a:rPr lang="en-US" altLang="zh-TW" sz="2000" b="1">
                <a:solidFill>
                  <a:schemeClr val="tx1">
                    <a:lumMod val="50000"/>
                    <a:lumOff val="50000"/>
                  </a:schemeClr>
                </a:solidFill>
                <a:latin typeface="Consolas" pitchFamily="49" charset="0"/>
                <a:ea typeface="MS Gothic" pitchFamily="49" charset="-128"/>
              </a:rPr>
              <a:t>6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/>
              <a:t>Example</a:t>
            </a:r>
          </a:p>
        </p:txBody>
      </p:sp>
      <p:sp>
        <p:nvSpPr>
          <p:cNvPr id="6" name="Text Box 3"/>
          <p:cNvSpPr txBox="1">
            <a:spLocks noChangeArrowheads="1"/>
          </p:cNvSpPr>
          <p:nvPr/>
        </p:nvSpPr>
        <p:spPr bwMode="auto">
          <a:xfrm>
            <a:off x="990600" y="1752600"/>
            <a:ext cx="4572000" cy="1981200"/>
          </a:xfrm>
          <a:prstGeom prst="rect">
            <a:avLst/>
          </a:prstGeom>
          <a:noFill/>
          <a:ln w="2857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square" lIns="648000">
            <a:noAutofit/>
          </a:bodyPr>
          <a:lstStyle/>
          <a:p>
            <a:r>
              <a:rPr lang="en-US" altLang="zh-TW" sz="2000" b="1" dirty="0" err="1">
                <a:solidFill>
                  <a:schemeClr val="accent1"/>
                </a:solidFill>
                <a:latin typeface="Consolas" pitchFamily="49" charset="0"/>
                <a:ea typeface="MS Gothic" pitchFamily="49" charset="-128"/>
              </a:rPr>
              <a:t>int</a:t>
            </a:r>
            <a:r>
              <a:rPr lang="en-US" altLang="zh-TW" sz="2000" b="1" dirty="0">
                <a:latin typeface="Consolas" pitchFamily="49" charset="0"/>
                <a:ea typeface="MS Gothic" pitchFamily="49" charset="-128"/>
              </a:rPr>
              <a:t> </a:t>
            </a:r>
            <a:r>
              <a:rPr lang="en-US" altLang="zh-TW" sz="2000" b="1" dirty="0" err="1">
                <a:latin typeface="Consolas" pitchFamily="49" charset="0"/>
                <a:ea typeface="MS Gothic" pitchFamily="49" charset="-128"/>
              </a:rPr>
              <a:t>i</a:t>
            </a:r>
            <a:r>
              <a:rPr lang="en-US" altLang="zh-TW" sz="2000" b="1" dirty="0">
                <a:latin typeface="Consolas" pitchFamily="49" charset="0"/>
                <a:ea typeface="MS Gothic" pitchFamily="49" charset="-128"/>
              </a:rPr>
              <a:t>, k;</a:t>
            </a:r>
          </a:p>
          <a:p>
            <a:r>
              <a:rPr lang="en-US" altLang="zh-TW" sz="2000" b="1" dirty="0" err="1">
                <a:latin typeface="Consolas" pitchFamily="49" charset="0"/>
                <a:ea typeface="MS Gothic" pitchFamily="49" charset="-128"/>
              </a:rPr>
              <a:t>i</a:t>
            </a:r>
            <a:r>
              <a:rPr lang="en-US" altLang="zh-TW" sz="2000" b="1" dirty="0">
                <a:latin typeface="Consolas" pitchFamily="49" charset="0"/>
                <a:ea typeface="MS Gothic" pitchFamily="49" charset="-128"/>
              </a:rPr>
              <a:t> = 0;</a:t>
            </a:r>
          </a:p>
          <a:p>
            <a:r>
              <a:rPr lang="en-US" altLang="zh-TW" sz="2000" b="1" dirty="0">
                <a:latin typeface="Consolas" pitchFamily="49" charset="0"/>
                <a:ea typeface="MS Gothic" pitchFamily="49" charset="-128"/>
              </a:rPr>
              <a:t>k = </a:t>
            </a:r>
            <a:r>
              <a:rPr lang="en-US" altLang="zh-TW" sz="2000" b="1" dirty="0">
                <a:solidFill>
                  <a:schemeClr val="accent2"/>
                </a:solidFill>
                <a:latin typeface="Consolas" pitchFamily="49" charset="0"/>
                <a:ea typeface="MS Gothic" pitchFamily="49" charset="-128"/>
              </a:rPr>
              <a:t>++</a:t>
            </a:r>
            <a:r>
              <a:rPr lang="en-US" altLang="zh-TW" sz="2000" b="1" dirty="0" err="1">
                <a:solidFill>
                  <a:schemeClr val="accent2"/>
                </a:solidFill>
                <a:latin typeface="Consolas" pitchFamily="49" charset="0"/>
                <a:ea typeface="MS Gothic" pitchFamily="49" charset="-128"/>
              </a:rPr>
              <a:t>i</a:t>
            </a:r>
            <a:r>
              <a:rPr lang="en-US" altLang="zh-TW" sz="2000" b="1" dirty="0">
                <a:latin typeface="Consolas" pitchFamily="49" charset="0"/>
                <a:ea typeface="MS Gothic" pitchFamily="49" charset="-128"/>
              </a:rPr>
              <a:t>;</a:t>
            </a:r>
          </a:p>
          <a:p>
            <a:r>
              <a:rPr lang="en-US" altLang="zh-TW" sz="2000" b="1" dirty="0" err="1">
                <a:latin typeface="Consolas" pitchFamily="49" charset="0"/>
                <a:ea typeface="MS Gothic" pitchFamily="49" charset="-128"/>
              </a:rPr>
              <a:t>printf</a:t>
            </a:r>
            <a:r>
              <a:rPr lang="en-US" altLang="zh-TW" sz="2000" b="1" dirty="0">
                <a:latin typeface="Consolas" pitchFamily="49" charset="0"/>
                <a:ea typeface="MS Gothic" pitchFamily="49" charset="-128"/>
              </a:rPr>
              <a:t>("%d\n", </a:t>
            </a:r>
            <a:r>
              <a:rPr lang="en-US" altLang="zh-TW" sz="2000" b="1" dirty="0" err="1">
                <a:latin typeface="Consolas" pitchFamily="49" charset="0"/>
                <a:ea typeface="MS Gothic" pitchFamily="49" charset="-128"/>
              </a:rPr>
              <a:t>i</a:t>
            </a:r>
            <a:r>
              <a:rPr lang="en-US" altLang="zh-TW" sz="2000" b="1" dirty="0">
                <a:latin typeface="Consolas" pitchFamily="49" charset="0"/>
                <a:ea typeface="MS Gothic" pitchFamily="49" charset="-128"/>
              </a:rPr>
              <a:t>);</a:t>
            </a:r>
          </a:p>
          <a:p>
            <a:r>
              <a:rPr lang="en-US" altLang="zh-TW" sz="2000" b="1" dirty="0" err="1">
                <a:latin typeface="Consolas" pitchFamily="49" charset="0"/>
                <a:ea typeface="MS Gothic" pitchFamily="49" charset="-128"/>
              </a:rPr>
              <a:t>printf</a:t>
            </a:r>
            <a:r>
              <a:rPr lang="en-US" altLang="zh-TW" sz="2000" b="1" dirty="0">
                <a:latin typeface="Consolas" pitchFamily="49" charset="0"/>
                <a:ea typeface="MS Gothic" pitchFamily="49" charset="-128"/>
              </a:rPr>
              <a:t>("%d\n", k);</a:t>
            </a:r>
          </a:p>
          <a:p>
            <a:r>
              <a:rPr lang="en-US" altLang="zh-TW" sz="2000" b="1" dirty="0" err="1">
                <a:latin typeface="Consolas" pitchFamily="49" charset="0"/>
                <a:ea typeface="MS Gothic" pitchFamily="49" charset="-128"/>
              </a:rPr>
              <a:t>printf</a:t>
            </a:r>
            <a:r>
              <a:rPr lang="en-US" altLang="zh-TW" sz="2000" b="1" dirty="0">
                <a:latin typeface="Consolas" pitchFamily="49" charset="0"/>
                <a:ea typeface="MS Gothic" pitchFamily="49" charset="-128"/>
              </a:rPr>
              <a:t>("%d\n", </a:t>
            </a:r>
            <a:r>
              <a:rPr lang="en-US" altLang="zh-TW" sz="2000" b="1" dirty="0">
                <a:solidFill>
                  <a:schemeClr val="accent2"/>
                </a:solidFill>
                <a:latin typeface="Consolas" pitchFamily="49" charset="0"/>
                <a:ea typeface="MS Gothic" pitchFamily="49" charset="-128"/>
              </a:rPr>
              <a:t>++k</a:t>
            </a:r>
            <a:r>
              <a:rPr lang="en-US" altLang="zh-TW" sz="2000" b="1" dirty="0">
                <a:latin typeface="Consolas" pitchFamily="49" charset="0"/>
                <a:ea typeface="MS Gothic" pitchFamily="49" charset="-128"/>
              </a:rPr>
              <a:t>);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2A0C27-9874-4A2B-82B4-36D1DE995B6F}" type="slidenum">
              <a:rPr lang="en-US" smtClean="0"/>
              <a:pPr/>
              <a:t>23</a:t>
            </a:fld>
            <a:endParaRPr lang="en-US"/>
          </a:p>
        </p:txBody>
      </p:sp>
      <p:sp>
        <p:nvSpPr>
          <p:cNvPr id="7" name="Rounded Rectangle 6"/>
          <p:cNvSpPr/>
          <p:nvPr/>
        </p:nvSpPr>
        <p:spPr>
          <a:xfrm>
            <a:off x="6477000" y="2133600"/>
            <a:ext cx="1447800" cy="1066800"/>
          </a:xfrm>
          <a:prstGeom prst="roundRect">
            <a:avLst/>
          </a:prstGeom>
          <a:solidFill>
            <a:schemeClr val="accent4">
              <a:lumMod val="50000"/>
            </a:schemeClr>
          </a:solidFill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b="1">
                <a:solidFill>
                  <a:schemeClr val="bg1"/>
                </a:solidFill>
                <a:latin typeface="Consolas" pitchFamily="49" charset="0"/>
              </a:rPr>
              <a:t>1</a:t>
            </a:r>
          </a:p>
          <a:p>
            <a:r>
              <a:rPr lang="en-US" b="1">
                <a:solidFill>
                  <a:schemeClr val="bg1"/>
                </a:solidFill>
                <a:latin typeface="Consolas" pitchFamily="49" charset="0"/>
              </a:rPr>
              <a:t>1</a:t>
            </a:r>
          </a:p>
          <a:p>
            <a:r>
              <a:rPr lang="en-US" b="1">
                <a:solidFill>
                  <a:schemeClr val="bg1"/>
                </a:solidFill>
                <a:latin typeface="Consolas" pitchFamily="49" charset="0"/>
              </a:rPr>
              <a:t>2</a:t>
            </a:r>
          </a:p>
        </p:txBody>
      </p:sp>
      <p:sp>
        <p:nvSpPr>
          <p:cNvPr id="8" name="Text Box 3"/>
          <p:cNvSpPr txBox="1">
            <a:spLocks noChangeArrowheads="1"/>
          </p:cNvSpPr>
          <p:nvPr/>
        </p:nvSpPr>
        <p:spPr bwMode="auto">
          <a:xfrm>
            <a:off x="990600" y="3962400"/>
            <a:ext cx="4572000" cy="1981200"/>
          </a:xfrm>
          <a:prstGeom prst="rect">
            <a:avLst/>
          </a:prstGeom>
          <a:noFill/>
          <a:ln w="2857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square" lIns="648000">
            <a:noAutofit/>
          </a:bodyPr>
          <a:lstStyle/>
          <a:p>
            <a:r>
              <a:rPr lang="en-US" altLang="zh-TW" sz="2000" b="1" dirty="0" err="1">
                <a:solidFill>
                  <a:schemeClr val="accent1"/>
                </a:solidFill>
                <a:latin typeface="Consolas" pitchFamily="49" charset="0"/>
                <a:ea typeface="MS Gothic" pitchFamily="49" charset="-128"/>
              </a:rPr>
              <a:t>int</a:t>
            </a:r>
            <a:r>
              <a:rPr lang="en-US" altLang="zh-TW" sz="2000" b="1" dirty="0">
                <a:latin typeface="Consolas" pitchFamily="49" charset="0"/>
                <a:ea typeface="MS Gothic" pitchFamily="49" charset="-128"/>
              </a:rPr>
              <a:t> </a:t>
            </a:r>
            <a:r>
              <a:rPr lang="en-US" altLang="zh-TW" sz="2000" b="1" dirty="0" err="1">
                <a:latin typeface="Consolas" pitchFamily="49" charset="0"/>
                <a:ea typeface="MS Gothic" pitchFamily="49" charset="-128"/>
              </a:rPr>
              <a:t>i</a:t>
            </a:r>
            <a:r>
              <a:rPr lang="en-US" altLang="zh-TW" sz="2000" b="1" dirty="0">
                <a:latin typeface="Consolas" pitchFamily="49" charset="0"/>
                <a:ea typeface="MS Gothic" pitchFamily="49" charset="-128"/>
              </a:rPr>
              <a:t>, k;</a:t>
            </a:r>
          </a:p>
          <a:p>
            <a:r>
              <a:rPr lang="en-US" altLang="zh-TW" sz="2000" b="1" dirty="0" err="1">
                <a:latin typeface="Consolas" pitchFamily="49" charset="0"/>
                <a:ea typeface="MS Gothic" pitchFamily="49" charset="-128"/>
              </a:rPr>
              <a:t>i</a:t>
            </a:r>
            <a:r>
              <a:rPr lang="en-US" altLang="zh-TW" sz="2000" b="1" dirty="0">
                <a:latin typeface="Consolas" pitchFamily="49" charset="0"/>
                <a:ea typeface="MS Gothic" pitchFamily="49" charset="-128"/>
              </a:rPr>
              <a:t> = 0;</a:t>
            </a:r>
          </a:p>
          <a:p>
            <a:r>
              <a:rPr lang="en-US" altLang="zh-TW" sz="2000" b="1" dirty="0">
                <a:latin typeface="Consolas" pitchFamily="49" charset="0"/>
                <a:ea typeface="MS Gothic" pitchFamily="49" charset="-128"/>
              </a:rPr>
              <a:t>k = </a:t>
            </a:r>
            <a:r>
              <a:rPr lang="en-US" altLang="zh-TW" sz="2000" b="1" dirty="0" err="1">
                <a:solidFill>
                  <a:schemeClr val="accent2"/>
                </a:solidFill>
                <a:latin typeface="Consolas" pitchFamily="49" charset="0"/>
                <a:ea typeface="MS Gothic" pitchFamily="49" charset="-128"/>
              </a:rPr>
              <a:t>i</a:t>
            </a:r>
            <a:r>
              <a:rPr lang="en-US" altLang="zh-TW" sz="2000" b="1" dirty="0">
                <a:solidFill>
                  <a:schemeClr val="accent2"/>
                </a:solidFill>
                <a:latin typeface="Consolas" pitchFamily="49" charset="0"/>
                <a:ea typeface="MS Gothic" pitchFamily="49" charset="-128"/>
              </a:rPr>
              <a:t>++</a:t>
            </a:r>
            <a:r>
              <a:rPr lang="en-US" altLang="zh-TW" sz="2000" b="1" dirty="0">
                <a:latin typeface="Consolas" pitchFamily="49" charset="0"/>
                <a:ea typeface="MS Gothic" pitchFamily="49" charset="-128"/>
              </a:rPr>
              <a:t>;</a:t>
            </a:r>
          </a:p>
          <a:p>
            <a:r>
              <a:rPr lang="en-US" altLang="zh-TW" sz="2000" b="1" dirty="0" err="1">
                <a:latin typeface="Consolas" pitchFamily="49" charset="0"/>
                <a:ea typeface="MS Gothic" pitchFamily="49" charset="-128"/>
              </a:rPr>
              <a:t>printf</a:t>
            </a:r>
            <a:r>
              <a:rPr lang="en-US" altLang="zh-TW" sz="2000" b="1" dirty="0">
                <a:latin typeface="Consolas" pitchFamily="49" charset="0"/>
                <a:ea typeface="MS Gothic" pitchFamily="49" charset="-128"/>
              </a:rPr>
              <a:t>("%d\n", </a:t>
            </a:r>
            <a:r>
              <a:rPr lang="en-US" altLang="zh-TW" sz="2000" b="1" dirty="0" err="1">
                <a:latin typeface="Consolas" pitchFamily="49" charset="0"/>
                <a:ea typeface="MS Gothic" pitchFamily="49" charset="-128"/>
              </a:rPr>
              <a:t>i</a:t>
            </a:r>
            <a:r>
              <a:rPr lang="en-US" altLang="zh-TW" sz="2000" b="1" dirty="0">
                <a:latin typeface="Consolas" pitchFamily="49" charset="0"/>
                <a:ea typeface="MS Gothic" pitchFamily="49" charset="-128"/>
              </a:rPr>
              <a:t>);</a:t>
            </a:r>
          </a:p>
          <a:p>
            <a:r>
              <a:rPr lang="en-US" altLang="zh-TW" sz="2000" b="1" dirty="0" err="1">
                <a:latin typeface="Consolas" pitchFamily="49" charset="0"/>
                <a:ea typeface="MS Gothic" pitchFamily="49" charset="-128"/>
              </a:rPr>
              <a:t>printf</a:t>
            </a:r>
            <a:r>
              <a:rPr lang="en-US" altLang="zh-TW" sz="2000" b="1" dirty="0">
                <a:latin typeface="Consolas" pitchFamily="49" charset="0"/>
                <a:ea typeface="MS Gothic" pitchFamily="49" charset="-128"/>
              </a:rPr>
              <a:t>("%d\n", k);</a:t>
            </a:r>
          </a:p>
          <a:p>
            <a:r>
              <a:rPr lang="en-US" altLang="zh-TW" sz="2000" b="1" dirty="0" err="1">
                <a:latin typeface="Consolas" pitchFamily="49" charset="0"/>
                <a:ea typeface="MS Gothic" pitchFamily="49" charset="-128"/>
              </a:rPr>
              <a:t>printf</a:t>
            </a:r>
            <a:r>
              <a:rPr lang="en-US" altLang="zh-TW" sz="2000" b="1" dirty="0">
                <a:latin typeface="Consolas" pitchFamily="49" charset="0"/>
                <a:ea typeface="MS Gothic" pitchFamily="49" charset="-128"/>
              </a:rPr>
              <a:t>("%d\n", </a:t>
            </a:r>
            <a:r>
              <a:rPr lang="en-US" altLang="zh-TW" sz="2000" b="1" dirty="0">
                <a:solidFill>
                  <a:schemeClr val="accent2"/>
                </a:solidFill>
                <a:latin typeface="Consolas" pitchFamily="49" charset="0"/>
                <a:ea typeface="MS Gothic" pitchFamily="49" charset="-128"/>
              </a:rPr>
              <a:t>k++</a:t>
            </a:r>
            <a:r>
              <a:rPr lang="en-US" altLang="zh-TW" sz="2000" b="1" dirty="0">
                <a:latin typeface="Consolas" pitchFamily="49" charset="0"/>
                <a:ea typeface="MS Gothic" pitchFamily="49" charset="-128"/>
              </a:rPr>
              <a:t>);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77000" y="4419600"/>
            <a:ext cx="1447800" cy="1066800"/>
          </a:xfrm>
          <a:prstGeom prst="roundRect">
            <a:avLst/>
          </a:prstGeom>
          <a:solidFill>
            <a:schemeClr val="accent4">
              <a:lumMod val="50000"/>
            </a:schemeClr>
          </a:solidFill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b="1">
                <a:solidFill>
                  <a:schemeClr val="bg1"/>
                </a:solidFill>
                <a:latin typeface="Consolas" pitchFamily="49" charset="0"/>
              </a:rPr>
              <a:t>1</a:t>
            </a:r>
          </a:p>
          <a:p>
            <a:r>
              <a:rPr lang="en-US" b="1">
                <a:solidFill>
                  <a:schemeClr val="bg1"/>
                </a:solidFill>
                <a:latin typeface="Consolas" pitchFamily="49" charset="0"/>
              </a:rPr>
              <a:t>0</a:t>
            </a:r>
          </a:p>
          <a:p>
            <a:r>
              <a:rPr lang="en-US" b="1">
                <a:solidFill>
                  <a:schemeClr val="bg1"/>
                </a:solidFill>
                <a:latin typeface="Consolas" pitchFamily="49" charset="0"/>
              </a:rPr>
              <a:t>0</a:t>
            </a:r>
          </a:p>
        </p:txBody>
      </p:sp>
      <p:sp>
        <p:nvSpPr>
          <p:cNvPr id="15" name="Title 1">
            <a:extLst>
              <a:ext uri="{FF2B5EF4-FFF2-40B4-BE49-F238E27FC236}">
                <a16:creationId xmlns:a16="http://schemas.microsoft.com/office/drawing/2014/main" id="{B3E0E00A-C209-2546-A9F9-38386B7F89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338" y="76200"/>
            <a:ext cx="8229600" cy="838200"/>
          </a:xfrm>
        </p:spPr>
        <p:txBody>
          <a:bodyPr>
            <a:normAutofit/>
          </a:bodyPr>
          <a:lstStyle/>
          <a:p>
            <a:r>
              <a:rPr lang="en-US" altLang="zh-TW" sz="4000" dirty="0">
                <a:ea typeface="新細明體" pitchFamily="18" charset="-120"/>
              </a:rPr>
              <a:t>More on Increment Operator</a:t>
            </a:r>
            <a:endParaRPr lang="en-US" sz="4000" dirty="0"/>
          </a:p>
        </p:txBody>
      </p:sp>
    </p:spTree>
    <p:extLst>
      <p:ext uri="{BB962C8B-B14F-4D97-AF65-F5344CB8AC3E}">
        <p14:creationId xmlns:p14="http://schemas.microsoft.com/office/powerpoint/2010/main" val="1672198233"/>
      </p:ext>
    </p:extLst>
  </p:cSld>
  <p:clrMapOvr>
    <a:masterClrMapping/>
  </p:clrMapOvr>
  <p:transition>
    <p:fade/>
  </p:transition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000" dirty="0"/>
              <a:t>Reading Assignment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C: How to Program, 8</a:t>
            </a:r>
            <a:r>
              <a:rPr lang="en-US" baseline="30000" dirty="0"/>
              <a:t>th</a:t>
            </a:r>
            <a:r>
              <a:rPr lang="en-US" dirty="0"/>
              <a:t> </a:t>
            </a:r>
            <a:r>
              <a:rPr lang="en-US" dirty="0" err="1"/>
              <a:t>ed</a:t>
            </a:r>
            <a:r>
              <a:rPr lang="en-US" dirty="0"/>
              <a:t>, </a:t>
            </a:r>
            <a:r>
              <a:rPr lang="en-US" dirty="0" err="1"/>
              <a:t>Deitel</a:t>
            </a:r>
            <a:r>
              <a:rPr lang="en-US" dirty="0"/>
              <a:t> and </a:t>
            </a:r>
            <a:r>
              <a:rPr lang="en-US" dirty="0" err="1"/>
              <a:t>Deitel</a:t>
            </a:r>
            <a:endParaRPr lang="en-US" dirty="0"/>
          </a:p>
          <a:p>
            <a:r>
              <a:rPr lang="en-US" dirty="0"/>
              <a:t>Chapter 2 Introduction to C Programming</a:t>
            </a:r>
          </a:p>
          <a:p>
            <a:pPr lvl="1"/>
            <a:r>
              <a:rPr lang="en-US" dirty="0"/>
              <a:t>Section 2.5</a:t>
            </a:r>
          </a:p>
          <a:p>
            <a:r>
              <a:rPr lang="en-US" dirty="0"/>
              <a:t>Chapter 3 Structured Program Development in C</a:t>
            </a:r>
          </a:p>
          <a:p>
            <a:pPr lvl="1"/>
            <a:r>
              <a:rPr lang="en-US" dirty="0"/>
              <a:t>Sections 3.11, 3.12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2A0C27-9874-4A2B-82B4-36D1DE995B6F}" type="slidenum">
              <a:rPr lang="en-US" smtClean="0"/>
              <a:pPr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4628793"/>
      </p:ext>
    </p:extLst>
  </p:cSld>
  <p:clrMapOvr>
    <a:masterClrMapping/>
  </p:clrMapOvr>
  <p:transition>
    <p:fade/>
  </p:transition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EFAULTFONTSIZE" val="10"/>
  <p:tag name="DEFAULTWIDTH" val="418"/>
  <p:tag name="DEFAULTHEIGHT" val="315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1323</TotalTime>
  <Words>2125</Words>
  <Application>Microsoft Office PowerPoint</Application>
  <PresentationFormat>如螢幕大小 (4:3)</PresentationFormat>
  <Paragraphs>351</Paragraphs>
  <Slides>24</Slides>
  <Notes>13</Notes>
  <HiddenSlides>0</HiddenSlides>
  <MMClips>0</MMClips>
  <ScaleCrop>false</ScaleCrop>
  <HeadingPairs>
    <vt:vector size="6" baseType="variant">
      <vt:variant>
        <vt:lpstr>使用字型</vt:lpstr>
      </vt:variant>
      <vt:variant>
        <vt:i4>5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24</vt:i4>
      </vt:variant>
    </vt:vector>
  </HeadingPairs>
  <TitlesOfParts>
    <vt:vector size="30" baseType="lpstr">
      <vt:lpstr>Arial</vt:lpstr>
      <vt:lpstr>Calibri</vt:lpstr>
      <vt:lpstr>Consolas</vt:lpstr>
      <vt:lpstr>Helvetica</vt:lpstr>
      <vt:lpstr>Wingdings</vt:lpstr>
      <vt:lpstr>Office Theme</vt:lpstr>
      <vt:lpstr>Operators</vt:lpstr>
      <vt:lpstr>Outline</vt:lpstr>
      <vt:lpstr>1. Operators</vt:lpstr>
      <vt:lpstr>1. Operators</vt:lpstr>
      <vt:lpstr>2. Arithmetic Operators</vt:lpstr>
      <vt:lpstr>2. Arithmetic Operators</vt:lpstr>
      <vt:lpstr>3. Operator Precedence &amp; Associativity</vt:lpstr>
      <vt:lpstr>3. Operator Precedence &amp; Associativity</vt:lpstr>
      <vt:lpstr>3. Operator Precedence &amp; Associativity</vt:lpstr>
      <vt:lpstr>3.1. Parentheses</vt:lpstr>
      <vt:lpstr>4. Expressions</vt:lpstr>
      <vt:lpstr>5. Assignment Operators</vt:lpstr>
      <vt:lpstr>PowerPoint 簡報</vt:lpstr>
      <vt:lpstr>PowerPoint 簡報</vt:lpstr>
      <vt:lpstr>5.1. Assignment Operators – Short Form</vt:lpstr>
      <vt:lpstr>6. Increment / Decrement Operator</vt:lpstr>
      <vt:lpstr>7. Swapping the value between two variables</vt:lpstr>
      <vt:lpstr>8. Some uses of Integer Division and Modulus Operators</vt:lpstr>
      <vt:lpstr>Summary</vt:lpstr>
      <vt:lpstr>Appendix (Optional Topics)</vt:lpstr>
      <vt:lpstr>More on Increment Operator</vt:lpstr>
      <vt:lpstr>More on Increment Operator</vt:lpstr>
      <vt:lpstr>More on Increment Operator</vt:lpstr>
      <vt:lpstr>Reading Assignment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Operators</dc:title>
  <cp:lastModifiedBy>Yim Pan CHUI</cp:lastModifiedBy>
  <cp:revision>1</cp:revision>
  <dcterms:created xsi:type="dcterms:W3CDTF">2011-07-19T12:51:33Z</dcterms:created>
  <dcterms:modified xsi:type="dcterms:W3CDTF">2024-01-16T01:21:58Z</dcterms:modified>
</cp:coreProperties>
</file>