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2"/>
    <p:sldId id="257" r:id="rId3"/>
    <p:sldId id="296" r:id="rId4"/>
    <p:sldId id="301" r:id="rId5"/>
    <p:sldId id="304" r:id="rId6"/>
    <p:sldId id="307" r:id="rId7"/>
    <p:sldId id="308" r:id="rId8"/>
    <p:sldId id="309" r:id="rId9"/>
    <p:sldId id="311" r:id="rId10"/>
    <p:sldId id="313" r:id="rId11"/>
    <p:sldId id="312" r:id="rId12"/>
    <p:sldId id="314" r:id="rId13"/>
    <p:sldId id="315" r:id="rId14"/>
    <p:sldId id="316" r:id="rId15"/>
    <p:sldId id="317" r:id="rId16"/>
    <p:sldId id="321" r:id="rId17"/>
    <p:sldId id="322" r:id="rId18"/>
    <p:sldId id="323" r:id="rId19"/>
    <p:sldId id="324" r:id="rId20"/>
    <p:sldId id="327" r:id="rId21"/>
    <p:sldId id="326" r:id="rId22"/>
    <p:sldId id="328" r:id="rId23"/>
    <p:sldId id="329" r:id="rId24"/>
    <p:sldId id="330" r:id="rId25"/>
    <p:sldId id="303" r:id="rId26"/>
    <p:sldId id="331" r:id="rId27"/>
    <p:sldId id="332" r:id="rId28"/>
    <p:sldId id="333" r:id="rId29"/>
    <p:sldId id="334" r:id="rId30"/>
    <p:sldId id="336" r:id="rId31"/>
    <p:sldId id="335" r:id="rId32"/>
    <p:sldId id="337" r:id="rId33"/>
  </p:sldIdLst>
  <p:sldSz cx="9144000" cy="6858000" type="screen4x3"/>
  <p:notesSz cx="6858000" cy="9144000"/>
  <p:custDataLst>
    <p:tags r:id="rId3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B"/>
    <a:srgbClr val="FF99FF"/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B09E54-D62B-44EE-BD0C-AB25E42C2C5C}" v="18" dt="2024-04-05T00:27:34.637"/>
    <p1510:client id="{BB34E489-5670-C54E-A4C2-DC92613446B3}" v="1" dt="2024-04-04T13:02:11.0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25" autoAdjust="0"/>
    <p:restoredTop sz="95073" autoAdjust="0"/>
  </p:normalViewPr>
  <p:slideViewPr>
    <p:cSldViewPr>
      <p:cViewPr varScale="1">
        <p:scale>
          <a:sx n="61" d="100"/>
          <a:sy n="61" d="100"/>
        </p:scale>
        <p:origin x="97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80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244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PF Fung (CSD)" userId="f1fbcc7d-b65c-4009-a6fb-0bd17f4bf7ea" providerId="ADAL" clId="{43B06302-E1E9-4536-9727-C3C67CBDB2BE}"/>
    <pc:docChg chg="undo redo custSel modSld">
      <pc:chgData name="Michael PF Fung (CSD)" userId="f1fbcc7d-b65c-4009-a6fb-0bd17f4bf7ea" providerId="ADAL" clId="{43B06302-E1E9-4536-9727-C3C67CBDB2BE}" dt="2023-11-15T07:58:52.640" v="241" actId="115"/>
      <pc:docMkLst>
        <pc:docMk/>
      </pc:docMkLst>
      <pc:sldChg chg="modSp mod">
        <pc:chgData name="Michael PF Fung (CSD)" userId="f1fbcc7d-b65c-4009-a6fb-0bd17f4bf7ea" providerId="ADAL" clId="{43B06302-E1E9-4536-9727-C3C67CBDB2BE}" dt="2023-11-15T07:52:17.853" v="29" actId="114"/>
        <pc:sldMkLst>
          <pc:docMk/>
          <pc:sldMk cId="1079446920" sldId="313"/>
        </pc:sldMkLst>
        <pc:spChg chg="mod">
          <ac:chgData name="Michael PF Fung (CSD)" userId="f1fbcc7d-b65c-4009-a6fb-0bd17f4bf7ea" providerId="ADAL" clId="{43B06302-E1E9-4536-9727-C3C67CBDB2BE}" dt="2023-11-15T07:52:17.853" v="29" actId="114"/>
          <ac:spMkLst>
            <pc:docMk/>
            <pc:sldMk cId="1079446920" sldId="313"/>
            <ac:spMk id="5124" creationId="{00000000-0000-0000-0000-000000000000}"/>
          </ac:spMkLst>
        </pc:spChg>
      </pc:sldChg>
      <pc:sldChg chg="modSp mod">
        <pc:chgData name="Michael PF Fung (CSD)" userId="f1fbcc7d-b65c-4009-a6fb-0bd17f4bf7ea" providerId="ADAL" clId="{43B06302-E1E9-4536-9727-C3C67CBDB2BE}" dt="2023-11-15T07:58:52.640" v="241" actId="115"/>
        <pc:sldMkLst>
          <pc:docMk/>
          <pc:sldMk cId="1401371354" sldId="331"/>
        </pc:sldMkLst>
        <pc:spChg chg="mod">
          <ac:chgData name="Michael PF Fung (CSD)" userId="f1fbcc7d-b65c-4009-a6fb-0bd17f4bf7ea" providerId="ADAL" clId="{43B06302-E1E9-4536-9727-C3C67CBDB2BE}" dt="2023-11-15T07:58:52.640" v="241" actId="115"/>
          <ac:spMkLst>
            <pc:docMk/>
            <pc:sldMk cId="1401371354" sldId="331"/>
            <ac:spMk id="3" creationId="{00000000-0000-0000-0000-000000000000}"/>
          </ac:spMkLst>
        </pc:spChg>
      </pc:sldChg>
    </pc:docChg>
  </pc:docChgLst>
  <pc:docChgLst>
    <pc:chgData name="Yim Pan Chui, Dr. (CSD)" userId="06f431c5-cc1a-4439-a61b-5f3af947c103" providerId="ADAL" clId="{BB34E489-5670-C54E-A4C2-DC92613446B3}"/>
    <pc:docChg chg="undo custSel modSld">
      <pc:chgData name="Yim Pan Chui, Dr. (CSD)" userId="06f431c5-cc1a-4439-a61b-5f3af947c103" providerId="ADAL" clId="{BB34E489-5670-C54E-A4C2-DC92613446B3}" dt="2024-04-04T15:00:50.723" v="180" actId="207"/>
      <pc:docMkLst>
        <pc:docMk/>
      </pc:docMkLst>
      <pc:sldChg chg="modSp mod">
        <pc:chgData name="Yim Pan Chui, Dr. (CSD)" userId="06f431c5-cc1a-4439-a61b-5f3af947c103" providerId="ADAL" clId="{BB34E489-5670-C54E-A4C2-DC92613446B3}" dt="2024-04-04T12:41:30.171" v="26" actId="13926"/>
        <pc:sldMkLst>
          <pc:docMk/>
          <pc:sldMk cId="1266582206" sldId="304"/>
        </pc:sldMkLst>
        <pc:spChg chg="mod">
          <ac:chgData name="Yim Pan Chui, Dr. (CSD)" userId="06f431c5-cc1a-4439-a61b-5f3af947c103" providerId="ADAL" clId="{BB34E489-5670-C54E-A4C2-DC92613446B3}" dt="2024-04-04T12:39:33.729" v="12" actId="14100"/>
          <ac:spMkLst>
            <pc:docMk/>
            <pc:sldMk cId="1266582206" sldId="304"/>
            <ac:spMk id="10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2:41:30.171" v="26" actId="13926"/>
          <ac:spMkLst>
            <pc:docMk/>
            <pc:sldMk cId="1266582206" sldId="304"/>
            <ac:spMk id="11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2:39:41.868" v="13" actId="13926"/>
          <ac:spMkLst>
            <pc:docMk/>
            <pc:sldMk cId="1266582206" sldId="304"/>
            <ac:spMk id="11268" creationId="{00000000-0000-0000-0000-000000000000}"/>
          </ac:spMkLst>
        </pc:spChg>
      </pc:sldChg>
      <pc:sldChg chg="modSp mod">
        <pc:chgData name="Yim Pan Chui, Dr. (CSD)" userId="06f431c5-cc1a-4439-a61b-5f3af947c103" providerId="ADAL" clId="{BB34E489-5670-C54E-A4C2-DC92613446B3}" dt="2024-04-04T12:42:13.463" v="28" actId="13926"/>
        <pc:sldMkLst>
          <pc:docMk/>
          <pc:sldMk cId="1153170759" sldId="307"/>
        </pc:sldMkLst>
        <pc:spChg chg="mod">
          <ac:chgData name="Yim Pan Chui, Dr. (CSD)" userId="06f431c5-cc1a-4439-a61b-5f3af947c103" providerId="ADAL" clId="{BB34E489-5670-C54E-A4C2-DC92613446B3}" dt="2024-04-04T12:42:13.463" v="28" actId="13926"/>
          <ac:spMkLst>
            <pc:docMk/>
            <pc:sldMk cId="1153170759" sldId="307"/>
            <ac:spMk id="11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2:39:48.169" v="14" actId="13926"/>
          <ac:spMkLst>
            <pc:docMk/>
            <pc:sldMk cId="1153170759" sldId="307"/>
            <ac:spMk id="11268" creationId="{00000000-0000-0000-0000-000000000000}"/>
          </ac:spMkLst>
        </pc:spChg>
      </pc:sldChg>
      <pc:sldChg chg="modSp mod">
        <pc:chgData name="Yim Pan Chui, Dr. (CSD)" userId="06f431c5-cc1a-4439-a61b-5f3af947c103" providerId="ADAL" clId="{BB34E489-5670-C54E-A4C2-DC92613446B3}" dt="2024-04-04T12:40:59.452" v="23" actId="13926"/>
        <pc:sldMkLst>
          <pc:docMk/>
          <pc:sldMk cId="4099913883" sldId="308"/>
        </pc:sldMkLst>
        <pc:spChg chg="mod">
          <ac:chgData name="Yim Pan Chui, Dr. (CSD)" userId="06f431c5-cc1a-4439-a61b-5f3af947c103" providerId="ADAL" clId="{BB34E489-5670-C54E-A4C2-DC92613446B3}" dt="2024-04-04T12:40:23.597" v="16" actId="14100"/>
          <ac:spMkLst>
            <pc:docMk/>
            <pc:sldMk cId="4099913883" sldId="308"/>
            <ac:spMk id="10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2:40:59.452" v="23" actId="13926"/>
          <ac:spMkLst>
            <pc:docMk/>
            <pc:sldMk cId="4099913883" sldId="308"/>
            <ac:spMk id="28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2:40:33.951" v="18" actId="13926"/>
          <ac:spMkLst>
            <pc:docMk/>
            <pc:sldMk cId="4099913883" sldId="308"/>
            <ac:spMk id="11268" creationId="{00000000-0000-0000-0000-000000000000}"/>
          </ac:spMkLst>
        </pc:spChg>
      </pc:sldChg>
      <pc:sldChg chg="modSp mod">
        <pc:chgData name="Yim Pan Chui, Dr. (CSD)" userId="06f431c5-cc1a-4439-a61b-5f3af947c103" providerId="ADAL" clId="{BB34E489-5670-C54E-A4C2-DC92613446B3}" dt="2024-04-04T12:37:45.671" v="7" actId="13926"/>
        <pc:sldMkLst>
          <pc:docMk/>
          <pc:sldMk cId="3442473780" sldId="309"/>
        </pc:sldMkLst>
        <pc:spChg chg="mod">
          <ac:chgData name="Yim Pan Chui, Dr. (CSD)" userId="06f431c5-cc1a-4439-a61b-5f3af947c103" providerId="ADAL" clId="{BB34E489-5670-C54E-A4C2-DC92613446B3}" dt="2024-04-04T12:37:45.671" v="7" actId="13926"/>
          <ac:spMkLst>
            <pc:docMk/>
            <pc:sldMk cId="3442473780" sldId="309"/>
            <ac:spMk id="23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2:37:29.675" v="5" actId="13926"/>
          <ac:spMkLst>
            <pc:docMk/>
            <pc:sldMk cId="3442473780" sldId="309"/>
            <ac:spMk id="24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2:37:24.388" v="4" actId="13926"/>
          <ac:spMkLst>
            <pc:docMk/>
            <pc:sldMk cId="3442473780" sldId="309"/>
            <ac:spMk id="11268" creationId="{00000000-0000-0000-0000-000000000000}"/>
          </ac:spMkLst>
        </pc:spChg>
      </pc:sldChg>
      <pc:sldChg chg="modSp mod">
        <pc:chgData name="Yim Pan Chui, Dr. (CSD)" userId="06f431c5-cc1a-4439-a61b-5f3af947c103" providerId="ADAL" clId="{BB34E489-5670-C54E-A4C2-DC92613446B3}" dt="2024-04-04T12:44:38.217" v="42" actId="13926"/>
        <pc:sldMkLst>
          <pc:docMk/>
          <pc:sldMk cId="200153780" sldId="311"/>
        </pc:sldMkLst>
        <pc:spChg chg="mod">
          <ac:chgData name="Yim Pan Chui, Dr. (CSD)" userId="06f431c5-cc1a-4439-a61b-5f3af947c103" providerId="ADAL" clId="{BB34E489-5670-C54E-A4C2-DC92613446B3}" dt="2024-04-04T12:44:38.217" v="42" actId="13926"/>
          <ac:spMkLst>
            <pc:docMk/>
            <pc:sldMk cId="200153780" sldId="311"/>
            <ac:spMk id="23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2:44:17.978" v="38" actId="13926"/>
          <ac:spMkLst>
            <pc:docMk/>
            <pc:sldMk cId="200153780" sldId="311"/>
            <ac:spMk id="11268" creationId="{00000000-0000-0000-0000-000000000000}"/>
          </ac:spMkLst>
        </pc:spChg>
      </pc:sldChg>
      <pc:sldChg chg="modSp mod">
        <pc:chgData name="Yim Pan Chui, Dr. (CSD)" userId="06f431c5-cc1a-4439-a61b-5f3af947c103" providerId="ADAL" clId="{BB34E489-5670-C54E-A4C2-DC92613446B3}" dt="2024-04-04T12:47:19.231" v="53" actId="13926"/>
        <pc:sldMkLst>
          <pc:docMk/>
          <pc:sldMk cId="4031469061" sldId="312"/>
        </pc:sldMkLst>
        <pc:spChg chg="mod">
          <ac:chgData name="Yim Pan Chui, Dr. (CSD)" userId="06f431c5-cc1a-4439-a61b-5f3af947c103" providerId="ADAL" clId="{BB34E489-5670-C54E-A4C2-DC92613446B3}" dt="2024-04-04T12:47:19.231" v="53" actId="13926"/>
          <ac:spMkLst>
            <pc:docMk/>
            <pc:sldMk cId="4031469061" sldId="312"/>
            <ac:spMk id="11268" creationId="{00000000-0000-0000-0000-000000000000}"/>
          </ac:spMkLst>
        </pc:spChg>
      </pc:sldChg>
      <pc:sldChg chg="modSp mod">
        <pc:chgData name="Yim Pan Chui, Dr. (CSD)" userId="06f431c5-cc1a-4439-a61b-5f3af947c103" providerId="ADAL" clId="{BB34E489-5670-C54E-A4C2-DC92613446B3}" dt="2024-04-04T13:01:06.360" v="95" actId="13926"/>
        <pc:sldMkLst>
          <pc:docMk/>
          <pc:sldMk cId="3279436116" sldId="314"/>
        </pc:sldMkLst>
        <pc:spChg chg="mod">
          <ac:chgData name="Yim Pan Chui, Dr. (CSD)" userId="06f431c5-cc1a-4439-a61b-5f3af947c103" providerId="ADAL" clId="{BB34E489-5670-C54E-A4C2-DC92613446B3}" dt="2024-04-04T13:01:06.360" v="95" actId="13926"/>
          <ac:spMkLst>
            <pc:docMk/>
            <pc:sldMk cId="3279436116" sldId="314"/>
            <ac:spMk id="11268" creationId="{00000000-0000-0000-0000-000000000000}"/>
          </ac:spMkLst>
        </pc:spChg>
      </pc:sldChg>
      <pc:sldChg chg="modSp mod">
        <pc:chgData name="Yim Pan Chui, Dr. (CSD)" userId="06f431c5-cc1a-4439-a61b-5f3af947c103" providerId="ADAL" clId="{BB34E489-5670-C54E-A4C2-DC92613446B3}" dt="2024-04-04T13:01:13.437" v="96" actId="13926"/>
        <pc:sldMkLst>
          <pc:docMk/>
          <pc:sldMk cId="1304591713" sldId="315"/>
        </pc:sldMkLst>
        <pc:spChg chg="mod">
          <ac:chgData name="Yim Pan Chui, Dr. (CSD)" userId="06f431c5-cc1a-4439-a61b-5f3af947c103" providerId="ADAL" clId="{BB34E489-5670-C54E-A4C2-DC92613446B3}" dt="2024-04-04T13:01:13.437" v="96" actId="13926"/>
          <ac:spMkLst>
            <pc:docMk/>
            <pc:sldMk cId="1304591713" sldId="315"/>
            <ac:spMk id="11268" creationId="{00000000-0000-0000-0000-000000000000}"/>
          </ac:spMkLst>
        </pc:spChg>
      </pc:sldChg>
      <pc:sldChg chg="modSp mod">
        <pc:chgData name="Yim Pan Chui, Dr. (CSD)" userId="06f431c5-cc1a-4439-a61b-5f3af947c103" providerId="ADAL" clId="{BB34E489-5670-C54E-A4C2-DC92613446B3}" dt="2024-04-04T12:52:47.753" v="86" actId="13926"/>
        <pc:sldMkLst>
          <pc:docMk/>
          <pc:sldMk cId="2946785583" sldId="321"/>
        </pc:sldMkLst>
        <pc:spChg chg="mod">
          <ac:chgData name="Yim Pan Chui, Dr. (CSD)" userId="06f431c5-cc1a-4439-a61b-5f3af947c103" providerId="ADAL" clId="{BB34E489-5670-C54E-A4C2-DC92613446B3}" dt="2024-04-04T12:52:47.753" v="86" actId="13926"/>
          <ac:spMkLst>
            <pc:docMk/>
            <pc:sldMk cId="2946785583" sldId="321"/>
            <ac:spMk id="11268" creationId="{00000000-0000-0000-0000-000000000000}"/>
          </ac:spMkLst>
        </pc:spChg>
      </pc:sldChg>
      <pc:sldChg chg="modSp mod">
        <pc:chgData name="Yim Pan Chui, Dr. (CSD)" userId="06f431c5-cc1a-4439-a61b-5f3af947c103" providerId="ADAL" clId="{BB34E489-5670-C54E-A4C2-DC92613446B3}" dt="2024-04-04T12:53:45.666" v="93" actId="13926"/>
        <pc:sldMkLst>
          <pc:docMk/>
          <pc:sldMk cId="3137544686" sldId="322"/>
        </pc:sldMkLst>
        <pc:spChg chg="mod">
          <ac:chgData name="Yim Pan Chui, Dr. (CSD)" userId="06f431c5-cc1a-4439-a61b-5f3af947c103" providerId="ADAL" clId="{BB34E489-5670-C54E-A4C2-DC92613446B3}" dt="2024-04-04T12:53:45.666" v="93" actId="13926"/>
          <ac:spMkLst>
            <pc:docMk/>
            <pc:sldMk cId="3137544686" sldId="322"/>
            <ac:spMk id="11268" creationId="{00000000-0000-0000-0000-000000000000}"/>
          </ac:spMkLst>
        </pc:spChg>
      </pc:sldChg>
      <pc:sldChg chg="modSp mod">
        <pc:chgData name="Yim Pan Chui, Dr. (CSD)" userId="06f431c5-cc1a-4439-a61b-5f3af947c103" providerId="ADAL" clId="{BB34E489-5670-C54E-A4C2-DC92613446B3}" dt="2024-04-04T12:52:26.793" v="84" actId="13926"/>
        <pc:sldMkLst>
          <pc:docMk/>
          <pc:sldMk cId="4090724369" sldId="323"/>
        </pc:sldMkLst>
        <pc:spChg chg="mod">
          <ac:chgData name="Yim Pan Chui, Dr. (CSD)" userId="06f431c5-cc1a-4439-a61b-5f3af947c103" providerId="ADAL" clId="{BB34E489-5670-C54E-A4C2-DC92613446B3}" dt="2024-04-04T12:52:26.793" v="84" actId="13926"/>
          <ac:spMkLst>
            <pc:docMk/>
            <pc:sldMk cId="4090724369" sldId="323"/>
            <ac:spMk id="11268" creationId="{00000000-0000-0000-0000-000000000000}"/>
          </ac:spMkLst>
        </pc:spChg>
      </pc:sldChg>
      <pc:sldChg chg="addSp delSp modSp mod">
        <pc:chgData name="Yim Pan Chui, Dr. (CSD)" userId="06f431c5-cc1a-4439-a61b-5f3af947c103" providerId="ADAL" clId="{BB34E489-5670-C54E-A4C2-DC92613446B3}" dt="2024-04-04T13:02:20.170" v="107" actId="478"/>
        <pc:sldMkLst>
          <pc:docMk/>
          <pc:sldMk cId="1952457472" sldId="324"/>
        </pc:sldMkLst>
        <pc:spChg chg="add mod">
          <ac:chgData name="Yim Pan Chui, Dr. (CSD)" userId="06f431c5-cc1a-4439-a61b-5f3af947c103" providerId="ADAL" clId="{BB34E489-5670-C54E-A4C2-DC92613446B3}" dt="2024-04-04T13:02:11.021" v="103"/>
          <ac:spMkLst>
            <pc:docMk/>
            <pc:sldMk cId="1952457472" sldId="324"/>
            <ac:spMk id="2" creationId="{FB0B7D8F-CC2B-E594-C271-A78729863E84}"/>
          </ac:spMkLst>
        </pc:spChg>
        <pc:spChg chg="add mod">
          <ac:chgData name="Yim Pan Chui, Dr. (CSD)" userId="06f431c5-cc1a-4439-a61b-5f3af947c103" providerId="ADAL" clId="{BB34E489-5670-C54E-A4C2-DC92613446B3}" dt="2024-04-04T13:02:11.021" v="103"/>
          <ac:spMkLst>
            <pc:docMk/>
            <pc:sldMk cId="1952457472" sldId="324"/>
            <ac:spMk id="3" creationId="{46F532BD-840A-4F69-9FEA-936F883F63D5}"/>
          </ac:spMkLst>
        </pc:spChg>
        <pc:spChg chg="add mod">
          <ac:chgData name="Yim Pan Chui, Dr. (CSD)" userId="06f431c5-cc1a-4439-a61b-5f3af947c103" providerId="ADAL" clId="{BB34E489-5670-C54E-A4C2-DC92613446B3}" dt="2024-04-04T13:02:11.021" v="103"/>
          <ac:spMkLst>
            <pc:docMk/>
            <pc:sldMk cId="1952457472" sldId="324"/>
            <ac:spMk id="4" creationId="{AB6D5676-C93B-60BA-DB55-80AA97EE6AA4}"/>
          </ac:spMkLst>
        </pc:spChg>
        <pc:spChg chg="add mod">
          <ac:chgData name="Yim Pan Chui, Dr. (CSD)" userId="06f431c5-cc1a-4439-a61b-5f3af947c103" providerId="ADAL" clId="{BB34E489-5670-C54E-A4C2-DC92613446B3}" dt="2024-04-04T13:02:11.021" v="103"/>
          <ac:spMkLst>
            <pc:docMk/>
            <pc:sldMk cId="1952457472" sldId="324"/>
            <ac:spMk id="5" creationId="{82164D4E-F381-BD41-60FD-FEF5EE0E5797}"/>
          </ac:spMkLst>
        </pc:spChg>
        <pc:spChg chg="add mod">
          <ac:chgData name="Yim Pan Chui, Dr. (CSD)" userId="06f431c5-cc1a-4439-a61b-5f3af947c103" providerId="ADAL" clId="{BB34E489-5670-C54E-A4C2-DC92613446B3}" dt="2024-04-04T13:02:11.021" v="103"/>
          <ac:spMkLst>
            <pc:docMk/>
            <pc:sldMk cId="1952457472" sldId="324"/>
            <ac:spMk id="6" creationId="{AB50553E-8C0F-7BB4-0065-22C3F7A0FF3A}"/>
          </ac:spMkLst>
        </pc:spChg>
        <pc:spChg chg="add mod">
          <ac:chgData name="Yim Pan Chui, Dr. (CSD)" userId="06f431c5-cc1a-4439-a61b-5f3af947c103" providerId="ADAL" clId="{BB34E489-5670-C54E-A4C2-DC92613446B3}" dt="2024-04-04T13:02:11.021" v="103"/>
          <ac:spMkLst>
            <pc:docMk/>
            <pc:sldMk cId="1952457472" sldId="324"/>
            <ac:spMk id="9" creationId="{71558A8B-790C-0203-560E-3FAB21874993}"/>
          </ac:spMkLst>
        </pc:spChg>
        <pc:spChg chg="add mod">
          <ac:chgData name="Yim Pan Chui, Dr. (CSD)" userId="06f431c5-cc1a-4439-a61b-5f3af947c103" providerId="ADAL" clId="{BB34E489-5670-C54E-A4C2-DC92613446B3}" dt="2024-04-04T13:02:11.021" v="103"/>
          <ac:spMkLst>
            <pc:docMk/>
            <pc:sldMk cId="1952457472" sldId="324"/>
            <ac:spMk id="10" creationId="{2DCBC1D2-D99C-0883-CECE-E65489AD3F0E}"/>
          </ac:spMkLst>
        </pc:spChg>
        <pc:spChg chg="add del mod">
          <ac:chgData name="Yim Pan Chui, Dr. (CSD)" userId="06f431c5-cc1a-4439-a61b-5f3af947c103" providerId="ADAL" clId="{BB34E489-5670-C54E-A4C2-DC92613446B3}" dt="2024-04-04T13:02:15.487" v="104" actId="478"/>
          <ac:spMkLst>
            <pc:docMk/>
            <pc:sldMk cId="1952457472" sldId="324"/>
            <ac:spMk id="11" creationId="{B5069CD6-B0FB-4490-42DD-ADEB2925F7F9}"/>
          </ac:spMkLst>
        </pc:spChg>
        <pc:spChg chg="add del mod">
          <ac:chgData name="Yim Pan Chui, Dr. (CSD)" userId="06f431c5-cc1a-4439-a61b-5f3af947c103" providerId="ADAL" clId="{BB34E489-5670-C54E-A4C2-DC92613446B3}" dt="2024-04-04T13:02:20.170" v="107" actId="478"/>
          <ac:spMkLst>
            <pc:docMk/>
            <pc:sldMk cId="1952457472" sldId="324"/>
            <ac:spMk id="12" creationId="{81D2ABE8-4676-20E8-D66C-3FF712226F9C}"/>
          </ac:spMkLst>
        </pc:spChg>
        <pc:spChg chg="add del mod">
          <ac:chgData name="Yim Pan Chui, Dr. (CSD)" userId="06f431c5-cc1a-4439-a61b-5f3af947c103" providerId="ADAL" clId="{BB34E489-5670-C54E-A4C2-DC92613446B3}" dt="2024-04-04T13:02:15.487" v="104" actId="478"/>
          <ac:spMkLst>
            <pc:docMk/>
            <pc:sldMk cId="1952457472" sldId="324"/>
            <ac:spMk id="13" creationId="{3E10FAB6-D0F0-961A-5AAD-7834A0B20EF5}"/>
          </ac:spMkLst>
        </pc:spChg>
        <pc:spChg chg="add del mod">
          <ac:chgData name="Yim Pan Chui, Dr. (CSD)" userId="06f431c5-cc1a-4439-a61b-5f3af947c103" providerId="ADAL" clId="{BB34E489-5670-C54E-A4C2-DC92613446B3}" dt="2024-04-04T13:02:15.487" v="104" actId="478"/>
          <ac:spMkLst>
            <pc:docMk/>
            <pc:sldMk cId="1952457472" sldId="324"/>
            <ac:spMk id="14" creationId="{F02354F0-8F38-385E-D275-00270BDB20F7}"/>
          </ac:spMkLst>
        </pc:spChg>
        <pc:spChg chg="add mod">
          <ac:chgData name="Yim Pan Chui, Dr. (CSD)" userId="06f431c5-cc1a-4439-a61b-5f3af947c103" providerId="ADAL" clId="{BB34E489-5670-C54E-A4C2-DC92613446B3}" dt="2024-04-04T13:02:11.021" v="103"/>
          <ac:spMkLst>
            <pc:docMk/>
            <pc:sldMk cId="1952457472" sldId="324"/>
            <ac:spMk id="15" creationId="{56E753E0-7FF0-1A6C-68DF-296A6BD39EDF}"/>
          </ac:spMkLst>
        </pc:spChg>
        <pc:spChg chg="add mod">
          <ac:chgData name="Yim Pan Chui, Dr. (CSD)" userId="06f431c5-cc1a-4439-a61b-5f3af947c103" providerId="ADAL" clId="{BB34E489-5670-C54E-A4C2-DC92613446B3}" dt="2024-04-04T13:02:11.021" v="103"/>
          <ac:spMkLst>
            <pc:docMk/>
            <pc:sldMk cId="1952457472" sldId="324"/>
            <ac:spMk id="16" creationId="{52E70334-19B6-1011-4991-3A2BE912A936}"/>
          </ac:spMkLst>
        </pc:spChg>
        <pc:spChg chg="add mod">
          <ac:chgData name="Yim Pan Chui, Dr. (CSD)" userId="06f431c5-cc1a-4439-a61b-5f3af947c103" providerId="ADAL" clId="{BB34E489-5670-C54E-A4C2-DC92613446B3}" dt="2024-04-04T13:02:11.021" v="103"/>
          <ac:spMkLst>
            <pc:docMk/>
            <pc:sldMk cId="1952457472" sldId="324"/>
            <ac:spMk id="17" creationId="{D3339360-8D16-E709-270B-73D789788BED}"/>
          </ac:spMkLst>
        </pc:spChg>
        <pc:spChg chg="add del mod">
          <ac:chgData name="Yim Pan Chui, Dr. (CSD)" userId="06f431c5-cc1a-4439-a61b-5f3af947c103" providerId="ADAL" clId="{BB34E489-5670-C54E-A4C2-DC92613446B3}" dt="2024-04-04T13:02:16.748" v="105" actId="478"/>
          <ac:spMkLst>
            <pc:docMk/>
            <pc:sldMk cId="1952457472" sldId="324"/>
            <ac:spMk id="18" creationId="{DA24007C-3A57-5410-2A30-5F88D3D42DE5}"/>
          </ac:spMkLst>
        </pc:spChg>
        <pc:spChg chg="add del mod">
          <ac:chgData name="Yim Pan Chui, Dr. (CSD)" userId="06f431c5-cc1a-4439-a61b-5f3af947c103" providerId="ADAL" clId="{BB34E489-5670-C54E-A4C2-DC92613446B3}" dt="2024-04-04T13:02:18.181" v="106" actId="478"/>
          <ac:spMkLst>
            <pc:docMk/>
            <pc:sldMk cId="1952457472" sldId="324"/>
            <ac:spMk id="19" creationId="{50E20105-FE29-C82E-F8E2-57D5F306CBD7}"/>
          </ac:spMkLst>
        </pc:spChg>
        <pc:spChg chg="mod">
          <ac:chgData name="Yim Pan Chui, Dr. (CSD)" userId="06f431c5-cc1a-4439-a61b-5f3af947c103" providerId="ADAL" clId="{BB34E489-5670-C54E-A4C2-DC92613446B3}" dt="2024-04-04T13:01:54.056" v="102" actId="13926"/>
          <ac:spMkLst>
            <pc:docMk/>
            <pc:sldMk cId="1952457472" sldId="324"/>
            <ac:spMk id="11268" creationId="{00000000-0000-0000-0000-000000000000}"/>
          </ac:spMkLst>
        </pc:spChg>
      </pc:sldChg>
      <pc:sldChg chg="addSp delSp modSp mod">
        <pc:chgData name="Yim Pan Chui, Dr. (CSD)" userId="06f431c5-cc1a-4439-a61b-5f3af947c103" providerId="ADAL" clId="{BB34E489-5670-C54E-A4C2-DC92613446B3}" dt="2024-04-04T15:00:50.723" v="180" actId="207"/>
        <pc:sldMkLst>
          <pc:docMk/>
          <pc:sldMk cId="2295997038" sldId="326"/>
        </pc:sldMkLst>
        <pc:spChg chg="add del">
          <ac:chgData name="Yim Pan Chui, Dr. (CSD)" userId="06f431c5-cc1a-4439-a61b-5f3af947c103" providerId="ADAL" clId="{BB34E489-5670-C54E-A4C2-DC92613446B3}" dt="2024-04-04T15:00:43.215" v="179" actId="22"/>
          <ac:spMkLst>
            <pc:docMk/>
            <pc:sldMk cId="2295997038" sldId="326"/>
            <ac:spMk id="3" creationId="{11D81B3D-01F8-25A7-4DA2-E12DAEF36B1D}"/>
          </ac:spMkLst>
        </pc:spChg>
        <pc:spChg chg="mod">
          <ac:chgData name="Yim Pan Chui, Dr. (CSD)" userId="06f431c5-cc1a-4439-a61b-5f3af947c103" providerId="ADAL" clId="{BB34E489-5670-C54E-A4C2-DC92613446B3}" dt="2024-04-04T15:00:50.723" v="180" actId="207"/>
          <ac:spMkLst>
            <pc:docMk/>
            <pc:sldMk cId="2295997038" sldId="326"/>
            <ac:spMk id="11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5:00:50.723" v="180" actId="207"/>
          <ac:spMkLst>
            <pc:docMk/>
            <pc:sldMk cId="2295997038" sldId="326"/>
            <ac:spMk id="13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5:00:50.723" v="180" actId="207"/>
          <ac:spMkLst>
            <pc:docMk/>
            <pc:sldMk cId="2295997038" sldId="326"/>
            <ac:spMk id="32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5:00:50.723" v="180" actId="207"/>
          <ac:spMkLst>
            <pc:docMk/>
            <pc:sldMk cId="2295997038" sldId="326"/>
            <ac:spMk id="36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5:00:50.723" v="180" actId="207"/>
          <ac:spMkLst>
            <pc:docMk/>
            <pc:sldMk cId="2295997038" sldId="326"/>
            <ac:spMk id="38" creationId="{00000000-0000-0000-0000-000000000000}"/>
          </ac:spMkLst>
        </pc:spChg>
      </pc:sldChg>
      <pc:sldChg chg="modSp mod">
        <pc:chgData name="Yim Pan Chui, Dr. (CSD)" userId="06f431c5-cc1a-4439-a61b-5f3af947c103" providerId="ADAL" clId="{BB34E489-5670-C54E-A4C2-DC92613446B3}" dt="2024-04-04T13:09:12.230" v="135"/>
        <pc:sldMkLst>
          <pc:docMk/>
          <pc:sldMk cId="719137463" sldId="327"/>
        </pc:sldMkLst>
        <pc:spChg chg="mod">
          <ac:chgData name="Yim Pan Chui, Dr. (CSD)" userId="06f431c5-cc1a-4439-a61b-5f3af947c103" providerId="ADAL" clId="{BB34E489-5670-C54E-A4C2-DC92613446B3}" dt="2024-04-04T13:09:12.230" v="135"/>
          <ac:spMkLst>
            <pc:docMk/>
            <pc:sldMk cId="719137463" sldId="327"/>
            <ac:spMk id="8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3:09:01.238" v="134"/>
          <ac:spMkLst>
            <pc:docMk/>
            <pc:sldMk cId="719137463" sldId="327"/>
            <ac:spMk id="25" creationId="{00000000-0000-0000-0000-000000000000}"/>
          </ac:spMkLst>
        </pc:spChg>
      </pc:sldChg>
      <pc:sldChg chg="modSp mod">
        <pc:chgData name="Yim Pan Chui, Dr. (CSD)" userId="06f431c5-cc1a-4439-a61b-5f3af947c103" providerId="ADAL" clId="{BB34E489-5670-C54E-A4C2-DC92613446B3}" dt="2024-04-04T14:59:56.730" v="172" actId="207"/>
        <pc:sldMkLst>
          <pc:docMk/>
          <pc:sldMk cId="3012029893" sldId="328"/>
        </pc:sldMkLst>
        <pc:spChg chg="mod">
          <ac:chgData name="Yim Pan Chui, Dr. (CSD)" userId="06f431c5-cc1a-4439-a61b-5f3af947c103" providerId="ADAL" clId="{BB34E489-5670-C54E-A4C2-DC92613446B3}" dt="2024-04-04T13:09:44.718" v="137" actId="13926"/>
          <ac:spMkLst>
            <pc:docMk/>
            <pc:sldMk cId="3012029893" sldId="328"/>
            <ac:spMk id="8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4:59:56.730" v="172" actId="207"/>
          <ac:spMkLst>
            <pc:docMk/>
            <pc:sldMk cId="3012029893" sldId="328"/>
            <ac:spMk id="11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4:59:56.730" v="172" actId="207"/>
          <ac:spMkLst>
            <pc:docMk/>
            <pc:sldMk cId="3012029893" sldId="328"/>
            <ac:spMk id="13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3:09:59.298" v="139" actId="13926"/>
          <ac:spMkLst>
            <pc:docMk/>
            <pc:sldMk cId="3012029893" sldId="328"/>
            <ac:spMk id="25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4:59:56.730" v="172" actId="207"/>
          <ac:spMkLst>
            <pc:docMk/>
            <pc:sldMk cId="3012029893" sldId="328"/>
            <ac:spMk id="32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4:59:56.730" v="172" actId="207"/>
          <ac:spMkLst>
            <pc:docMk/>
            <pc:sldMk cId="3012029893" sldId="328"/>
            <ac:spMk id="36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4:59:56.730" v="172" actId="207"/>
          <ac:spMkLst>
            <pc:docMk/>
            <pc:sldMk cId="3012029893" sldId="328"/>
            <ac:spMk id="38" creationId="{00000000-0000-0000-0000-000000000000}"/>
          </ac:spMkLst>
        </pc:spChg>
      </pc:sldChg>
      <pc:sldChg chg="modSp mod">
        <pc:chgData name="Yim Pan Chui, Dr. (CSD)" userId="06f431c5-cc1a-4439-a61b-5f3af947c103" providerId="ADAL" clId="{BB34E489-5670-C54E-A4C2-DC92613446B3}" dt="2024-04-04T14:58:47.928" v="171" actId="207"/>
        <pc:sldMkLst>
          <pc:docMk/>
          <pc:sldMk cId="3255790992" sldId="329"/>
        </pc:sldMkLst>
        <pc:spChg chg="mod">
          <ac:chgData name="Yim Pan Chui, Dr. (CSD)" userId="06f431c5-cc1a-4439-a61b-5f3af947c103" providerId="ADAL" clId="{BB34E489-5670-C54E-A4C2-DC92613446B3}" dt="2024-04-04T13:10:39.265" v="141" actId="13926"/>
          <ac:spMkLst>
            <pc:docMk/>
            <pc:sldMk cId="3255790992" sldId="329"/>
            <ac:spMk id="8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3:15:22.401" v="161" actId="207"/>
          <ac:spMkLst>
            <pc:docMk/>
            <pc:sldMk cId="3255790992" sldId="329"/>
            <ac:spMk id="9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4:58:47.928" v="171" actId="207"/>
          <ac:spMkLst>
            <pc:docMk/>
            <pc:sldMk cId="3255790992" sldId="329"/>
            <ac:spMk id="11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4:58:47.928" v="171" actId="207"/>
          <ac:spMkLst>
            <pc:docMk/>
            <pc:sldMk cId="3255790992" sldId="329"/>
            <ac:spMk id="13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3:15:21.973" v="160" actId="207"/>
          <ac:spMkLst>
            <pc:docMk/>
            <pc:sldMk cId="3255790992" sldId="329"/>
            <ac:spMk id="15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3:11:36.309" v="152" actId="13926"/>
          <ac:spMkLst>
            <pc:docMk/>
            <pc:sldMk cId="3255790992" sldId="329"/>
            <ac:spMk id="25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3:11:41.864" v="153" actId="1035"/>
          <ac:spMkLst>
            <pc:docMk/>
            <pc:sldMk cId="3255790992" sldId="329"/>
            <ac:spMk id="31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4:58:47.928" v="171" actId="207"/>
          <ac:spMkLst>
            <pc:docMk/>
            <pc:sldMk cId="3255790992" sldId="329"/>
            <ac:spMk id="32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3:15:31.916" v="162" actId="207"/>
          <ac:spMkLst>
            <pc:docMk/>
            <pc:sldMk cId="3255790992" sldId="329"/>
            <ac:spMk id="34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4:58:47.928" v="171" actId="207"/>
          <ac:spMkLst>
            <pc:docMk/>
            <pc:sldMk cId="3255790992" sldId="329"/>
            <ac:spMk id="36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4:58:47.928" v="171" actId="207"/>
          <ac:spMkLst>
            <pc:docMk/>
            <pc:sldMk cId="3255790992" sldId="329"/>
            <ac:spMk id="38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3:15:40.665" v="164" actId="207"/>
          <ac:spMkLst>
            <pc:docMk/>
            <pc:sldMk cId="3255790992" sldId="329"/>
            <ac:spMk id="40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3:15:44.198" v="165" actId="207"/>
          <ac:spMkLst>
            <pc:docMk/>
            <pc:sldMk cId="3255790992" sldId="329"/>
            <ac:spMk id="48" creationId="{00000000-0000-0000-0000-000000000000}"/>
          </ac:spMkLst>
        </pc:spChg>
      </pc:sldChg>
      <pc:sldChg chg="addSp delSp modSp mod">
        <pc:chgData name="Yim Pan Chui, Dr. (CSD)" userId="06f431c5-cc1a-4439-a61b-5f3af947c103" providerId="ADAL" clId="{BB34E489-5670-C54E-A4C2-DC92613446B3}" dt="2024-04-04T15:00:26.197" v="177" actId="207"/>
        <pc:sldMkLst>
          <pc:docMk/>
          <pc:sldMk cId="2496836137" sldId="330"/>
        </pc:sldMkLst>
        <pc:spChg chg="add del mod">
          <ac:chgData name="Yim Pan Chui, Dr. (CSD)" userId="06f431c5-cc1a-4439-a61b-5f3af947c103" providerId="ADAL" clId="{BB34E489-5670-C54E-A4C2-DC92613446B3}" dt="2024-04-04T15:00:19.227" v="176" actId="22"/>
          <ac:spMkLst>
            <pc:docMk/>
            <pc:sldMk cId="2496836137" sldId="330"/>
            <ac:spMk id="3" creationId="{B9EE261E-4F6F-26A3-2A9C-5355C941E343}"/>
          </ac:spMkLst>
        </pc:spChg>
        <pc:spChg chg="mod">
          <ac:chgData name="Yim Pan Chui, Dr. (CSD)" userId="06f431c5-cc1a-4439-a61b-5f3af947c103" providerId="ADAL" clId="{BB34E489-5670-C54E-A4C2-DC92613446B3}" dt="2024-04-04T13:11:18.834" v="149" actId="13926"/>
          <ac:spMkLst>
            <pc:docMk/>
            <pc:sldMk cId="2496836137" sldId="330"/>
            <ac:spMk id="8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3:15:55.066" v="166" actId="207"/>
          <ac:spMkLst>
            <pc:docMk/>
            <pc:sldMk cId="2496836137" sldId="330"/>
            <ac:spMk id="9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5:00:26.197" v="177" actId="207"/>
          <ac:spMkLst>
            <pc:docMk/>
            <pc:sldMk cId="2496836137" sldId="330"/>
            <ac:spMk id="11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5:00:26.197" v="177" actId="207"/>
          <ac:spMkLst>
            <pc:docMk/>
            <pc:sldMk cId="2496836137" sldId="330"/>
            <ac:spMk id="13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3:15:55.066" v="166" actId="207"/>
          <ac:spMkLst>
            <pc:docMk/>
            <pc:sldMk cId="2496836137" sldId="330"/>
            <ac:spMk id="15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3:11:21.992" v="150" actId="13926"/>
          <ac:spMkLst>
            <pc:docMk/>
            <pc:sldMk cId="2496836137" sldId="330"/>
            <ac:spMk id="25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5:00:26.197" v="177" actId="207"/>
          <ac:spMkLst>
            <pc:docMk/>
            <pc:sldMk cId="2496836137" sldId="330"/>
            <ac:spMk id="32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3:15:55.066" v="166" actId="207"/>
          <ac:spMkLst>
            <pc:docMk/>
            <pc:sldMk cId="2496836137" sldId="330"/>
            <ac:spMk id="34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5:00:26.197" v="177" actId="207"/>
          <ac:spMkLst>
            <pc:docMk/>
            <pc:sldMk cId="2496836137" sldId="330"/>
            <ac:spMk id="36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5:00:26.197" v="177" actId="207"/>
          <ac:spMkLst>
            <pc:docMk/>
            <pc:sldMk cId="2496836137" sldId="330"/>
            <ac:spMk id="38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3:15:55.066" v="166" actId="207"/>
          <ac:spMkLst>
            <pc:docMk/>
            <pc:sldMk cId="2496836137" sldId="330"/>
            <ac:spMk id="40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3:15:55.066" v="166" actId="207"/>
          <ac:spMkLst>
            <pc:docMk/>
            <pc:sldMk cId="2496836137" sldId="330"/>
            <ac:spMk id="48" creationId="{00000000-0000-0000-0000-000000000000}"/>
          </ac:spMkLst>
        </pc:spChg>
        <pc:spChg chg="mod">
          <ac:chgData name="Yim Pan Chui, Dr. (CSD)" userId="06f431c5-cc1a-4439-a61b-5f3af947c103" providerId="ADAL" clId="{BB34E489-5670-C54E-A4C2-DC92613446B3}" dt="2024-04-04T13:17:41.263" v="168" actId="1076"/>
          <ac:spMkLst>
            <pc:docMk/>
            <pc:sldMk cId="2496836137" sldId="330"/>
            <ac:spMk id="11267" creationId="{00000000-0000-0000-0000-000000000000}"/>
          </ac:spMkLst>
        </pc:spChg>
      </pc:sldChg>
    </pc:docChg>
  </pc:docChgLst>
  <pc:docChgLst>
    <pc:chgData name="Chuck jee Chau (CSD)" userId="7aa7a09e-983f-4214-9e5a-071cbb678e81" providerId="ADAL" clId="{E7EE3460-AA09-9C42-87CF-DCB08303146F}"/>
    <pc:docChg chg="undo redo custSel modSld">
      <pc:chgData name="Chuck jee Chau (CSD)" userId="7aa7a09e-983f-4214-9e5a-071cbb678e81" providerId="ADAL" clId="{E7EE3460-AA09-9C42-87CF-DCB08303146F}" dt="2019-11-13T03:49:04.025" v="339" actId="20577"/>
      <pc:docMkLst>
        <pc:docMk/>
      </pc:docMkLst>
      <pc:sldChg chg="modSp">
        <pc:chgData name="Chuck jee Chau (CSD)" userId="7aa7a09e-983f-4214-9e5a-071cbb678e81" providerId="ADAL" clId="{E7EE3460-AA09-9C42-87CF-DCB08303146F}" dt="2019-11-12T04:53:41.323" v="56" actId="113"/>
        <pc:sldMkLst>
          <pc:docMk/>
          <pc:sldMk cId="0" sldId="256"/>
        </pc:sldMkLst>
        <pc:spChg chg="mod">
          <ac:chgData name="Chuck jee Chau (CSD)" userId="7aa7a09e-983f-4214-9e5a-071cbb678e81" providerId="ADAL" clId="{E7EE3460-AA09-9C42-87CF-DCB08303146F}" dt="2019-11-12T04:53:41.323" v="56" actId="113"/>
          <ac:spMkLst>
            <pc:docMk/>
            <pc:sldMk cId="0" sldId="256"/>
            <ac:spMk id="2" creationId="{00000000-0000-0000-0000-000000000000}"/>
          </ac:spMkLst>
        </pc:spChg>
      </pc:sldChg>
      <pc:sldChg chg="modSp">
        <pc:chgData name="Chuck jee Chau (CSD)" userId="7aa7a09e-983f-4214-9e5a-071cbb678e81" providerId="ADAL" clId="{E7EE3460-AA09-9C42-87CF-DCB08303146F}" dt="2019-11-13T03:31:58.078" v="247"/>
        <pc:sldMkLst>
          <pc:docMk/>
          <pc:sldMk cId="452717289" sldId="257"/>
        </pc:sldMkLst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452717289" sldId="257"/>
            <ac:spMk id="3" creationId="{00000000-0000-0000-0000-000000000000}"/>
          </ac:spMkLst>
        </pc:spChg>
      </pc:sldChg>
      <pc:sldChg chg="modSp">
        <pc:chgData name="Chuck jee Chau (CSD)" userId="7aa7a09e-983f-4214-9e5a-071cbb678e81" providerId="ADAL" clId="{E7EE3460-AA09-9C42-87CF-DCB08303146F}" dt="2019-11-13T03:31:58.078" v="247"/>
        <pc:sldMkLst>
          <pc:docMk/>
          <pc:sldMk cId="3798170173" sldId="296"/>
        </pc:sldMkLst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3798170173" sldId="296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3798170173" sldId="296"/>
            <ac:spMk id="3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E7EE3460-AA09-9C42-87CF-DCB08303146F}" dt="2019-11-13T03:31:58.078" v="247"/>
        <pc:sldMkLst>
          <pc:docMk/>
          <pc:sldMk cId="29518956" sldId="301"/>
        </pc:sldMkLst>
        <pc:spChg chg="add">
          <ac:chgData name="Chuck jee Chau (CSD)" userId="7aa7a09e-983f-4214-9e5a-071cbb678e81" providerId="ADAL" clId="{E7EE3460-AA09-9C42-87CF-DCB08303146F}" dt="2019-11-13T03:15:51.835" v="60"/>
          <ac:spMkLst>
            <pc:docMk/>
            <pc:sldMk cId="29518956" sldId="301"/>
            <ac:spMk id="5" creationId="{3565E807-B880-554A-AA02-857817FCBD89}"/>
          </ac:spMkLst>
        </pc:spChg>
        <pc:spChg chg="del">
          <ac:chgData name="Chuck jee Chau (CSD)" userId="7aa7a09e-983f-4214-9e5a-071cbb678e81" providerId="ADAL" clId="{E7EE3460-AA09-9C42-87CF-DCB08303146F}" dt="2019-11-13T03:15:51.400" v="59" actId="478"/>
          <ac:spMkLst>
            <pc:docMk/>
            <pc:sldMk cId="29518956" sldId="301"/>
            <ac:spMk id="4098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29518956" sldId="301"/>
            <ac:spMk id="4099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29518956" sldId="301"/>
            <ac:spMk id="4100" creationId="{00000000-0000-0000-0000-000000000000}"/>
          </ac:spMkLst>
        </pc:spChg>
      </pc:sldChg>
      <pc:sldChg chg="modSp">
        <pc:chgData name="Chuck jee Chau (CSD)" userId="7aa7a09e-983f-4214-9e5a-071cbb678e81" providerId="ADAL" clId="{E7EE3460-AA09-9C42-87CF-DCB08303146F}" dt="2019-11-13T03:49:04.025" v="339" actId="20577"/>
        <pc:sldMkLst>
          <pc:docMk/>
          <pc:sldMk cId="1909548413" sldId="303"/>
        </pc:sldMkLst>
        <pc:spChg chg="mod">
          <ac:chgData name="Chuck jee Chau (CSD)" userId="7aa7a09e-983f-4214-9e5a-071cbb678e81" providerId="ADAL" clId="{E7EE3460-AA09-9C42-87CF-DCB08303146F}" dt="2019-11-13T03:44:15.398" v="275" actId="404"/>
          <ac:spMkLst>
            <pc:docMk/>
            <pc:sldMk cId="1909548413" sldId="303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49:04.025" v="339" actId="20577"/>
          <ac:spMkLst>
            <pc:docMk/>
            <pc:sldMk cId="1909548413" sldId="303"/>
            <ac:spMk id="3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E7EE3460-AA09-9C42-87CF-DCB08303146F}" dt="2019-11-13T03:31:58.078" v="247"/>
        <pc:sldMkLst>
          <pc:docMk/>
          <pc:sldMk cId="1266582206" sldId="304"/>
        </pc:sldMkLst>
        <pc:spChg chg="mod">
          <ac:chgData name="Chuck jee Chau (CSD)" userId="7aa7a09e-983f-4214-9e5a-071cbb678e81" providerId="ADAL" clId="{E7EE3460-AA09-9C42-87CF-DCB08303146F}" dt="2019-11-12T04:52:48.213" v="11" actId="14100"/>
          <ac:spMkLst>
            <pc:docMk/>
            <pc:sldMk cId="1266582206" sldId="304"/>
            <ac:spMk id="10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1266582206" sldId="304"/>
            <ac:spMk id="11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2T04:52:37.757" v="10" actId="14100"/>
          <ac:spMkLst>
            <pc:docMk/>
            <pc:sldMk cId="1266582206" sldId="304"/>
            <ac:spMk id="12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2T04:52:57.777" v="34" actId="20577"/>
          <ac:spMkLst>
            <pc:docMk/>
            <pc:sldMk cId="1266582206" sldId="304"/>
            <ac:spMk id="17" creationId="{00000000-0000-0000-0000-000000000000}"/>
          </ac:spMkLst>
        </pc:spChg>
        <pc:spChg chg="add">
          <ac:chgData name="Chuck jee Chau (CSD)" userId="7aa7a09e-983f-4214-9e5a-071cbb678e81" providerId="ADAL" clId="{E7EE3460-AA09-9C42-87CF-DCB08303146F}" dt="2019-11-13T03:16:00.039" v="64"/>
          <ac:spMkLst>
            <pc:docMk/>
            <pc:sldMk cId="1266582206" sldId="304"/>
            <ac:spMk id="18" creationId="{F896B616-C009-504B-90EF-821D1866CA4C}"/>
          </ac:spMkLst>
        </pc:spChg>
        <pc:spChg chg="del">
          <ac:chgData name="Chuck jee Chau (CSD)" userId="7aa7a09e-983f-4214-9e5a-071cbb678e81" providerId="ADAL" clId="{E7EE3460-AA09-9C42-87CF-DCB08303146F}" dt="2019-11-13T03:15:59.578" v="63" actId="478"/>
          <ac:spMkLst>
            <pc:docMk/>
            <pc:sldMk cId="1266582206" sldId="304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1266582206" sldId="304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1266582206" sldId="304"/>
            <ac:spMk id="1126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E7EE3460-AA09-9C42-87CF-DCB08303146F}" dt="2019-11-13T03:31:58.078" v="247"/>
        <pc:sldMkLst>
          <pc:docMk/>
          <pc:sldMk cId="1153170759" sldId="307"/>
        </pc:sldMkLst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1153170759" sldId="307"/>
            <ac:spMk id="11" creationId="{00000000-0000-0000-0000-000000000000}"/>
          </ac:spMkLst>
        </pc:spChg>
        <pc:spChg chg="add">
          <ac:chgData name="Chuck jee Chau (CSD)" userId="7aa7a09e-983f-4214-9e5a-071cbb678e81" providerId="ADAL" clId="{E7EE3460-AA09-9C42-87CF-DCB08303146F}" dt="2019-11-13T03:16:05.028" v="66"/>
          <ac:spMkLst>
            <pc:docMk/>
            <pc:sldMk cId="1153170759" sldId="307"/>
            <ac:spMk id="17" creationId="{B4A7ADCA-C556-A544-B146-9CFAAB3ED6C7}"/>
          </ac:spMkLst>
        </pc:spChg>
        <pc:spChg chg="del">
          <ac:chgData name="Chuck jee Chau (CSD)" userId="7aa7a09e-983f-4214-9e5a-071cbb678e81" providerId="ADAL" clId="{E7EE3460-AA09-9C42-87CF-DCB08303146F}" dt="2019-11-13T03:16:04.636" v="65" actId="478"/>
          <ac:spMkLst>
            <pc:docMk/>
            <pc:sldMk cId="1153170759" sldId="307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1153170759" sldId="307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1153170759" sldId="307"/>
            <ac:spMk id="1126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E7EE3460-AA09-9C42-87CF-DCB08303146F}" dt="2019-11-13T03:32:37.507" v="248" actId="207"/>
        <pc:sldMkLst>
          <pc:docMk/>
          <pc:sldMk cId="4099913883" sldId="308"/>
        </pc:sldMkLst>
        <pc:spChg chg="add">
          <ac:chgData name="Chuck jee Chau (CSD)" userId="7aa7a09e-983f-4214-9e5a-071cbb678e81" providerId="ADAL" clId="{E7EE3460-AA09-9C42-87CF-DCB08303146F}" dt="2019-11-13T03:16:10.364" v="68"/>
          <ac:spMkLst>
            <pc:docMk/>
            <pc:sldMk cId="4099913883" sldId="308"/>
            <ac:spMk id="14" creationId="{F9426C91-9203-B34D-9152-AF1240B03A13}"/>
          </ac:spMkLst>
        </pc:spChg>
        <pc:spChg chg="mod">
          <ac:chgData name="Chuck jee Chau (CSD)" userId="7aa7a09e-983f-4214-9e5a-071cbb678e81" providerId="ADAL" clId="{E7EE3460-AA09-9C42-87CF-DCB08303146F}" dt="2019-11-13T03:32:37.507" v="248" actId="207"/>
          <ac:spMkLst>
            <pc:docMk/>
            <pc:sldMk cId="4099913883" sldId="308"/>
            <ac:spMk id="28" creationId="{00000000-0000-0000-0000-000000000000}"/>
          </ac:spMkLst>
        </pc:spChg>
        <pc:spChg chg="del">
          <ac:chgData name="Chuck jee Chau (CSD)" userId="7aa7a09e-983f-4214-9e5a-071cbb678e81" providerId="ADAL" clId="{E7EE3460-AA09-9C42-87CF-DCB08303146F}" dt="2019-11-13T03:16:10.013" v="67" actId="478"/>
          <ac:spMkLst>
            <pc:docMk/>
            <pc:sldMk cId="4099913883" sldId="308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4099913883" sldId="308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4099913883" sldId="308"/>
            <ac:spMk id="1126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E7EE3460-AA09-9C42-87CF-DCB08303146F}" dt="2019-11-13T03:31:58.078" v="247"/>
        <pc:sldMkLst>
          <pc:docMk/>
          <pc:sldMk cId="3442473780" sldId="309"/>
        </pc:sldMkLst>
        <pc:spChg chg="add">
          <ac:chgData name="Chuck jee Chau (CSD)" userId="7aa7a09e-983f-4214-9e5a-071cbb678e81" providerId="ADAL" clId="{E7EE3460-AA09-9C42-87CF-DCB08303146F}" dt="2019-11-13T03:16:15.970" v="70"/>
          <ac:spMkLst>
            <pc:docMk/>
            <pc:sldMk cId="3442473780" sldId="309"/>
            <ac:spMk id="17" creationId="{7B5042D3-D742-584F-B8C0-305119B4FF5F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3442473780" sldId="309"/>
            <ac:spMk id="23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3442473780" sldId="309"/>
            <ac:spMk id="24" creationId="{00000000-0000-0000-0000-000000000000}"/>
          </ac:spMkLst>
        </pc:spChg>
        <pc:spChg chg="del">
          <ac:chgData name="Chuck jee Chau (CSD)" userId="7aa7a09e-983f-4214-9e5a-071cbb678e81" providerId="ADAL" clId="{E7EE3460-AA09-9C42-87CF-DCB08303146F}" dt="2019-11-13T03:16:15.660" v="69" actId="478"/>
          <ac:spMkLst>
            <pc:docMk/>
            <pc:sldMk cId="3442473780" sldId="309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3442473780" sldId="309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3442473780" sldId="309"/>
            <ac:spMk id="1126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E7EE3460-AA09-9C42-87CF-DCB08303146F}" dt="2019-11-13T03:31:58.078" v="247"/>
        <pc:sldMkLst>
          <pc:docMk/>
          <pc:sldMk cId="200153780" sldId="311"/>
        </pc:sldMkLst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200153780" sldId="311"/>
            <ac:spMk id="23" creationId="{00000000-0000-0000-0000-000000000000}"/>
          </ac:spMkLst>
        </pc:spChg>
        <pc:spChg chg="add">
          <ac:chgData name="Chuck jee Chau (CSD)" userId="7aa7a09e-983f-4214-9e5a-071cbb678e81" providerId="ADAL" clId="{E7EE3460-AA09-9C42-87CF-DCB08303146F}" dt="2019-11-13T03:16:19.101" v="72"/>
          <ac:spMkLst>
            <pc:docMk/>
            <pc:sldMk cId="200153780" sldId="311"/>
            <ac:spMk id="46" creationId="{B79DA131-AFA8-2B48-97D2-10C09F6DA6D2}"/>
          </ac:spMkLst>
        </pc:spChg>
        <pc:spChg chg="del">
          <ac:chgData name="Chuck jee Chau (CSD)" userId="7aa7a09e-983f-4214-9e5a-071cbb678e81" providerId="ADAL" clId="{E7EE3460-AA09-9C42-87CF-DCB08303146F}" dt="2019-11-13T03:16:18.696" v="71" actId="478"/>
          <ac:spMkLst>
            <pc:docMk/>
            <pc:sldMk cId="200153780" sldId="311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200153780" sldId="311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200153780" sldId="311"/>
            <ac:spMk id="1126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E7EE3460-AA09-9C42-87CF-DCB08303146F}" dt="2019-11-13T03:32:52.708" v="249" actId="207"/>
        <pc:sldMkLst>
          <pc:docMk/>
          <pc:sldMk cId="4031469061" sldId="312"/>
        </pc:sldMkLst>
        <pc:spChg chg="add">
          <ac:chgData name="Chuck jee Chau (CSD)" userId="7aa7a09e-983f-4214-9e5a-071cbb678e81" providerId="ADAL" clId="{E7EE3460-AA09-9C42-87CF-DCB08303146F}" dt="2019-11-13T03:16:30.070" v="77"/>
          <ac:spMkLst>
            <pc:docMk/>
            <pc:sldMk cId="4031469061" sldId="312"/>
            <ac:spMk id="13" creationId="{5495CE63-F488-254F-A42F-DC4DE6066D16}"/>
          </ac:spMkLst>
        </pc:spChg>
        <pc:spChg chg="mod">
          <ac:chgData name="Chuck jee Chau (CSD)" userId="7aa7a09e-983f-4214-9e5a-071cbb678e81" providerId="ADAL" clId="{E7EE3460-AA09-9C42-87CF-DCB08303146F}" dt="2019-11-13T03:32:52.708" v="249" actId="207"/>
          <ac:spMkLst>
            <pc:docMk/>
            <pc:sldMk cId="4031469061" sldId="312"/>
            <ac:spMk id="37" creationId="{00000000-0000-0000-0000-000000000000}"/>
          </ac:spMkLst>
        </pc:spChg>
        <pc:spChg chg="del">
          <ac:chgData name="Chuck jee Chau (CSD)" userId="7aa7a09e-983f-4214-9e5a-071cbb678e81" providerId="ADAL" clId="{E7EE3460-AA09-9C42-87CF-DCB08303146F}" dt="2019-11-13T03:16:29.731" v="76" actId="478"/>
          <ac:spMkLst>
            <pc:docMk/>
            <pc:sldMk cId="4031469061" sldId="312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4031469061" sldId="312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4031469061" sldId="312"/>
            <ac:spMk id="1126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E7EE3460-AA09-9C42-87CF-DCB08303146F}" dt="2019-11-13T03:31:58.078" v="247"/>
        <pc:sldMkLst>
          <pc:docMk/>
          <pc:sldMk cId="1079446920" sldId="313"/>
        </pc:sldMkLst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1079446920" sldId="313"/>
            <ac:spMk id="3" creationId="{00000000-0000-0000-0000-000000000000}"/>
          </ac:spMkLst>
        </pc:spChg>
        <pc:spChg chg="add">
          <ac:chgData name="Chuck jee Chau (CSD)" userId="7aa7a09e-983f-4214-9e5a-071cbb678e81" providerId="ADAL" clId="{E7EE3460-AA09-9C42-87CF-DCB08303146F}" dt="2019-11-13T03:16:22.938" v="74"/>
          <ac:spMkLst>
            <pc:docMk/>
            <pc:sldMk cId="1079446920" sldId="313"/>
            <ac:spMk id="5" creationId="{DC5F6458-9554-CF42-96B1-D73C68D7077D}"/>
          </ac:spMkLst>
        </pc:spChg>
        <pc:spChg chg="del">
          <ac:chgData name="Chuck jee Chau (CSD)" userId="7aa7a09e-983f-4214-9e5a-071cbb678e81" providerId="ADAL" clId="{E7EE3460-AA09-9C42-87CF-DCB08303146F}" dt="2019-11-13T03:16:22.536" v="73" actId="478"/>
          <ac:spMkLst>
            <pc:docMk/>
            <pc:sldMk cId="1079446920" sldId="313"/>
            <ac:spMk id="5122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1079446920" sldId="313"/>
            <ac:spMk id="5124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E7EE3460-AA09-9C42-87CF-DCB08303146F}" dt="2019-11-13T03:32:57.444" v="250" actId="207"/>
        <pc:sldMkLst>
          <pc:docMk/>
          <pc:sldMk cId="3279436116" sldId="314"/>
        </pc:sldMkLst>
        <pc:spChg chg="add">
          <ac:chgData name="Chuck jee Chau (CSD)" userId="7aa7a09e-983f-4214-9e5a-071cbb678e81" providerId="ADAL" clId="{E7EE3460-AA09-9C42-87CF-DCB08303146F}" dt="2019-11-13T03:16:44.878" v="81"/>
          <ac:spMkLst>
            <pc:docMk/>
            <pc:sldMk cId="3279436116" sldId="314"/>
            <ac:spMk id="16" creationId="{EAC50377-5215-C941-8C7B-14B20BFE7764}"/>
          </ac:spMkLst>
        </pc:spChg>
        <pc:spChg chg="mod">
          <ac:chgData name="Chuck jee Chau (CSD)" userId="7aa7a09e-983f-4214-9e5a-071cbb678e81" providerId="ADAL" clId="{E7EE3460-AA09-9C42-87CF-DCB08303146F}" dt="2019-11-13T03:32:57.444" v="250" actId="207"/>
          <ac:spMkLst>
            <pc:docMk/>
            <pc:sldMk cId="3279436116" sldId="314"/>
            <ac:spMk id="26" creationId="{00000000-0000-0000-0000-000000000000}"/>
          </ac:spMkLst>
        </pc:spChg>
        <pc:spChg chg="del">
          <ac:chgData name="Chuck jee Chau (CSD)" userId="7aa7a09e-983f-4214-9e5a-071cbb678e81" providerId="ADAL" clId="{E7EE3460-AA09-9C42-87CF-DCB08303146F}" dt="2019-11-13T03:16:44.480" v="80" actId="478"/>
          <ac:spMkLst>
            <pc:docMk/>
            <pc:sldMk cId="3279436116" sldId="314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3279436116" sldId="314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3279436116" sldId="314"/>
            <ac:spMk id="1126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E7EE3460-AA09-9C42-87CF-DCB08303146F}" dt="2019-11-13T03:33:01.710" v="251" actId="207"/>
        <pc:sldMkLst>
          <pc:docMk/>
          <pc:sldMk cId="1304591713" sldId="315"/>
        </pc:sldMkLst>
        <pc:spChg chg="add">
          <ac:chgData name="Chuck jee Chau (CSD)" userId="7aa7a09e-983f-4214-9e5a-071cbb678e81" providerId="ADAL" clId="{E7EE3460-AA09-9C42-87CF-DCB08303146F}" dt="2019-11-13T03:16:48.229" v="83"/>
          <ac:spMkLst>
            <pc:docMk/>
            <pc:sldMk cId="1304591713" sldId="315"/>
            <ac:spMk id="16" creationId="{9AEEE3CD-7EE6-5046-B9B9-E132BA434BC4}"/>
          </ac:spMkLst>
        </pc:spChg>
        <pc:spChg chg="mod">
          <ac:chgData name="Chuck jee Chau (CSD)" userId="7aa7a09e-983f-4214-9e5a-071cbb678e81" providerId="ADAL" clId="{E7EE3460-AA09-9C42-87CF-DCB08303146F}" dt="2019-11-13T03:33:01.710" v="251" actId="207"/>
          <ac:spMkLst>
            <pc:docMk/>
            <pc:sldMk cId="1304591713" sldId="315"/>
            <ac:spMk id="26" creationId="{00000000-0000-0000-0000-000000000000}"/>
          </ac:spMkLst>
        </pc:spChg>
        <pc:spChg chg="del">
          <ac:chgData name="Chuck jee Chau (CSD)" userId="7aa7a09e-983f-4214-9e5a-071cbb678e81" providerId="ADAL" clId="{E7EE3460-AA09-9C42-87CF-DCB08303146F}" dt="2019-11-13T03:16:47.870" v="82" actId="478"/>
          <ac:spMkLst>
            <pc:docMk/>
            <pc:sldMk cId="1304591713" sldId="315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1304591713" sldId="315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1304591713" sldId="315"/>
            <ac:spMk id="1126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E7EE3460-AA09-9C42-87CF-DCB08303146F}" dt="2019-11-13T03:33:05.914" v="252" actId="207"/>
        <pc:sldMkLst>
          <pc:docMk/>
          <pc:sldMk cId="2544547839" sldId="316"/>
        </pc:sldMkLst>
        <pc:spChg chg="add">
          <ac:chgData name="Chuck jee Chau (CSD)" userId="7aa7a09e-983f-4214-9e5a-071cbb678e81" providerId="ADAL" clId="{E7EE3460-AA09-9C42-87CF-DCB08303146F}" dt="2019-11-13T03:16:50.903" v="85"/>
          <ac:spMkLst>
            <pc:docMk/>
            <pc:sldMk cId="2544547839" sldId="316"/>
            <ac:spMk id="13" creationId="{B43EFE89-8229-1D42-B78B-CF7F45F09B61}"/>
          </ac:spMkLst>
        </pc:spChg>
        <pc:spChg chg="mod">
          <ac:chgData name="Chuck jee Chau (CSD)" userId="7aa7a09e-983f-4214-9e5a-071cbb678e81" providerId="ADAL" clId="{E7EE3460-AA09-9C42-87CF-DCB08303146F}" dt="2019-11-13T03:33:05.914" v="252" actId="207"/>
          <ac:spMkLst>
            <pc:docMk/>
            <pc:sldMk cId="2544547839" sldId="316"/>
            <ac:spMk id="26" creationId="{00000000-0000-0000-0000-000000000000}"/>
          </ac:spMkLst>
        </pc:spChg>
        <pc:spChg chg="del">
          <ac:chgData name="Chuck jee Chau (CSD)" userId="7aa7a09e-983f-4214-9e5a-071cbb678e81" providerId="ADAL" clId="{E7EE3460-AA09-9C42-87CF-DCB08303146F}" dt="2019-11-13T03:16:50.576" v="84" actId="478"/>
          <ac:spMkLst>
            <pc:docMk/>
            <pc:sldMk cId="2544547839" sldId="316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2544547839" sldId="316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2544547839" sldId="316"/>
            <ac:spMk id="1126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E7EE3460-AA09-9C42-87CF-DCB08303146F}" dt="2019-11-13T03:33:10.254" v="253" actId="207"/>
        <pc:sldMkLst>
          <pc:docMk/>
          <pc:sldMk cId="834682723" sldId="317"/>
        </pc:sldMkLst>
        <pc:spChg chg="add">
          <ac:chgData name="Chuck jee Chau (CSD)" userId="7aa7a09e-983f-4214-9e5a-071cbb678e81" providerId="ADAL" clId="{E7EE3460-AA09-9C42-87CF-DCB08303146F}" dt="2019-11-13T03:16:53.391" v="87"/>
          <ac:spMkLst>
            <pc:docMk/>
            <pc:sldMk cId="834682723" sldId="317"/>
            <ac:spMk id="13" creationId="{5FA32910-13E2-ED44-8B99-112B07DBAF43}"/>
          </ac:spMkLst>
        </pc:spChg>
        <pc:spChg chg="mod">
          <ac:chgData name="Chuck jee Chau (CSD)" userId="7aa7a09e-983f-4214-9e5a-071cbb678e81" providerId="ADAL" clId="{E7EE3460-AA09-9C42-87CF-DCB08303146F}" dt="2019-11-13T03:33:10.254" v="253" actId="207"/>
          <ac:spMkLst>
            <pc:docMk/>
            <pc:sldMk cId="834682723" sldId="317"/>
            <ac:spMk id="26" creationId="{00000000-0000-0000-0000-000000000000}"/>
          </ac:spMkLst>
        </pc:spChg>
        <pc:spChg chg="del">
          <ac:chgData name="Chuck jee Chau (CSD)" userId="7aa7a09e-983f-4214-9e5a-071cbb678e81" providerId="ADAL" clId="{E7EE3460-AA09-9C42-87CF-DCB08303146F}" dt="2019-11-13T03:16:53.074" v="86" actId="478"/>
          <ac:spMkLst>
            <pc:docMk/>
            <pc:sldMk cId="834682723" sldId="317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834682723" sldId="317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834682723" sldId="317"/>
            <ac:spMk id="1126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E7EE3460-AA09-9C42-87CF-DCB08303146F}" dt="2019-11-13T03:33:14.990" v="254" actId="207"/>
        <pc:sldMkLst>
          <pc:docMk/>
          <pc:sldMk cId="2946785583" sldId="321"/>
        </pc:sldMkLst>
        <pc:spChg chg="add">
          <ac:chgData name="Chuck jee Chau (CSD)" userId="7aa7a09e-983f-4214-9e5a-071cbb678e81" providerId="ADAL" clId="{E7EE3460-AA09-9C42-87CF-DCB08303146F}" dt="2019-11-13T03:16:57.044" v="89"/>
          <ac:spMkLst>
            <pc:docMk/>
            <pc:sldMk cId="2946785583" sldId="321"/>
            <ac:spMk id="25" creationId="{8CBA83D8-B7B4-6B49-B40E-6F5983D9ADC8}"/>
          </ac:spMkLst>
        </pc:spChg>
        <pc:spChg chg="mod">
          <ac:chgData name="Chuck jee Chau (CSD)" userId="7aa7a09e-983f-4214-9e5a-071cbb678e81" providerId="ADAL" clId="{E7EE3460-AA09-9C42-87CF-DCB08303146F}" dt="2019-11-13T03:33:14.990" v="254" actId="207"/>
          <ac:spMkLst>
            <pc:docMk/>
            <pc:sldMk cId="2946785583" sldId="321"/>
            <ac:spMk id="26" creationId="{00000000-0000-0000-0000-000000000000}"/>
          </ac:spMkLst>
        </pc:spChg>
        <pc:spChg chg="del">
          <ac:chgData name="Chuck jee Chau (CSD)" userId="7aa7a09e-983f-4214-9e5a-071cbb678e81" providerId="ADAL" clId="{E7EE3460-AA09-9C42-87CF-DCB08303146F}" dt="2019-11-13T03:16:56.608" v="88" actId="478"/>
          <ac:spMkLst>
            <pc:docMk/>
            <pc:sldMk cId="2946785583" sldId="321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2946785583" sldId="321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2946785583" sldId="321"/>
            <ac:spMk id="1126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E7EE3460-AA09-9C42-87CF-DCB08303146F}" dt="2019-11-13T03:33:20.260" v="255" actId="207"/>
        <pc:sldMkLst>
          <pc:docMk/>
          <pc:sldMk cId="3137544686" sldId="322"/>
        </pc:sldMkLst>
        <pc:spChg chg="add">
          <ac:chgData name="Chuck jee Chau (CSD)" userId="7aa7a09e-983f-4214-9e5a-071cbb678e81" providerId="ADAL" clId="{E7EE3460-AA09-9C42-87CF-DCB08303146F}" dt="2019-11-13T03:17:04.877" v="91"/>
          <ac:spMkLst>
            <pc:docMk/>
            <pc:sldMk cId="3137544686" sldId="322"/>
            <ac:spMk id="25" creationId="{7814E6B6-8121-5642-94BD-5F31577E72C5}"/>
          </ac:spMkLst>
        </pc:spChg>
        <pc:spChg chg="mod">
          <ac:chgData name="Chuck jee Chau (CSD)" userId="7aa7a09e-983f-4214-9e5a-071cbb678e81" providerId="ADAL" clId="{E7EE3460-AA09-9C42-87CF-DCB08303146F}" dt="2019-11-13T03:33:20.260" v="255" actId="207"/>
          <ac:spMkLst>
            <pc:docMk/>
            <pc:sldMk cId="3137544686" sldId="322"/>
            <ac:spMk id="26" creationId="{00000000-0000-0000-0000-000000000000}"/>
          </ac:spMkLst>
        </pc:spChg>
        <pc:spChg chg="del">
          <ac:chgData name="Chuck jee Chau (CSD)" userId="7aa7a09e-983f-4214-9e5a-071cbb678e81" providerId="ADAL" clId="{E7EE3460-AA09-9C42-87CF-DCB08303146F}" dt="2019-11-13T03:17:04.408" v="90" actId="478"/>
          <ac:spMkLst>
            <pc:docMk/>
            <pc:sldMk cId="3137544686" sldId="322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3137544686" sldId="322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3137544686" sldId="322"/>
            <ac:spMk id="1126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E7EE3460-AA09-9C42-87CF-DCB08303146F}" dt="2019-11-13T03:33:27.433" v="256" actId="207"/>
        <pc:sldMkLst>
          <pc:docMk/>
          <pc:sldMk cId="4090724369" sldId="323"/>
        </pc:sldMkLst>
        <pc:spChg chg="mod">
          <ac:chgData name="Chuck jee Chau (CSD)" userId="7aa7a09e-983f-4214-9e5a-071cbb678e81" providerId="ADAL" clId="{E7EE3460-AA09-9C42-87CF-DCB08303146F}" dt="2019-11-13T03:33:27.433" v="256" actId="207"/>
          <ac:spMkLst>
            <pc:docMk/>
            <pc:sldMk cId="4090724369" sldId="323"/>
            <ac:spMk id="26" creationId="{00000000-0000-0000-0000-000000000000}"/>
          </ac:spMkLst>
        </pc:spChg>
        <pc:spChg chg="add">
          <ac:chgData name="Chuck jee Chau (CSD)" userId="7aa7a09e-983f-4214-9e5a-071cbb678e81" providerId="ADAL" clId="{E7EE3460-AA09-9C42-87CF-DCB08303146F}" dt="2019-11-13T03:17:07.595" v="93"/>
          <ac:spMkLst>
            <pc:docMk/>
            <pc:sldMk cId="4090724369" sldId="323"/>
            <ac:spMk id="28" creationId="{351FB7A4-824A-FE48-81D3-66BEFEDF5047}"/>
          </ac:spMkLst>
        </pc:spChg>
        <pc:spChg chg="del">
          <ac:chgData name="Chuck jee Chau (CSD)" userId="7aa7a09e-983f-4214-9e5a-071cbb678e81" providerId="ADAL" clId="{E7EE3460-AA09-9C42-87CF-DCB08303146F}" dt="2019-11-13T03:17:07.235" v="92" actId="478"/>
          <ac:spMkLst>
            <pc:docMk/>
            <pc:sldMk cId="4090724369" sldId="323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4090724369" sldId="323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4090724369" sldId="323"/>
            <ac:spMk id="1126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E7EE3460-AA09-9C42-87CF-DCB08303146F}" dt="2019-11-13T03:33:32.597" v="257" actId="207"/>
        <pc:sldMkLst>
          <pc:docMk/>
          <pc:sldMk cId="1952457472" sldId="324"/>
        </pc:sldMkLst>
        <pc:spChg chg="add">
          <ac:chgData name="Chuck jee Chau (CSD)" userId="7aa7a09e-983f-4214-9e5a-071cbb678e81" providerId="ADAL" clId="{E7EE3460-AA09-9C42-87CF-DCB08303146F}" dt="2019-11-13T03:17:10.057" v="95"/>
          <ac:spMkLst>
            <pc:docMk/>
            <pc:sldMk cId="1952457472" sldId="324"/>
            <ac:spMk id="7" creationId="{AF228B4C-4C80-394D-99AD-BF44D5379907}"/>
          </ac:spMkLst>
        </pc:spChg>
        <pc:spChg chg="mod">
          <ac:chgData name="Chuck jee Chau (CSD)" userId="7aa7a09e-983f-4214-9e5a-071cbb678e81" providerId="ADAL" clId="{E7EE3460-AA09-9C42-87CF-DCB08303146F}" dt="2019-11-13T03:33:32.597" v="257" actId="207"/>
          <ac:spMkLst>
            <pc:docMk/>
            <pc:sldMk cId="1952457472" sldId="324"/>
            <ac:spMk id="26" creationId="{00000000-0000-0000-0000-000000000000}"/>
          </ac:spMkLst>
        </pc:spChg>
        <pc:spChg chg="del">
          <ac:chgData name="Chuck jee Chau (CSD)" userId="7aa7a09e-983f-4214-9e5a-071cbb678e81" providerId="ADAL" clId="{E7EE3460-AA09-9C42-87CF-DCB08303146F}" dt="2019-11-13T03:17:09.698" v="94" actId="478"/>
          <ac:spMkLst>
            <pc:docMk/>
            <pc:sldMk cId="1952457472" sldId="324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1952457472" sldId="324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1952457472" sldId="324"/>
            <ac:spMk id="1126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E7EE3460-AA09-9C42-87CF-DCB08303146F}" dt="2019-11-13T03:43:54.688" v="271" actId="403"/>
        <pc:sldMkLst>
          <pc:docMk/>
          <pc:sldMk cId="2295997038" sldId="326"/>
        </pc:sldMkLst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2295997038" sldId="326"/>
            <ac:spMk id="8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2295997038" sldId="326"/>
            <ac:spMk id="25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40:37.652" v="260" actId="20577"/>
          <ac:spMkLst>
            <pc:docMk/>
            <pc:sldMk cId="2295997038" sldId="326"/>
            <ac:spMk id="26" creationId="{00000000-0000-0000-0000-000000000000}"/>
          </ac:spMkLst>
        </pc:spChg>
        <pc:spChg chg="add">
          <ac:chgData name="Chuck jee Chau (CSD)" userId="7aa7a09e-983f-4214-9e5a-071cbb678e81" providerId="ADAL" clId="{E7EE3460-AA09-9C42-87CF-DCB08303146F}" dt="2019-11-13T03:17:16.229" v="99"/>
          <ac:spMkLst>
            <pc:docMk/>
            <pc:sldMk cId="2295997038" sldId="326"/>
            <ac:spMk id="44" creationId="{8CD3CFEF-5919-AA4E-AD7E-59648E834EDF}"/>
          </ac:spMkLst>
        </pc:spChg>
        <pc:spChg chg="del">
          <ac:chgData name="Chuck jee Chau (CSD)" userId="7aa7a09e-983f-4214-9e5a-071cbb678e81" providerId="ADAL" clId="{E7EE3460-AA09-9C42-87CF-DCB08303146F}" dt="2019-11-13T03:17:15.936" v="98" actId="478"/>
          <ac:spMkLst>
            <pc:docMk/>
            <pc:sldMk cId="2295997038" sldId="326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43:54.688" v="271" actId="403"/>
          <ac:spMkLst>
            <pc:docMk/>
            <pc:sldMk cId="2295997038" sldId="326"/>
            <ac:spMk id="11267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E7EE3460-AA09-9C42-87CF-DCB08303146F}" dt="2019-11-13T03:43:51.414" v="270" actId="403"/>
        <pc:sldMkLst>
          <pc:docMk/>
          <pc:sldMk cId="719137463" sldId="327"/>
        </pc:sldMkLst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719137463" sldId="327"/>
            <ac:spMk id="7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719137463" sldId="327"/>
            <ac:spMk id="8" creationId="{00000000-0000-0000-0000-000000000000}"/>
          </ac:spMkLst>
        </pc:spChg>
        <pc:spChg chg="add">
          <ac:chgData name="Chuck jee Chau (CSD)" userId="7aa7a09e-983f-4214-9e5a-071cbb678e81" providerId="ADAL" clId="{E7EE3460-AA09-9C42-87CF-DCB08303146F}" dt="2019-11-13T03:17:13.838" v="97"/>
          <ac:spMkLst>
            <pc:docMk/>
            <pc:sldMk cId="719137463" sldId="327"/>
            <ac:spMk id="9" creationId="{8FB710A7-A34D-224E-8054-3D4136B2CC24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719137463" sldId="327"/>
            <ac:spMk id="25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3:37.131" v="258" actId="207"/>
          <ac:spMkLst>
            <pc:docMk/>
            <pc:sldMk cId="719137463" sldId="327"/>
            <ac:spMk id="26" creationId="{00000000-0000-0000-0000-000000000000}"/>
          </ac:spMkLst>
        </pc:spChg>
        <pc:spChg chg="del">
          <ac:chgData name="Chuck jee Chau (CSD)" userId="7aa7a09e-983f-4214-9e5a-071cbb678e81" providerId="ADAL" clId="{E7EE3460-AA09-9C42-87CF-DCB08303146F}" dt="2019-11-13T03:17:13.395" v="96" actId="478"/>
          <ac:spMkLst>
            <pc:docMk/>
            <pc:sldMk cId="719137463" sldId="327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43:51.414" v="270" actId="403"/>
          <ac:spMkLst>
            <pc:docMk/>
            <pc:sldMk cId="719137463" sldId="327"/>
            <ac:spMk id="11267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E7EE3460-AA09-9C42-87CF-DCB08303146F}" dt="2019-11-13T03:43:57.290" v="272" actId="403"/>
        <pc:sldMkLst>
          <pc:docMk/>
          <pc:sldMk cId="3012029893" sldId="328"/>
        </pc:sldMkLst>
        <pc:spChg chg="add mod">
          <ac:chgData name="Chuck jee Chau (CSD)" userId="7aa7a09e-983f-4214-9e5a-071cbb678e81" providerId="ADAL" clId="{E7EE3460-AA09-9C42-87CF-DCB08303146F}" dt="2019-11-13T03:42:10.547" v="266" actId="1076"/>
          <ac:spMkLst>
            <pc:docMk/>
            <pc:sldMk cId="3012029893" sldId="328"/>
            <ac:spMk id="2" creationId="{A4E653FC-DE76-314F-A294-575BA22768F4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3012029893" sldId="328"/>
            <ac:spMk id="8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3012029893" sldId="328"/>
            <ac:spMk id="25" creationId="{00000000-0000-0000-0000-000000000000}"/>
          </ac:spMkLst>
        </pc:spChg>
        <pc:spChg chg="del">
          <ac:chgData name="Chuck jee Chau (CSD)" userId="7aa7a09e-983f-4214-9e5a-071cbb678e81" providerId="ADAL" clId="{E7EE3460-AA09-9C42-87CF-DCB08303146F}" dt="2019-11-13T03:40:56.856" v="261" actId="478"/>
          <ac:spMkLst>
            <pc:docMk/>
            <pc:sldMk cId="3012029893" sldId="328"/>
            <ac:spMk id="26" creationId="{00000000-0000-0000-0000-000000000000}"/>
          </ac:spMkLst>
        </pc:spChg>
        <pc:spChg chg="add">
          <ac:chgData name="Chuck jee Chau (CSD)" userId="7aa7a09e-983f-4214-9e5a-071cbb678e81" providerId="ADAL" clId="{E7EE3460-AA09-9C42-87CF-DCB08303146F}" dt="2019-11-13T03:17:20.680" v="101"/>
          <ac:spMkLst>
            <pc:docMk/>
            <pc:sldMk cId="3012029893" sldId="328"/>
            <ac:spMk id="44" creationId="{267E8E5D-F6BD-2246-91D8-D44B3E73599D}"/>
          </ac:spMkLst>
        </pc:spChg>
        <pc:spChg chg="del">
          <ac:chgData name="Chuck jee Chau (CSD)" userId="7aa7a09e-983f-4214-9e5a-071cbb678e81" providerId="ADAL" clId="{E7EE3460-AA09-9C42-87CF-DCB08303146F}" dt="2019-11-13T03:17:20.389" v="100" actId="478"/>
          <ac:spMkLst>
            <pc:docMk/>
            <pc:sldMk cId="3012029893" sldId="328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43:57.290" v="272" actId="403"/>
          <ac:spMkLst>
            <pc:docMk/>
            <pc:sldMk cId="3012029893" sldId="328"/>
            <ac:spMk id="11267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E7EE3460-AA09-9C42-87CF-DCB08303146F}" dt="2019-11-13T03:44:02.313" v="273" actId="403"/>
        <pc:sldMkLst>
          <pc:docMk/>
          <pc:sldMk cId="3255790992" sldId="329"/>
        </pc:sldMkLst>
        <pc:spChg chg="add mod">
          <ac:chgData name="Chuck jee Chau (CSD)" userId="7aa7a09e-983f-4214-9e5a-071cbb678e81" providerId="ADAL" clId="{E7EE3460-AA09-9C42-87CF-DCB08303146F}" dt="2019-11-13T03:43:04.896" v="269" actId="1076"/>
          <ac:spMkLst>
            <pc:docMk/>
            <pc:sldMk cId="3255790992" sldId="329"/>
            <ac:spMk id="2" creationId="{538F5F6B-744D-5E47-81A7-6A3E77AA2492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3255790992" sldId="329"/>
            <ac:spMk id="8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3255790992" sldId="329"/>
            <ac:spMk id="25" creationId="{00000000-0000-0000-0000-000000000000}"/>
          </ac:spMkLst>
        </pc:spChg>
        <pc:spChg chg="del">
          <ac:chgData name="Chuck jee Chau (CSD)" userId="7aa7a09e-983f-4214-9e5a-071cbb678e81" providerId="ADAL" clId="{E7EE3460-AA09-9C42-87CF-DCB08303146F}" dt="2019-11-13T03:40:59.369" v="262" actId="478"/>
          <ac:spMkLst>
            <pc:docMk/>
            <pc:sldMk cId="3255790992" sldId="329"/>
            <ac:spMk id="26" creationId="{00000000-0000-0000-0000-000000000000}"/>
          </ac:spMkLst>
        </pc:spChg>
        <pc:spChg chg="add">
          <ac:chgData name="Chuck jee Chau (CSD)" userId="7aa7a09e-983f-4214-9e5a-071cbb678e81" providerId="ADAL" clId="{E7EE3460-AA09-9C42-87CF-DCB08303146F}" dt="2019-11-13T03:17:24.152" v="103"/>
          <ac:spMkLst>
            <pc:docMk/>
            <pc:sldMk cId="3255790992" sldId="329"/>
            <ac:spMk id="44" creationId="{4196EC05-CC55-1441-BC7D-6248538FCDB0}"/>
          </ac:spMkLst>
        </pc:spChg>
        <pc:spChg chg="del">
          <ac:chgData name="Chuck jee Chau (CSD)" userId="7aa7a09e-983f-4214-9e5a-071cbb678e81" providerId="ADAL" clId="{E7EE3460-AA09-9C42-87CF-DCB08303146F}" dt="2019-11-13T03:17:23.808" v="102" actId="478"/>
          <ac:spMkLst>
            <pc:docMk/>
            <pc:sldMk cId="3255790992" sldId="329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44:02.313" v="273" actId="403"/>
          <ac:spMkLst>
            <pc:docMk/>
            <pc:sldMk cId="3255790992" sldId="329"/>
            <ac:spMk id="11267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E7EE3460-AA09-9C42-87CF-DCB08303146F}" dt="2019-11-13T03:44:05.661" v="274" actId="403"/>
        <pc:sldMkLst>
          <pc:docMk/>
          <pc:sldMk cId="2496836137" sldId="330"/>
        </pc:sldMkLst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2496836137" sldId="330"/>
            <ac:spMk id="8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2496836137" sldId="330"/>
            <ac:spMk id="25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41:06.253" v="264" actId="14100"/>
          <ac:spMkLst>
            <pc:docMk/>
            <pc:sldMk cId="2496836137" sldId="330"/>
            <ac:spMk id="26" creationId="{00000000-0000-0000-0000-000000000000}"/>
          </ac:spMkLst>
        </pc:spChg>
        <pc:spChg chg="add">
          <ac:chgData name="Chuck jee Chau (CSD)" userId="7aa7a09e-983f-4214-9e5a-071cbb678e81" providerId="ADAL" clId="{E7EE3460-AA09-9C42-87CF-DCB08303146F}" dt="2019-11-13T03:17:27.498" v="105"/>
          <ac:spMkLst>
            <pc:docMk/>
            <pc:sldMk cId="2496836137" sldId="330"/>
            <ac:spMk id="44" creationId="{FA8F666C-8877-4747-A01E-CEF3C85A8955}"/>
          </ac:spMkLst>
        </pc:spChg>
        <pc:spChg chg="del">
          <ac:chgData name="Chuck jee Chau (CSD)" userId="7aa7a09e-983f-4214-9e5a-071cbb678e81" providerId="ADAL" clId="{E7EE3460-AA09-9C42-87CF-DCB08303146F}" dt="2019-11-13T03:17:27.145" v="104" actId="478"/>
          <ac:spMkLst>
            <pc:docMk/>
            <pc:sldMk cId="2496836137" sldId="330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44:05.661" v="274" actId="403"/>
          <ac:spMkLst>
            <pc:docMk/>
            <pc:sldMk cId="2496836137" sldId="330"/>
            <ac:spMk id="11267" creationId="{00000000-0000-0000-0000-000000000000}"/>
          </ac:spMkLst>
        </pc:spChg>
      </pc:sldChg>
      <pc:sldChg chg="modSp">
        <pc:chgData name="Chuck jee Chau (CSD)" userId="7aa7a09e-983f-4214-9e5a-071cbb678e81" providerId="ADAL" clId="{E7EE3460-AA09-9C42-87CF-DCB08303146F}" dt="2019-11-13T03:45:20.003" v="289" actId="403"/>
        <pc:sldMkLst>
          <pc:docMk/>
          <pc:sldMk cId="1401371354" sldId="331"/>
        </pc:sldMkLst>
        <pc:spChg chg="mod">
          <ac:chgData name="Chuck jee Chau (CSD)" userId="7aa7a09e-983f-4214-9e5a-071cbb678e81" providerId="ADAL" clId="{E7EE3460-AA09-9C42-87CF-DCB08303146F}" dt="2019-11-13T03:45:20.003" v="289" actId="403"/>
          <ac:spMkLst>
            <pc:docMk/>
            <pc:sldMk cId="1401371354" sldId="331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44:47.104" v="287" actId="20577"/>
          <ac:spMkLst>
            <pc:docMk/>
            <pc:sldMk cId="1401371354" sldId="331"/>
            <ac:spMk id="3" creationId="{00000000-0000-0000-0000-000000000000}"/>
          </ac:spMkLst>
        </pc:spChg>
      </pc:sldChg>
      <pc:sldChg chg="modSp">
        <pc:chgData name="Chuck jee Chau (CSD)" userId="7aa7a09e-983f-4214-9e5a-071cbb678e81" providerId="ADAL" clId="{E7EE3460-AA09-9C42-87CF-DCB08303146F}" dt="2019-11-13T03:46:57.528" v="296" actId="20577"/>
        <pc:sldMkLst>
          <pc:docMk/>
          <pc:sldMk cId="1576308482" sldId="332"/>
        </pc:sldMkLst>
        <pc:spChg chg="mod">
          <ac:chgData name="Chuck jee Chau (CSD)" userId="7aa7a09e-983f-4214-9e5a-071cbb678e81" providerId="ADAL" clId="{E7EE3460-AA09-9C42-87CF-DCB08303146F}" dt="2019-11-13T03:45:13.614" v="288" actId="113"/>
          <ac:spMkLst>
            <pc:docMk/>
            <pc:sldMk cId="1576308482" sldId="332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1576308482" sldId="332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46:57.528" v="296" actId="20577"/>
          <ac:spMkLst>
            <pc:docMk/>
            <pc:sldMk cId="1576308482" sldId="332"/>
            <ac:spMk id="9" creationId="{00000000-0000-0000-0000-000000000000}"/>
          </ac:spMkLst>
        </pc:spChg>
      </pc:sldChg>
      <pc:sldChg chg="modSp">
        <pc:chgData name="Chuck jee Chau (CSD)" userId="7aa7a09e-983f-4214-9e5a-071cbb678e81" providerId="ADAL" clId="{E7EE3460-AA09-9C42-87CF-DCB08303146F}" dt="2019-11-13T03:46:54.793" v="294" actId="1036"/>
        <pc:sldMkLst>
          <pc:docMk/>
          <pc:sldMk cId="286160362" sldId="333"/>
        </pc:sldMkLst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286160362" sldId="333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286160362" sldId="333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46:54.793" v="294" actId="1036"/>
          <ac:spMkLst>
            <pc:docMk/>
            <pc:sldMk cId="286160362" sldId="333"/>
            <ac:spMk id="5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286160362" sldId="333"/>
            <ac:spMk id="11" creationId="{00000000-0000-0000-0000-000000000000}"/>
          </ac:spMkLst>
        </pc:spChg>
      </pc:sldChg>
      <pc:sldChg chg="modSp">
        <pc:chgData name="Chuck jee Chau (CSD)" userId="7aa7a09e-983f-4214-9e5a-071cbb678e81" providerId="ADAL" clId="{E7EE3460-AA09-9C42-87CF-DCB08303146F}" dt="2019-11-13T03:47:55.774" v="304" actId="2711"/>
        <pc:sldMkLst>
          <pc:docMk/>
          <pc:sldMk cId="3837783121" sldId="334"/>
        </pc:sldMkLst>
        <pc:spChg chg="mod">
          <ac:chgData name="Chuck jee Chau (CSD)" userId="7aa7a09e-983f-4214-9e5a-071cbb678e81" providerId="ADAL" clId="{E7EE3460-AA09-9C42-87CF-DCB08303146F}" dt="2019-11-13T03:47:08.271" v="297" actId="404"/>
          <ac:spMkLst>
            <pc:docMk/>
            <pc:sldMk cId="3837783121" sldId="334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3837783121" sldId="334"/>
            <ac:spMk id="5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47:16.898" v="299" actId="113"/>
          <ac:spMkLst>
            <pc:docMk/>
            <pc:sldMk cId="3837783121" sldId="334"/>
            <ac:spMk id="7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3837783121" sldId="334"/>
            <ac:spMk id="8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47:55.774" v="304" actId="2711"/>
          <ac:spMkLst>
            <pc:docMk/>
            <pc:sldMk cId="3837783121" sldId="334"/>
            <ac:spMk id="9" creationId="{00000000-0000-0000-0000-000000000000}"/>
          </ac:spMkLst>
        </pc:spChg>
      </pc:sldChg>
      <pc:sldChg chg="modSp">
        <pc:chgData name="Chuck jee Chau (CSD)" userId="7aa7a09e-983f-4214-9e5a-071cbb678e81" providerId="ADAL" clId="{E7EE3460-AA09-9C42-87CF-DCB08303146F}" dt="2019-11-13T03:31:58.078" v="247"/>
        <pc:sldMkLst>
          <pc:docMk/>
          <pc:sldMk cId="3285754339" sldId="335"/>
        </pc:sldMkLst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3285754339" sldId="335"/>
            <ac:spMk id="3" creationId="{00000000-0000-0000-0000-000000000000}"/>
          </ac:spMkLst>
        </pc:spChg>
      </pc:sldChg>
      <pc:sldChg chg="modSp">
        <pc:chgData name="Chuck jee Chau (CSD)" userId="7aa7a09e-983f-4214-9e5a-071cbb678e81" providerId="ADAL" clId="{E7EE3460-AA09-9C42-87CF-DCB08303146F}" dt="2019-11-13T03:48:47.395" v="320" actId="20577"/>
        <pc:sldMkLst>
          <pc:docMk/>
          <pc:sldMk cId="1722237090" sldId="336"/>
        </pc:sldMkLst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1722237090" sldId="336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48:47.395" v="320" actId="20577"/>
          <ac:spMkLst>
            <pc:docMk/>
            <pc:sldMk cId="1722237090" sldId="336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1722237090" sldId="336"/>
            <ac:spMk id="5" creationId="{00000000-0000-0000-0000-000000000000}"/>
          </ac:spMkLst>
        </pc:spChg>
      </pc:sldChg>
      <pc:sldChg chg="modSp">
        <pc:chgData name="Chuck jee Chau (CSD)" userId="7aa7a09e-983f-4214-9e5a-071cbb678e81" providerId="ADAL" clId="{E7EE3460-AA09-9C42-87CF-DCB08303146F}" dt="2019-11-13T03:31:58.078" v="247"/>
        <pc:sldMkLst>
          <pc:docMk/>
          <pc:sldMk cId="1403538206" sldId="337"/>
        </pc:sldMkLst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1403538206" sldId="337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E7EE3460-AA09-9C42-87CF-DCB08303146F}" dt="2019-11-13T03:31:58.078" v="247"/>
          <ac:spMkLst>
            <pc:docMk/>
            <pc:sldMk cId="1403538206" sldId="337"/>
            <ac:spMk id="3" creationId="{00000000-0000-0000-0000-000000000000}"/>
          </ac:spMkLst>
        </pc:spChg>
      </pc:sldChg>
    </pc:docChg>
  </pc:docChgLst>
  <pc:docChgLst>
    <pc:chgData name="Yim Pan Chui, Dr. (CSD)" userId="06f431c5-cc1a-4439-a61b-5f3af947c103" providerId="ADAL" clId="{7EB09E54-D62B-44EE-BD0C-AB25E42C2C5C}"/>
    <pc:docChg chg="undo redo custSel modSld">
      <pc:chgData name="Yim Pan Chui, Dr. (CSD)" userId="06f431c5-cc1a-4439-a61b-5f3af947c103" providerId="ADAL" clId="{7EB09E54-D62B-44EE-BD0C-AB25E42C2C5C}" dt="2024-04-05T00:35:39.326" v="331" actId="13926"/>
      <pc:docMkLst>
        <pc:docMk/>
      </pc:docMkLst>
      <pc:sldChg chg="modSp mod">
        <pc:chgData name="Yim Pan Chui, Dr. (CSD)" userId="06f431c5-cc1a-4439-a61b-5f3af947c103" providerId="ADAL" clId="{7EB09E54-D62B-44EE-BD0C-AB25E42C2C5C}" dt="2024-04-04T15:21:22.496" v="84" actId="207"/>
        <pc:sldMkLst>
          <pc:docMk/>
          <pc:sldMk cId="3798170173" sldId="296"/>
        </pc:sldMkLst>
        <pc:spChg chg="mod">
          <ac:chgData name="Yim Pan Chui, Dr. (CSD)" userId="06f431c5-cc1a-4439-a61b-5f3af947c103" providerId="ADAL" clId="{7EB09E54-D62B-44EE-BD0C-AB25E42C2C5C}" dt="2024-04-04T15:21:22.496" v="84" actId="207"/>
          <ac:spMkLst>
            <pc:docMk/>
            <pc:sldMk cId="3798170173" sldId="296"/>
            <ac:spMk id="12" creationId="{00000000-0000-0000-0000-000000000000}"/>
          </ac:spMkLst>
        </pc:spChg>
      </pc:sldChg>
      <pc:sldChg chg="modSp mod">
        <pc:chgData name="Yim Pan Chui, Dr. (CSD)" userId="06f431c5-cc1a-4439-a61b-5f3af947c103" providerId="ADAL" clId="{7EB09E54-D62B-44EE-BD0C-AB25E42C2C5C}" dt="2024-04-05T00:35:39.326" v="331" actId="13926"/>
        <pc:sldMkLst>
          <pc:docMk/>
          <pc:sldMk cId="29518956" sldId="301"/>
        </pc:sldMkLst>
        <pc:spChg chg="mod">
          <ac:chgData name="Yim Pan Chui, Dr. (CSD)" userId="06f431c5-cc1a-4439-a61b-5f3af947c103" providerId="ADAL" clId="{7EB09E54-D62B-44EE-BD0C-AB25E42C2C5C}" dt="2024-04-05T00:35:39.326" v="331" actId="13926"/>
          <ac:spMkLst>
            <pc:docMk/>
            <pc:sldMk cId="29518956" sldId="301"/>
            <ac:spMk id="4100" creationId="{00000000-0000-0000-0000-000000000000}"/>
          </ac:spMkLst>
        </pc:spChg>
      </pc:sldChg>
      <pc:sldChg chg="modSp mod">
        <pc:chgData name="Yim Pan Chui, Dr. (CSD)" userId="06f431c5-cc1a-4439-a61b-5f3af947c103" providerId="ADAL" clId="{7EB09E54-D62B-44EE-BD0C-AB25E42C2C5C}" dt="2024-04-04T15:32:04.705" v="92" actId="207"/>
        <pc:sldMkLst>
          <pc:docMk/>
          <pc:sldMk cId="1266582206" sldId="304"/>
        </pc:sldMkLst>
        <pc:spChg chg="mod">
          <ac:chgData name="Yim Pan Chui, Dr. (CSD)" userId="06f431c5-cc1a-4439-a61b-5f3af947c103" providerId="ADAL" clId="{7EB09E54-D62B-44EE-BD0C-AB25E42C2C5C}" dt="2024-04-04T15:21:19.113" v="83" actId="207"/>
          <ac:spMkLst>
            <pc:docMk/>
            <pc:sldMk cId="1266582206" sldId="304"/>
            <ac:spMk id="13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04.705" v="92" actId="207"/>
          <ac:spMkLst>
            <pc:docMk/>
            <pc:sldMk cId="1266582206" sldId="304"/>
            <ac:spMk id="15" creationId="{00000000-0000-0000-0000-000000000000}"/>
          </ac:spMkLst>
        </pc:spChg>
      </pc:sldChg>
      <pc:sldChg chg="modSp mod">
        <pc:chgData name="Yim Pan Chui, Dr. (CSD)" userId="06f431c5-cc1a-4439-a61b-5f3af947c103" providerId="ADAL" clId="{7EB09E54-D62B-44EE-BD0C-AB25E42C2C5C}" dt="2024-04-04T15:32:02.751" v="91" actId="207"/>
        <pc:sldMkLst>
          <pc:docMk/>
          <pc:sldMk cId="1153170759" sldId="307"/>
        </pc:sldMkLst>
        <pc:spChg chg="mod">
          <ac:chgData name="Yim Pan Chui, Dr. (CSD)" userId="06f431c5-cc1a-4439-a61b-5f3af947c103" providerId="ADAL" clId="{7EB09E54-D62B-44EE-BD0C-AB25E42C2C5C}" dt="2024-04-04T15:19:49.864" v="51" actId="207"/>
          <ac:spMkLst>
            <pc:docMk/>
            <pc:sldMk cId="1153170759" sldId="307"/>
            <ac:spMk id="13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02.751" v="91" actId="207"/>
          <ac:spMkLst>
            <pc:docMk/>
            <pc:sldMk cId="1153170759" sldId="307"/>
            <ac:spMk id="15" creationId="{00000000-0000-0000-0000-000000000000}"/>
          </ac:spMkLst>
        </pc:spChg>
      </pc:sldChg>
      <pc:sldChg chg="modSp mod">
        <pc:chgData name="Yim Pan Chui, Dr. (CSD)" userId="06f431c5-cc1a-4439-a61b-5f3af947c103" providerId="ADAL" clId="{7EB09E54-D62B-44EE-BD0C-AB25E42C2C5C}" dt="2024-04-04T15:40:56.904" v="138" actId="13926"/>
        <pc:sldMkLst>
          <pc:docMk/>
          <pc:sldMk cId="4099913883" sldId="308"/>
        </pc:sldMkLst>
        <pc:spChg chg="mod">
          <ac:chgData name="Yim Pan Chui, Dr. (CSD)" userId="06f431c5-cc1a-4439-a61b-5f3af947c103" providerId="ADAL" clId="{7EB09E54-D62B-44EE-BD0C-AB25E42C2C5C}" dt="2024-04-04T15:19:37.130" v="50" actId="207"/>
          <ac:spMkLst>
            <pc:docMk/>
            <pc:sldMk cId="4099913883" sldId="308"/>
            <ac:spMk id="18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00.346" v="90" actId="207"/>
          <ac:spMkLst>
            <pc:docMk/>
            <pc:sldMk cId="4099913883" sldId="308"/>
            <ac:spMk id="20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40:56.904" v="138" actId="13926"/>
          <ac:spMkLst>
            <pc:docMk/>
            <pc:sldMk cId="4099913883" sldId="308"/>
            <ac:spMk id="28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40:53.537" v="137" actId="13926"/>
          <ac:spMkLst>
            <pc:docMk/>
            <pc:sldMk cId="4099913883" sldId="308"/>
            <ac:spMk id="11268" creationId="{00000000-0000-0000-0000-000000000000}"/>
          </ac:spMkLst>
        </pc:spChg>
      </pc:sldChg>
      <pc:sldChg chg="addSp delSp modSp mod delAnim modAnim">
        <pc:chgData name="Yim Pan Chui, Dr. (CSD)" userId="06f431c5-cc1a-4439-a61b-5f3af947c103" providerId="ADAL" clId="{7EB09E54-D62B-44EE-BD0C-AB25E42C2C5C}" dt="2024-04-05T00:18:03.169" v="176" actId="13926"/>
        <pc:sldMkLst>
          <pc:docMk/>
          <pc:sldMk cId="3442473780" sldId="309"/>
        </pc:sldMkLst>
        <pc:spChg chg="add mod">
          <ac:chgData name="Yim Pan Chui, Dr. (CSD)" userId="06f431c5-cc1a-4439-a61b-5f3af947c103" providerId="ADAL" clId="{7EB09E54-D62B-44EE-BD0C-AB25E42C2C5C}" dt="2024-04-05T00:18:03.169" v="176" actId="13926"/>
          <ac:spMkLst>
            <pc:docMk/>
            <pc:sldMk cId="3442473780" sldId="309"/>
            <ac:spMk id="2" creationId="{FD258410-B8AE-ABAC-9C26-EA8A781C3F79}"/>
          </ac:spMkLst>
        </pc:spChg>
        <pc:spChg chg="add del mod">
          <ac:chgData name="Yim Pan Chui, Dr. (CSD)" userId="06f431c5-cc1a-4439-a61b-5f3af947c103" providerId="ADAL" clId="{7EB09E54-D62B-44EE-BD0C-AB25E42C2C5C}" dt="2024-04-04T15:41:31.969" v="143" actId="478"/>
          <ac:spMkLst>
            <pc:docMk/>
            <pc:sldMk cId="3442473780" sldId="309"/>
            <ac:spMk id="3" creationId="{735B849E-050B-CE9A-FFE2-4E906C00464A}"/>
          </ac:spMkLst>
        </pc:spChg>
        <pc:spChg chg="add mod">
          <ac:chgData name="Yim Pan Chui, Dr. (CSD)" userId="06f431c5-cc1a-4439-a61b-5f3af947c103" providerId="ADAL" clId="{7EB09E54-D62B-44EE-BD0C-AB25E42C2C5C}" dt="2024-04-04T15:41:37.530" v="144"/>
          <ac:spMkLst>
            <pc:docMk/>
            <pc:sldMk cId="3442473780" sldId="309"/>
            <ac:spMk id="5" creationId="{2BF60E7C-A740-00CC-6DD1-DA88C673F22A}"/>
          </ac:spMkLst>
        </pc:spChg>
        <pc:spChg chg="mod">
          <ac:chgData name="Yim Pan Chui, Dr. (CSD)" userId="06f431c5-cc1a-4439-a61b-5f3af947c103" providerId="ADAL" clId="{7EB09E54-D62B-44EE-BD0C-AB25E42C2C5C}" dt="2024-04-04T15:19:52.973" v="52" actId="207"/>
          <ac:spMkLst>
            <pc:docMk/>
            <pc:sldMk cId="3442473780" sldId="309"/>
            <ac:spMk id="18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0:33.896" v="85" actId="207"/>
          <ac:spMkLst>
            <pc:docMk/>
            <pc:sldMk cId="3442473780" sldId="309"/>
            <ac:spMk id="20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41:13.596" v="140" actId="13926"/>
          <ac:spMkLst>
            <pc:docMk/>
            <pc:sldMk cId="3442473780" sldId="309"/>
            <ac:spMk id="23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41:09.481" v="139" actId="13926"/>
          <ac:spMkLst>
            <pc:docMk/>
            <pc:sldMk cId="3442473780" sldId="309"/>
            <ac:spMk id="11268" creationId="{00000000-0000-0000-0000-000000000000}"/>
          </ac:spMkLst>
        </pc:spChg>
      </pc:sldChg>
      <pc:sldChg chg="modSp mod">
        <pc:chgData name="Yim Pan Chui, Dr. (CSD)" userId="06f431c5-cc1a-4439-a61b-5f3af947c103" providerId="ADAL" clId="{7EB09E54-D62B-44EE-BD0C-AB25E42C2C5C}" dt="2024-04-05T00:18:52.030" v="179" actId="14100"/>
        <pc:sldMkLst>
          <pc:docMk/>
          <pc:sldMk cId="200153780" sldId="311"/>
        </pc:sldMkLst>
        <pc:spChg chg="mod">
          <ac:chgData name="Yim Pan Chui, Dr. (CSD)" userId="06f431c5-cc1a-4439-a61b-5f3af947c103" providerId="ADAL" clId="{7EB09E54-D62B-44EE-BD0C-AB25E42C2C5C}" dt="2024-04-04T15:19:55.077" v="53" actId="207"/>
          <ac:spMkLst>
            <pc:docMk/>
            <pc:sldMk cId="200153780" sldId="311"/>
            <ac:spMk id="18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1:07.100" v="86" actId="207"/>
          <ac:spMkLst>
            <pc:docMk/>
            <pc:sldMk cId="200153780" sldId="311"/>
            <ac:spMk id="20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19:55.972" v="54" actId="207"/>
          <ac:spMkLst>
            <pc:docMk/>
            <pc:sldMk cId="200153780" sldId="311"/>
            <ac:spMk id="24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19:57.156" v="55" actId="207"/>
          <ac:spMkLst>
            <pc:docMk/>
            <pc:sldMk cId="200153780" sldId="311"/>
            <ac:spMk id="25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1:10.124" v="88" actId="207"/>
          <ac:spMkLst>
            <pc:docMk/>
            <pc:sldMk cId="200153780" sldId="311"/>
            <ac:spMk id="27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1:08.737" v="87" actId="207"/>
          <ac:spMkLst>
            <pc:docMk/>
            <pc:sldMk cId="200153780" sldId="311"/>
            <ac:spMk id="30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1:11.329" v="89" actId="207"/>
          <ac:spMkLst>
            <pc:docMk/>
            <pc:sldMk cId="200153780" sldId="311"/>
            <ac:spMk id="37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19:58.323" v="56" actId="207"/>
          <ac:spMkLst>
            <pc:docMk/>
            <pc:sldMk cId="200153780" sldId="311"/>
            <ac:spMk id="40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5T00:18:44.021" v="178" actId="14100"/>
          <ac:spMkLst>
            <pc:docMk/>
            <pc:sldMk cId="200153780" sldId="311"/>
            <ac:spMk id="41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5T00:18:52.030" v="179" actId="14100"/>
          <ac:spMkLst>
            <pc:docMk/>
            <pc:sldMk cId="200153780" sldId="311"/>
            <ac:spMk id="42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42:06.425" v="146" actId="13926"/>
          <ac:spMkLst>
            <pc:docMk/>
            <pc:sldMk cId="200153780" sldId="311"/>
            <ac:spMk id="11268" creationId="{00000000-0000-0000-0000-000000000000}"/>
          </ac:spMkLst>
        </pc:spChg>
      </pc:sldChg>
      <pc:sldChg chg="modSp mod">
        <pc:chgData name="Yim Pan Chui, Dr. (CSD)" userId="06f431c5-cc1a-4439-a61b-5f3af947c103" providerId="ADAL" clId="{7EB09E54-D62B-44EE-BD0C-AB25E42C2C5C}" dt="2024-04-05T00:19:11.910" v="181" actId="1035"/>
        <pc:sldMkLst>
          <pc:docMk/>
          <pc:sldMk cId="4031469061" sldId="312"/>
        </pc:sldMkLst>
        <pc:spChg chg="mod">
          <ac:chgData name="Yim Pan Chui, Dr. (CSD)" userId="06f431c5-cc1a-4439-a61b-5f3af947c103" providerId="ADAL" clId="{7EB09E54-D62B-44EE-BD0C-AB25E42C2C5C}" dt="2024-04-04T15:20:03.238" v="57" actId="207"/>
          <ac:spMkLst>
            <pc:docMk/>
            <pc:sldMk cId="4031469061" sldId="312"/>
            <ac:spMk id="16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13.091" v="93" actId="207"/>
          <ac:spMkLst>
            <pc:docMk/>
            <pc:sldMk cId="4031469061" sldId="312"/>
            <ac:spMk id="23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5T00:19:11.910" v="181" actId="1035"/>
          <ac:spMkLst>
            <pc:docMk/>
            <pc:sldMk cId="4031469061" sldId="312"/>
            <ac:spMk id="36" creationId="{00000000-0000-0000-0000-000000000000}"/>
          </ac:spMkLst>
        </pc:spChg>
      </pc:sldChg>
      <pc:sldChg chg="modSp mod">
        <pc:chgData name="Yim Pan Chui, Dr. (CSD)" userId="06f431c5-cc1a-4439-a61b-5f3af947c103" providerId="ADAL" clId="{7EB09E54-D62B-44EE-BD0C-AB25E42C2C5C}" dt="2024-04-05T00:20:30.829" v="185" actId="13926"/>
        <pc:sldMkLst>
          <pc:docMk/>
          <pc:sldMk cId="3279436116" sldId="314"/>
        </pc:sldMkLst>
        <pc:spChg chg="mod">
          <ac:chgData name="Yim Pan Chui, Dr. (CSD)" userId="06f431c5-cc1a-4439-a61b-5f3af947c103" providerId="ADAL" clId="{7EB09E54-D62B-44EE-BD0C-AB25E42C2C5C}" dt="2024-04-04T15:20:05.276" v="58" actId="207"/>
          <ac:spMkLst>
            <pc:docMk/>
            <pc:sldMk cId="3279436116" sldId="314"/>
            <ac:spMk id="12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20:06.532" v="59" actId="207"/>
          <ac:spMkLst>
            <pc:docMk/>
            <pc:sldMk cId="3279436116" sldId="314"/>
            <ac:spMk id="15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16.124" v="94" actId="207"/>
          <ac:spMkLst>
            <pc:docMk/>
            <pc:sldMk cId="3279436116" sldId="314"/>
            <ac:spMk id="19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5T00:20:30.829" v="185" actId="13926"/>
          <ac:spMkLst>
            <pc:docMk/>
            <pc:sldMk cId="3279436116" sldId="314"/>
            <ac:spMk id="11268" creationId="{00000000-0000-0000-0000-000000000000}"/>
          </ac:spMkLst>
        </pc:spChg>
      </pc:sldChg>
      <pc:sldChg chg="modSp mod">
        <pc:chgData name="Yim Pan Chui, Dr. (CSD)" userId="06f431c5-cc1a-4439-a61b-5f3af947c103" providerId="ADAL" clId="{7EB09E54-D62B-44EE-BD0C-AB25E42C2C5C}" dt="2024-04-05T00:19:44.724" v="183" actId="13926"/>
        <pc:sldMkLst>
          <pc:docMk/>
          <pc:sldMk cId="1304591713" sldId="315"/>
        </pc:sldMkLst>
        <pc:spChg chg="mod">
          <ac:chgData name="Yim Pan Chui, Dr. (CSD)" userId="06f431c5-cc1a-4439-a61b-5f3af947c103" providerId="ADAL" clId="{7EB09E54-D62B-44EE-BD0C-AB25E42C2C5C}" dt="2024-04-04T15:20:08.386" v="60" actId="207"/>
          <ac:spMkLst>
            <pc:docMk/>
            <pc:sldMk cId="1304591713" sldId="315"/>
            <ac:spMk id="12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20:10.952" v="61" actId="207"/>
          <ac:spMkLst>
            <pc:docMk/>
            <pc:sldMk cId="1304591713" sldId="315"/>
            <ac:spMk id="15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17.764" v="95" actId="207"/>
          <ac:spMkLst>
            <pc:docMk/>
            <pc:sldMk cId="1304591713" sldId="315"/>
            <ac:spMk id="19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5T00:19:44.724" v="183" actId="13926"/>
          <ac:spMkLst>
            <pc:docMk/>
            <pc:sldMk cId="1304591713" sldId="315"/>
            <ac:spMk id="11268" creationId="{00000000-0000-0000-0000-000000000000}"/>
          </ac:spMkLst>
        </pc:spChg>
      </pc:sldChg>
      <pc:sldChg chg="modSp mod">
        <pc:chgData name="Yim Pan Chui, Dr. (CSD)" userId="06f431c5-cc1a-4439-a61b-5f3af947c103" providerId="ADAL" clId="{7EB09E54-D62B-44EE-BD0C-AB25E42C2C5C}" dt="2024-04-05T00:21:36.899" v="189" actId="13926"/>
        <pc:sldMkLst>
          <pc:docMk/>
          <pc:sldMk cId="2544547839" sldId="316"/>
        </pc:sldMkLst>
        <pc:spChg chg="mod">
          <ac:chgData name="Yim Pan Chui, Dr. (CSD)" userId="06f431c5-cc1a-4439-a61b-5f3af947c103" providerId="ADAL" clId="{7EB09E54-D62B-44EE-BD0C-AB25E42C2C5C}" dt="2024-04-04T15:20:12.752" v="62" actId="207"/>
          <ac:spMkLst>
            <pc:docMk/>
            <pc:sldMk cId="2544547839" sldId="316"/>
            <ac:spMk id="15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19.300" v="96" actId="207"/>
          <ac:spMkLst>
            <pc:docMk/>
            <pc:sldMk cId="2544547839" sldId="316"/>
            <ac:spMk id="19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5T00:21:36.899" v="189" actId="13926"/>
          <ac:spMkLst>
            <pc:docMk/>
            <pc:sldMk cId="2544547839" sldId="316"/>
            <ac:spMk id="11268" creationId="{00000000-0000-0000-0000-000000000000}"/>
          </ac:spMkLst>
        </pc:spChg>
      </pc:sldChg>
      <pc:sldChg chg="modSp mod">
        <pc:chgData name="Yim Pan Chui, Dr. (CSD)" userId="06f431c5-cc1a-4439-a61b-5f3af947c103" providerId="ADAL" clId="{7EB09E54-D62B-44EE-BD0C-AB25E42C2C5C}" dt="2024-04-05T00:22:18.240" v="197" actId="13926"/>
        <pc:sldMkLst>
          <pc:docMk/>
          <pc:sldMk cId="834682723" sldId="317"/>
        </pc:sldMkLst>
        <pc:spChg chg="mod">
          <ac:chgData name="Yim Pan Chui, Dr. (CSD)" userId="06f431c5-cc1a-4439-a61b-5f3af947c103" providerId="ADAL" clId="{7EB09E54-D62B-44EE-BD0C-AB25E42C2C5C}" dt="2024-04-04T15:20:14.840" v="63" actId="207"/>
          <ac:spMkLst>
            <pc:docMk/>
            <pc:sldMk cId="834682723" sldId="317"/>
            <ac:spMk id="9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21.011" v="97" actId="207"/>
          <ac:spMkLst>
            <pc:docMk/>
            <pc:sldMk cId="834682723" sldId="317"/>
            <ac:spMk id="14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5T00:22:02.850" v="195" actId="1035"/>
          <ac:spMkLst>
            <pc:docMk/>
            <pc:sldMk cId="834682723" sldId="317"/>
            <ac:spMk id="36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5T00:22:18.240" v="197" actId="13926"/>
          <ac:spMkLst>
            <pc:docMk/>
            <pc:sldMk cId="834682723" sldId="317"/>
            <ac:spMk id="11268" creationId="{00000000-0000-0000-0000-000000000000}"/>
          </ac:spMkLst>
        </pc:spChg>
      </pc:sldChg>
      <pc:sldChg chg="modSp mod">
        <pc:chgData name="Yim Pan Chui, Dr. (CSD)" userId="06f431c5-cc1a-4439-a61b-5f3af947c103" providerId="ADAL" clId="{7EB09E54-D62B-44EE-BD0C-AB25E42C2C5C}" dt="2024-04-05T00:31:10.037" v="307" actId="14100"/>
        <pc:sldMkLst>
          <pc:docMk/>
          <pc:sldMk cId="2946785583" sldId="321"/>
        </pc:sldMkLst>
        <pc:spChg chg="mod">
          <ac:chgData name="Yim Pan Chui, Dr. (CSD)" userId="06f431c5-cc1a-4439-a61b-5f3af947c103" providerId="ADAL" clId="{7EB09E54-D62B-44EE-BD0C-AB25E42C2C5C}" dt="2024-04-04T15:20:16.829" v="64" actId="207"/>
          <ac:spMkLst>
            <pc:docMk/>
            <pc:sldMk cId="2946785583" sldId="321"/>
            <ac:spMk id="9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26.325" v="101" actId="207"/>
          <ac:spMkLst>
            <pc:docMk/>
            <pc:sldMk cId="2946785583" sldId="321"/>
            <ac:spMk id="11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5T00:31:10.037" v="307" actId="14100"/>
          <ac:spMkLst>
            <pc:docMk/>
            <pc:sldMk cId="2946785583" sldId="321"/>
            <ac:spMk id="14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25.511" v="100" actId="207"/>
          <ac:spMkLst>
            <pc:docMk/>
            <pc:sldMk cId="2946785583" sldId="321"/>
            <ac:spMk id="16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24.426" v="99" actId="207"/>
          <ac:spMkLst>
            <pc:docMk/>
            <pc:sldMk cId="2946785583" sldId="321"/>
            <ac:spMk id="18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23.614" v="98" actId="207"/>
          <ac:spMkLst>
            <pc:docMk/>
            <pc:sldMk cId="2946785583" sldId="321"/>
            <ac:spMk id="20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20:17.609" v="65" actId="207"/>
          <ac:spMkLst>
            <pc:docMk/>
            <pc:sldMk cId="2946785583" sldId="321"/>
            <ac:spMk id="22" creationId="{00000000-0000-0000-0000-000000000000}"/>
          </ac:spMkLst>
        </pc:spChg>
      </pc:sldChg>
      <pc:sldChg chg="modSp mod">
        <pc:chgData name="Yim Pan Chui, Dr. (CSD)" userId="06f431c5-cc1a-4439-a61b-5f3af947c103" providerId="ADAL" clId="{7EB09E54-D62B-44EE-BD0C-AB25E42C2C5C}" dt="2024-04-05T00:32:00.138" v="313" actId="13926"/>
        <pc:sldMkLst>
          <pc:docMk/>
          <pc:sldMk cId="3137544686" sldId="322"/>
        </pc:sldMkLst>
        <pc:spChg chg="mod">
          <ac:chgData name="Yim Pan Chui, Dr. (CSD)" userId="06f431c5-cc1a-4439-a61b-5f3af947c103" providerId="ADAL" clId="{7EB09E54-D62B-44EE-BD0C-AB25E42C2C5C}" dt="2024-04-04T15:20:38.529" v="70" actId="207"/>
          <ac:spMkLst>
            <pc:docMk/>
            <pc:sldMk cId="3137544686" sldId="322"/>
            <ac:spMk id="9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31.607" v="105" actId="207"/>
          <ac:spMkLst>
            <pc:docMk/>
            <pc:sldMk cId="3137544686" sldId="322"/>
            <ac:spMk id="11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20:33.489" v="69" actId="207"/>
          <ac:spMkLst>
            <pc:docMk/>
            <pc:sldMk cId="3137544686" sldId="322"/>
            <ac:spMk id="12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5T00:31:21.972" v="309" actId="14100"/>
          <ac:spMkLst>
            <pc:docMk/>
            <pc:sldMk cId="3137544686" sldId="322"/>
            <ac:spMk id="14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30.701" v="104" actId="207"/>
          <ac:spMkLst>
            <pc:docMk/>
            <pc:sldMk cId="3137544686" sldId="322"/>
            <ac:spMk id="16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29.495" v="103" actId="207"/>
          <ac:spMkLst>
            <pc:docMk/>
            <pc:sldMk cId="3137544686" sldId="322"/>
            <ac:spMk id="18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28.262" v="102" actId="207"/>
          <ac:spMkLst>
            <pc:docMk/>
            <pc:sldMk cId="3137544686" sldId="322"/>
            <ac:spMk id="20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20:41.576" v="71" actId="207"/>
          <ac:spMkLst>
            <pc:docMk/>
            <pc:sldMk cId="3137544686" sldId="322"/>
            <ac:spMk id="22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20:33.489" v="69" actId="207"/>
          <ac:spMkLst>
            <pc:docMk/>
            <pc:sldMk cId="3137544686" sldId="322"/>
            <ac:spMk id="23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5T00:32:00.138" v="313" actId="13926"/>
          <ac:spMkLst>
            <pc:docMk/>
            <pc:sldMk cId="3137544686" sldId="322"/>
            <ac:spMk id="11268" creationId="{00000000-0000-0000-0000-000000000000}"/>
          </ac:spMkLst>
        </pc:spChg>
      </pc:sldChg>
      <pc:sldChg chg="modSp mod">
        <pc:chgData name="Yim Pan Chui, Dr. (CSD)" userId="06f431c5-cc1a-4439-a61b-5f3af947c103" providerId="ADAL" clId="{7EB09E54-D62B-44EE-BD0C-AB25E42C2C5C}" dt="2024-04-05T00:33:03.217" v="319" actId="13926"/>
        <pc:sldMkLst>
          <pc:docMk/>
          <pc:sldMk cId="4090724369" sldId="323"/>
        </pc:sldMkLst>
        <pc:spChg chg="mod">
          <ac:chgData name="Yim Pan Chui, Dr. (CSD)" userId="06f431c5-cc1a-4439-a61b-5f3af947c103" providerId="ADAL" clId="{7EB09E54-D62B-44EE-BD0C-AB25E42C2C5C}" dt="2024-04-04T15:20:43.556" v="72" actId="207"/>
          <ac:spMkLst>
            <pc:docMk/>
            <pc:sldMk cId="4090724369" sldId="323"/>
            <ac:spMk id="9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38.031" v="109" actId="207"/>
          <ac:spMkLst>
            <pc:docMk/>
            <pc:sldMk cId="4090724369" sldId="323"/>
            <ac:spMk id="11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5T00:31:35.037" v="311" actId="14100"/>
          <ac:spMkLst>
            <pc:docMk/>
            <pc:sldMk cId="4090724369" sldId="323"/>
            <ac:spMk id="14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36.991" v="108" actId="207"/>
          <ac:spMkLst>
            <pc:docMk/>
            <pc:sldMk cId="4090724369" sldId="323"/>
            <ac:spMk id="16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35.686" v="107" actId="207"/>
          <ac:spMkLst>
            <pc:docMk/>
            <pc:sldMk cId="4090724369" sldId="323"/>
            <ac:spMk id="18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34.574" v="106" actId="207"/>
          <ac:spMkLst>
            <pc:docMk/>
            <pc:sldMk cId="4090724369" sldId="323"/>
            <ac:spMk id="20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20:44.517" v="73" actId="207"/>
          <ac:spMkLst>
            <pc:docMk/>
            <pc:sldMk cId="4090724369" sldId="323"/>
            <ac:spMk id="22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5T00:33:03.217" v="319" actId="13926"/>
          <ac:spMkLst>
            <pc:docMk/>
            <pc:sldMk cId="4090724369" sldId="323"/>
            <ac:spMk id="11268" creationId="{00000000-0000-0000-0000-000000000000}"/>
          </ac:spMkLst>
        </pc:spChg>
      </pc:sldChg>
      <pc:sldChg chg="modSp mod">
        <pc:chgData name="Yim Pan Chui, Dr. (CSD)" userId="06f431c5-cc1a-4439-a61b-5f3af947c103" providerId="ADAL" clId="{7EB09E54-D62B-44EE-BD0C-AB25E42C2C5C}" dt="2024-04-05T00:33:36.736" v="321" actId="13926"/>
        <pc:sldMkLst>
          <pc:docMk/>
          <pc:sldMk cId="1952457472" sldId="324"/>
        </pc:sldMkLst>
        <pc:spChg chg="mod">
          <ac:chgData name="Yim Pan Chui, Dr. (CSD)" userId="06f431c5-cc1a-4439-a61b-5f3af947c103" providerId="ADAL" clId="{7EB09E54-D62B-44EE-BD0C-AB25E42C2C5C}" dt="2024-04-04T15:20:46.013" v="74" actId="207"/>
          <ac:spMkLst>
            <pc:docMk/>
            <pc:sldMk cId="1952457472" sldId="324"/>
            <ac:spMk id="2" creationId="{FB0B7D8F-CC2B-E594-C271-A78729863E84}"/>
          </ac:spMkLst>
        </pc:spChg>
        <pc:spChg chg="mod">
          <ac:chgData name="Yim Pan Chui, Dr. (CSD)" userId="06f431c5-cc1a-4439-a61b-5f3af947c103" providerId="ADAL" clId="{7EB09E54-D62B-44EE-BD0C-AB25E42C2C5C}" dt="2024-04-04T15:32:41.634" v="111" actId="207"/>
          <ac:spMkLst>
            <pc:docMk/>
            <pc:sldMk cId="1952457472" sldId="324"/>
            <ac:spMk id="4" creationId="{AB6D5676-C93B-60BA-DB55-80AA97EE6AA4}"/>
          </ac:spMkLst>
        </pc:spChg>
        <pc:spChg chg="mod">
          <ac:chgData name="Yim Pan Chui, Dr. (CSD)" userId="06f431c5-cc1a-4439-a61b-5f3af947c103" providerId="ADAL" clId="{7EB09E54-D62B-44EE-BD0C-AB25E42C2C5C}" dt="2024-04-04T15:32:39.811" v="110" actId="207"/>
          <ac:spMkLst>
            <pc:docMk/>
            <pc:sldMk cId="1952457472" sldId="324"/>
            <ac:spMk id="9" creationId="{71558A8B-790C-0203-560E-3FAB21874993}"/>
          </ac:spMkLst>
        </pc:spChg>
        <pc:spChg chg="mod">
          <ac:chgData name="Yim Pan Chui, Dr. (CSD)" userId="06f431c5-cc1a-4439-a61b-5f3af947c103" providerId="ADAL" clId="{7EB09E54-D62B-44EE-BD0C-AB25E42C2C5C}" dt="2024-04-04T15:20:47.039" v="75" actId="207"/>
          <ac:spMkLst>
            <pc:docMk/>
            <pc:sldMk cId="1952457472" sldId="324"/>
            <ac:spMk id="15" creationId="{56E753E0-7FF0-1A6C-68DF-296A6BD39EDF}"/>
          </ac:spMkLst>
        </pc:spChg>
        <pc:spChg chg="mod">
          <ac:chgData name="Yim Pan Chui, Dr. (CSD)" userId="06f431c5-cc1a-4439-a61b-5f3af947c103" providerId="ADAL" clId="{7EB09E54-D62B-44EE-BD0C-AB25E42C2C5C}" dt="2024-04-05T00:33:36.736" v="321" actId="13926"/>
          <ac:spMkLst>
            <pc:docMk/>
            <pc:sldMk cId="1952457472" sldId="324"/>
            <ac:spMk id="11268" creationId="{00000000-0000-0000-0000-000000000000}"/>
          </ac:spMkLst>
        </pc:spChg>
      </pc:sldChg>
      <pc:sldChg chg="addSp delSp modSp mod modTransition">
        <pc:chgData name="Yim Pan Chui, Dr. (CSD)" userId="06f431c5-cc1a-4439-a61b-5f3af947c103" providerId="ADAL" clId="{7EB09E54-D62B-44EE-BD0C-AB25E42C2C5C}" dt="2024-04-05T00:28:49.170" v="281" actId="1035"/>
        <pc:sldMkLst>
          <pc:docMk/>
          <pc:sldMk cId="2295997038" sldId="326"/>
        </pc:sldMkLst>
        <pc:spChg chg="add mod ord">
          <ac:chgData name="Yim Pan Chui, Dr. (CSD)" userId="06f431c5-cc1a-4439-a61b-5f3af947c103" providerId="ADAL" clId="{7EB09E54-D62B-44EE-BD0C-AB25E42C2C5C}" dt="2024-04-05T00:26:50.244" v="220" actId="167"/>
          <ac:spMkLst>
            <pc:docMk/>
            <pc:sldMk cId="2295997038" sldId="326"/>
            <ac:spMk id="2" creationId="{E082618F-3B85-2F21-391A-F330DF4BB9F9}"/>
          </ac:spMkLst>
        </pc:spChg>
        <pc:spChg chg="add mod ord">
          <ac:chgData name="Yim Pan Chui, Dr. (CSD)" userId="06f431c5-cc1a-4439-a61b-5f3af947c103" providerId="ADAL" clId="{7EB09E54-D62B-44EE-BD0C-AB25E42C2C5C}" dt="2024-04-05T00:27:37.653" v="252" actId="167"/>
          <ac:spMkLst>
            <pc:docMk/>
            <pc:sldMk cId="2295997038" sldId="326"/>
            <ac:spMk id="3" creationId="{3177A04E-96E4-9817-5810-82317E006107}"/>
          </ac:spMkLst>
        </pc:spChg>
        <pc:spChg chg="add mod ord">
          <ac:chgData name="Yim Pan Chui, Dr. (CSD)" userId="06f431c5-cc1a-4439-a61b-5f3af947c103" providerId="ADAL" clId="{7EB09E54-D62B-44EE-BD0C-AB25E42C2C5C}" dt="2024-04-05T00:28:49.170" v="281" actId="1035"/>
          <ac:spMkLst>
            <pc:docMk/>
            <pc:sldMk cId="2295997038" sldId="326"/>
            <ac:spMk id="4" creationId="{231FE5B4-34F5-38E2-1BAB-BB4A22BB41A5}"/>
          </ac:spMkLst>
        </pc:spChg>
        <pc:spChg chg="add mod">
          <ac:chgData name="Yim Pan Chui, Dr. (CSD)" userId="06f431c5-cc1a-4439-a61b-5f3af947c103" providerId="ADAL" clId="{7EB09E54-D62B-44EE-BD0C-AB25E42C2C5C}" dt="2024-04-05T00:27:23.283" v="247"/>
          <ac:spMkLst>
            <pc:docMk/>
            <pc:sldMk cId="2295997038" sldId="326"/>
            <ac:spMk id="5" creationId="{B8B05283-E974-A0D6-B9C4-FD989B8EC2F3}"/>
          </ac:spMkLst>
        </pc:spChg>
        <pc:spChg chg="add del mod">
          <ac:chgData name="Yim Pan Chui, Dr. (CSD)" userId="06f431c5-cc1a-4439-a61b-5f3af947c103" providerId="ADAL" clId="{7EB09E54-D62B-44EE-BD0C-AB25E42C2C5C}" dt="2024-04-05T00:27:54.822" v="259" actId="478"/>
          <ac:spMkLst>
            <pc:docMk/>
            <pc:sldMk cId="2295997038" sldId="326"/>
            <ac:spMk id="6" creationId="{436A2303-B674-E62E-9E14-75B0FE530994}"/>
          </ac:spMkLst>
        </pc:spChg>
        <pc:spChg chg="add del mod ord">
          <ac:chgData name="Yim Pan Chui, Dr. (CSD)" userId="06f431c5-cc1a-4439-a61b-5f3af947c103" providerId="ADAL" clId="{7EB09E54-D62B-44EE-BD0C-AB25E42C2C5C}" dt="2024-04-05T00:28:22.709" v="268" actId="478"/>
          <ac:spMkLst>
            <pc:docMk/>
            <pc:sldMk cId="2295997038" sldId="326"/>
            <ac:spMk id="7" creationId="{FA47719C-29E4-EFAB-87B0-53B90EE064A0}"/>
          </ac:spMkLst>
        </pc:spChg>
        <pc:spChg chg="mod">
          <ac:chgData name="Yim Pan Chui, Dr. (CSD)" userId="06f431c5-cc1a-4439-a61b-5f3af947c103" providerId="ADAL" clId="{7EB09E54-D62B-44EE-BD0C-AB25E42C2C5C}" dt="2024-04-05T00:25:41.387" v="207" actId="13926"/>
          <ac:spMkLst>
            <pc:docMk/>
            <pc:sldMk cId="2295997038" sldId="326"/>
            <ac:spMk id="8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20:52.581" v="76" actId="207"/>
          <ac:spMkLst>
            <pc:docMk/>
            <pc:sldMk cId="2295997038" sldId="326"/>
            <ac:spMk id="9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45.204" v="113" actId="207"/>
          <ac:spMkLst>
            <pc:docMk/>
            <pc:sldMk cId="2295997038" sldId="326"/>
            <ac:spMk id="11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44.139" v="112" actId="207"/>
          <ac:spMkLst>
            <pc:docMk/>
            <pc:sldMk cId="2295997038" sldId="326"/>
            <ac:spMk id="13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20:53.475" v="77" actId="207"/>
          <ac:spMkLst>
            <pc:docMk/>
            <pc:sldMk cId="2295997038" sldId="326"/>
            <ac:spMk id="15" creationId="{00000000-0000-0000-0000-000000000000}"/>
          </ac:spMkLst>
        </pc:spChg>
        <pc:spChg chg="add mod ord">
          <ac:chgData name="Yim Pan Chui, Dr. (CSD)" userId="06f431c5-cc1a-4439-a61b-5f3af947c103" providerId="ADAL" clId="{7EB09E54-D62B-44EE-BD0C-AB25E42C2C5C}" dt="2024-04-05T00:28:02.445" v="262" actId="1038"/>
          <ac:spMkLst>
            <pc:docMk/>
            <pc:sldMk cId="2295997038" sldId="326"/>
            <ac:spMk id="19" creationId="{78DB5203-E50B-13D2-E61D-3F17A0E89C7C}"/>
          </ac:spMkLst>
        </pc:spChg>
        <pc:spChg chg="mod">
          <ac:chgData name="Yim Pan Chui, Dr. (CSD)" userId="06f431c5-cc1a-4439-a61b-5f3af947c103" providerId="ADAL" clId="{7EB09E54-D62B-44EE-BD0C-AB25E42C2C5C}" dt="2024-04-05T00:25:31.467" v="204" actId="13926"/>
          <ac:spMkLst>
            <pc:docMk/>
            <pc:sldMk cId="2295997038" sldId="326"/>
            <ac:spMk id="25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46.332" v="114" actId="207"/>
          <ac:spMkLst>
            <pc:docMk/>
            <pc:sldMk cId="2295997038" sldId="326"/>
            <ac:spMk id="32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20:55.244" v="78" actId="207"/>
          <ac:spMkLst>
            <pc:docMk/>
            <pc:sldMk cId="2295997038" sldId="326"/>
            <ac:spMk id="34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48.075" v="116" actId="207"/>
          <ac:spMkLst>
            <pc:docMk/>
            <pc:sldMk cId="2295997038" sldId="326"/>
            <ac:spMk id="36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47.245" v="115" actId="207"/>
          <ac:spMkLst>
            <pc:docMk/>
            <pc:sldMk cId="2295997038" sldId="326"/>
            <ac:spMk id="38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20:55.861" v="79" actId="207"/>
          <ac:spMkLst>
            <pc:docMk/>
            <pc:sldMk cId="2295997038" sldId="326"/>
            <ac:spMk id="40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20:56.925" v="80" actId="207"/>
          <ac:spMkLst>
            <pc:docMk/>
            <pc:sldMk cId="2295997038" sldId="326"/>
            <ac:spMk id="46" creationId="{00000000-0000-0000-0000-000000000000}"/>
          </ac:spMkLst>
        </pc:spChg>
      </pc:sldChg>
      <pc:sldChg chg="modSp mod">
        <pc:chgData name="Yim Pan Chui, Dr. (CSD)" userId="06f431c5-cc1a-4439-a61b-5f3af947c103" providerId="ADAL" clId="{7EB09E54-D62B-44EE-BD0C-AB25E42C2C5C}" dt="2024-04-04T15:35:08.873" v="127" actId="14100"/>
        <pc:sldMkLst>
          <pc:docMk/>
          <pc:sldMk cId="719137463" sldId="327"/>
        </pc:sldMkLst>
        <pc:spChg chg="mod">
          <ac:chgData name="Yim Pan Chui, Dr. (CSD)" userId="06f431c5-cc1a-4439-a61b-5f3af947c103" providerId="ADAL" clId="{7EB09E54-D62B-44EE-BD0C-AB25E42C2C5C}" dt="2024-03-26T10:52:59.805" v="47" actId="20577"/>
          <ac:spMkLst>
            <pc:docMk/>
            <pc:sldMk cId="719137463" sldId="327"/>
            <ac:spMk id="7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5:08.873" v="127" actId="14100"/>
          <ac:spMkLst>
            <pc:docMk/>
            <pc:sldMk cId="719137463" sldId="327"/>
            <ac:spMk id="8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5:05.777" v="126" actId="14100"/>
          <ac:spMkLst>
            <pc:docMk/>
            <pc:sldMk cId="719137463" sldId="327"/>
            <ac:spMk id="25" creationId="{00000000-0000-0000-0000-000000000000}"/>
          </ac:spMkLst>
        </pc:spChg>
      </pc:sldChg>
      <pc:sldChg chg="modSp mod modTransition">
        <pc:chgData name="Yim Pan Chui, Dr. (CSD)" userId="06f431c5-cc1a-4439-a61b-5f3af947c103" providerId="ADAL" clId="{7EB09E54-D62B-44EE-BD0C-AB25E42C2C5C}" dt="2024-04-05T00:26:06.614" v="211" actId="14100"/>
        <pc:sldMkLst>
          <pc:docMk/>
          <pc:sldMk cId="3012029893" sldId="328"/>
        </pc:sldMkLst>
        <pc:spChg chg="mod">
          <ac:chgData name="Yim Pan Chui, Dr. (CSD)" userId="06f431c5-cc1a-4439-a61b-5f3af947c103" providerId="ADAL" clId="{7EB09E54-D62B-44EE-BD0C-AB25E42C2C5C}" dt="2024-04-04T15:34:58.068" v="125" actId="14100"/>
          <ac:spMkLst>
            <pc:docMk/>
            <pc:sldMk cId="3012029893" sldId="328"/>
            <ac:spMk id="8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21:00.877" v="81" actId="207"/>
          <ac:spMkLst>
            <pc:docMk/>
            <pc:sldMk cId="3012029893" sldId="328"/>
            <ac:spMk id="9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51.485" v="118" actId="207"/>
          <ac:spMkLst>
            <pc:docMk/>
            <pc:sldMk cId="3012029893" sldId="328"/>
            <ac:spMk id="11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50.285" v="117" actId="207"/>
          <ac:spMkLst>
            <pc:docMk/>
            <pc:sldMk cId="3012029893" sldId="328"/>
            <ac:spMk id="13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21:00.877" v="81" actId="207"/>
          <ac:spMkLst>
            <pc:docMk/>
            <pc:sldMk cId="3012029893" sldId="328"/>
            <ac:spMk id="15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43:13.887" v="152" actId="13926"/>
          <ac:spMkLst>
            <pc:docMk/>
            <pc:sldMk cId="3012029893" sldId="328"/>
            <ac:spMk id="25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5T00:26:06.614" v="211" actId="14100"/>
          <ac:spMkLst>
            <pc:docMk/>
            <pc:sldMk cId="3012029893" sldId="328"/>
            <ac:spMk id="31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52.365" v="119" actId="207"/>
          <ac:spMkLst>
            <pc:docMk/>
            <pc:sldMk cId="3012029893" sldId="328"/>
            <ac:spMk id="32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21:00.877" v="81" actId="207"/>
          <ac:spMkLst>
            <pc:docMk/>
            <pc:sldMk cId="3012029893" sldId="328"/>
            <ac:spMk id="34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54.140" v="121" actId="207"/>
          <ac:spMkLst>
            <pc:docMk/>
            <pc:sldMk cId="3012029893" sldId="328"/>
            <ac:spMk id="36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53.316" v="120" actId="207"/>
          <ac:spMkLst>
            <pc:docMk/>
            <pc:sldMk cId="3012029893" sldId="328"/>
            <ac:spMk id="38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21:00.877" v="81" actId="207"/>
          <ac:spMkLst>
            <pc:docMk/>
            <pc:sldMk cId="3012029893" sldId="328"/>
            <ac:spMk id="40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5T00:25:55.301" v="209" actId="14100"/>
          <ac:spMkLst>
            <pc:docMk/>
            <pc:sldMk cId="3012029893" sldId="328"/>
            <ac:spMk id="46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21:00.877" v="81" actId="207"/>
          <ac:spMkLst>
            <pc:docMk/>
            <pc:sldMk cId="3012029893" sldId="328"/>
            <ac:spMk id="48" creationId="{00000000-0000-0000-0000-000000000000}"/>
          </ac:spMkLst>
        </pc:spChg>
      </pc:sldChg>
      <pc:sldChg chg="modSp mod modTransition">
        <pc:chgData name="Yim Pan Chui, Dr. (CSD)" userId="06f431c5-cc1a-4439-a61b-5f3af947c103" providerId="ADAL" clId="{7EB09E54-D62B-44EE-BD0C-AB25E42C2C5C}" dt="2024-04-05T00:29:34.894" v="295" actId="1038"/>
        <pc:sldMkLst>
          <pc:docMk/>
          <pc:sldMk cId="3255790992" sldId="329"/>
        </pc:sldMkLst>
        <pc:spChg chg="mod">
          <ac:chgData name="Yim Pan Chui, Dr. (CSD)" userId="06f431c5-cc1a-4439-a61b-5f3af947c103" providerId="ADAL" clId="{7EB09E54-D62B-44EE-BD0C-AB25E42C2C5C}" dt="2024-04-04T15:35:34.360" v="130" actId="14100"/>
          <ac:spMkLst>
            <pc:docMk/>
            <pc:sldMk cId="3255790992" sldId="329"/>
            <ac:spMk id="8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57.774" v="122" actId="207"/>
          <ac:spMkLst>
            <pc:docMk/>
            <pc:sldMk cId="3255790992" sldId="329"/>
            <ac:spMk id="11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57.774" v="122" actId="207"/>
          <ac:spMkLst>
            <pc:docMk/>
            <pc:sldMk cId="3255790992" sldId="329"/>
            <ac:spMk id="13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43:26.239" v="154" actId="13926"/>
          <ac:spMkLst>
            <pc:docMk/>
            <pc:sldMk cId="3255790992" sldId="329"/>
            <ac:spMk id="25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5T00:29:18.263" v="290" actId="1035"/>
          <ac:spMkLst>
            <pc:docMk/>
            <pc:sldMk cId="3255790992" sldId="329"/>
            <ac:spMk id="31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57.774" v="122" actId="207"/>
          <ac:spMkLst>
            <pc:docMk/>
            <pc:sldMk cId="3255790992" sldId="329"/>
            <ac:spMk id="32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57.774" v="122" actId="207"/>
          <ac:spMkLst>
            <pc:docMk/>
            <pc:sldMk cId="3255790992" sldId="329"/>
            <ac:spMk id="36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2:57.774" v="122" actId="207"/>
          <ac:spMkLst>
            <pc:docMk/>
            <pc:sldMk cId="3255790992" sldId="329"/>
            <ac:spMk id="38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5T00:29:34.894" v="295" actId="1038"/>
          <ac:spMkLst>
            <pc:docMk/>
            <pc:sldMk cId="3255790992" sldId="329"/>
            <ac:spMk id="46" creationId="{00000000-0000-0000-0000-000000000000}"/>
          </ac:spMkLst>
        </pc:spChg>
      </pc:sldChg>
      <pc:sldChg chg="modSp mod modTransition">
        <pc:chgData name="Yim Pan Chui, Dr. (CSD)" userId="06f431c5-cc1a-4439-a61b-5f3af947c103" providerId="ADAL" clId="{7EB09E54-D62B-44EE-BD0C-AB25E42C2C5C}" dt="2024-04-05T00:30:09.033" v="305" actId="1035"/>
        <pc:sldMkLst>
          <pc:docMk/>
          <pc:sldMk cId="2496836137" sldId="330"/>
        </pc:sldMkLst>
        <pc:spChg chg="mod">
          <ac:chgData name="Yim Pan Chui, Dr. (CSD)" userId="06f431c5-cc1a-4439-a61b-5f3af947c103" providerId="ADAL" clId="{7EB09E54-D62B-44EE-BD0C-AB25E42C2C5C}" dt="2024-04-04T15:35:43.286" v="131" actId="14100"/>
          <ac:spMkLst>
            <pc:docMk/>
            <pc:sldMk cId="2496836137" sldId="330"/>
            <ac:spMk id="8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3:01.285" v="123" actId="207"/>
          <ac:spMkLst>
            <pc:docMk/>
            <pc:sldMk cId="2496836137" sldId="330"/>
            <ac:spMk id="11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3:01.285" v="123" actId="207"/>
          <ac:spMkLst>
            <pc:docMk/>
            <pc:sldMk cId="2496836137" sldId="330"/>
            <ac:spMk id="13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43:31.594" v="155" actId="13926"/>
          <ac:spMkLst>
            <pc:docMk/>
            <pc:sldMk cId="2496836137" sldId="330"/>
            <ac:spMk id="25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5T00:30:09.033" v="305" actId="1035"/>
          <ac:spMkLst>
            <pc:docMk/>
            <pc:sldMk cId="2496836137" sldId="330"/>
            <ac:spMk id="31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3:01.285" v="123" actId="207"/>
          <ac:spMkLst>
            <pc:docMk/>
            <pc:sldMk cId="2496836137" sldId="330"/>
            <ac:spMk id="32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3:01.285" v="123" actId="207"/>
          <ac:spMkLst>
            <pc:docMk/>
            <pc:sldMk cId="2496836137" sldId="330"/>
            <ac:spMk id="36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3:01.285" v="123" actId="207"/>
          <ac:spMkLst>
            <pc:docMk/>
            <pc:sldMk cId="2496836137" sldId="330"/>
            <ac:spMk id="38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5T00:30:03.501" v="303" actId="1035"/>
          <ac:spMkLst>
            <pc:docMk/>
            <pc:sldMk cId="2496836137" sldId="330"/>
            <ac:spMk id="46" creationId="{00000000-0000-0000-0000-000000000000}"/>
          </ac:spMkLst>
        </pc:spChg>
      </pc:sldChg>
      <pc:sldChg chg="modSp mod">
        <pc:chgData name="Yim Pan Chui, Dr. (CSD)" userId="06f431c5-cc1a-4439-a61b-5f3af947c103" providerId="ADAL" clId="{7EB09E54-D62B-44EE-BD0C-AB25E42C2C5C}" dt="2024-04-04T15:45:47.745" v="170" actId="13926"/>
        <pc:sldMkLst>
          <pc:docMk/>
          <pc:sldMk cId="1401371354" sldId="331"/>
        </pc:sldMkLst>
        <pc:spChg chg="mod">
          <ac:chgData name="Yim Pan Chui, Dr. (CSD)" userId="06f431c5-cc1a-4439-a61b-5f3af947c103" providerId="ADAL" clId="{7EB09E54-D62B-44EE-BD0C-AB25E42C2C5C}" dt="2024-04-04T15:45:47.745" v="170" actId="13926"/>
          <ac:spMkLst>
            <pc:docMk/>
            <pc:sldMk cId="1401371354" sldId="331"/>
            <ac:spMk id="3" creationId="{00000000-0000-0000-0000-000000000000}"/>
          </ac:spMkLst>
        </pc:spChg>
      </pc:sldChg>
      <pc:sldChg chg="modSp mod">
        <pc:chgData name="Yim Pan Chui, Dr. (CSD)" userId="06f431c5-cc1a-4439-a61b-5f3af947c103" providerId="ADAL" clId="{7EB09E54-D62B-44EE-BD0C-AB25E42C2C5C}" dt="2024-04-04T15:33:04.719" v="124" actId="207"/>
        <pc:sldMkLst>
          <pc:docMk/>
          <pc:sldMk cId="1576308482" sldId="332"/>
        </pc:sldMkLst>
        <pc:spChg chg="mod">
          <ac:chgData name="Yim Pan Chui, Dr. (CSD)" userId="06f431c5-cc1a-4439-a61b-5f3af947c103" providerId="ADAL" clId="{7EB09E54-D62B-44EE-BD0C-AB25E42C2C5C}" dt="2024-04-04T15:21:05.908" v="82" actId="207"/>
          <ac:spMkLst>
            <pc:docMk/>
            <pc:sldMk cId="1576308482" sldId="332"/>
            <ac:spMk id="5" creationId="{00000000-0000-0000-0000-000000000000}"/>
          </ac:spMkLst>
        </pc:spChg>
        <pc:spChg chg="mod">
          <ac:chgData name="Yim Pan Chui, Dr. (CSD)" userId="06f431c5-cc1a-4439-a61b-5f3af947c103" providerId="ADAL" clId="{7EB09E54-D62B-44EE-BD0C-AB25E42C2C5C}" dt="2024-04-04T15:33:04.719" v="124" actId="207"/>
          <ac:spMkLst>
            <pc:docMk/>
            <pc:sldMk cId="1576308482" sldId="332"/>
            <ac:spMk id="7" creationId="{00000000-0000-0000-0000-000000000000}"/>
          </ac:spMkLst>
        </pc:spChg>
      </pc:sldChg>
      <pc:sldChg chg="modSp">
        <pc:chgData name="Yim Pan Chui, Dr. (CSD)" userId="06f431c5-cc1a-4439-a61b-5f3af947c103" providerId="ADAL" clId="{7EB09E54-D62B-44EE-BD0C-AB25E42C2C5C}" dt="2024-04-04T15:46:52.637" v="172" actId="13926"/>
        <pc:sldMkLst>
          <pc:docMk/>
          <pc:sldMk cId="3837783121" sldId="334"/>
        </pc:sldMkLst>
        <pc:spChg chg="mod">
          <ac:chgData name="Yim Pan Chui, Dr. (CSD)" userId="06f431c5-cc1a-4439-a61b-5f3af947c103" providerId="ADAL" clId="{7EB09E54-D62B-44EE-BD0C-AB25E42C2C5C}" dt="2024-04-04T15:46:52.637" v="172" actId="13926"/>
          <ac:spMkLst>
            <pc:docMk/>
            <pc:sldMk cId="3837783121" sldId="334"/>
            <ac:spMk id="8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4/4/2024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4/4/2024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242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168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803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431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341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146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503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670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08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0586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288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834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6791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691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7554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651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5024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0312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5223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6906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5980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2358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115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8267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9220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6043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75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5939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1426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697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" y="1066800"/>
            <a:ext cx="8991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0427"/>
            <a:ext cx="8534400" cy="2898773"/>
          </a:xfrm>
        </p:spPr>
        <p:txBody>
          <a:bodyPr>
            <a:normAutofit/>
          </a:bodyPr>
          <a:lstStyle/>
          <a:p>
            <a:pPr algn="ctr"/>
            <a:r>
              <a:rPr lang="en-US" altLang="zh-TW" b="1" dirty="0">
                <a:ea typeface="新細明體" pitchFamily="18" charset="-120"/>
              </a:rPr>
              <a:t>Pointers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Pointers in C language</a:t>
            </a:r>
          </a:p>
          <a:p>
            <a:pPr lvl="1"/>
            <a:r>
              <a:rPr lang="en-US" dirty="0"/>
              <a:t>What is a pointer?</a:t>
            </a:r>
          </a:p>
          <a:p>
            <a:pPr lvl="1"/>
            <a:r>
              <a:rPr lang="en-US" dirty="0"/>
              <a:t>Pointer syntax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2. Passing data by reference via Pointers</a:t>
            </a:r>
          </a:p>
          <a:p>
            <a:pPr lvl="1"/>
            <a:r>
              <a:rPr lang="en-US" dirty="0"/>
              <a:t>How to pass multiple data from a function to its caller via parameters?</a:t>
            </a:r>
          </a:p>
          <a:p>
            <a:pPr lvl="1"/>
            <a:r>
              <a:rPr lang="en-US" dirty="0"/>
              <a:t>How to implement a function to swap the value of two variables?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3. Additional pointer concepts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1728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sz="4000" dirty="0"/>
              <a:t>1.1. What is a Reference?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2590800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altLang="zh-TW" dirty="0">
                <a:ea typeface="新細明體" pitchFamily="18" charset="-120"/>
              </a:rPr>
              <a:t>In programming, a </a:t>
            </a:r>
            <a:r>
              <a:rPr lang="en-US" altLang="zh-TW" i="1" dirty="0">
                <a:solidFill>
                  <a:srgbClr val="0070C0"/>
                </a:solidFill>
                <a:ea typeface="新細明體" pitchFamily="18" charset="-120"/>
              </a:rPr>
              <a:t>reference</a:t>
            </a:r>
            <a:r>
              <a:rPr lang="en-US" altLang="zh-TW" dirty="0">
                <a:solidFill>
                  <a:srgbClr val="0070C0"/>
                </a:solidFill>
                <a:ea typeface="新細明體" pitchFamily="18" charset="-120"/>
              </a:rPr>
              <a:t> </a:t>
            </a:r>
            <a:r>
              <a:rPr lang="en-US" altLang="zh-TW" dirty="0">
                <a:ea typeface="新細明體" pitchFamily="18" charset="-120"/>
              </a:rPr>
              <a:t>is a value that refers to a variable or a datum in the memory. </a:t>
            </a:r>
            <a:r>
              <a:rPr lang="en-US" dirty="0"/>
              <a:t>It enables a program to indirectly access a particular variable/datum.</a:t>
            </a:r>
          </a:p>
          <a:p>
            <a:pPr>
              <a:defRPr/>
            </a:pPr>
            <a:endParaRPr lang="en-US" altLang="zh-TW" dirty="0">
              <a:ea typeface="新細明體" pitchFamily="18" charset="-120"/>
            </a:endParaRPr>
          </a:p>
          <a:p>
            <a:pPr>
              <a:defRPr/>
            </a:pPr>
            <a:r>
              <a:rPr lang="en-US" altLang="zh-TW" i="1" dirty="0">
                <a:solidFill>
                  <a:srgbClr val="0070C0"/>
                </a:solidFill>
                <a:ea typeface="新細明體" pitchFamily="18" charset="-120"/>
              </a:rPr>
              <a:t>Dereferencing</a:t>
            </a:r>
            <a:r>
              <a:rPr lang="en-US" altLang="zh-TW" dirty="0">
                <a:ea typeface="新細明體" pitchFamily="18" charset="-120"/>
              </a:rPr>
              <a:t> a reference </a:t>
            </a:r>
            <a:r>
              <a:rPr lang="en-US" altLang="zh-TW" dirty="0">
                <a:ea typeface="新細明體" pitchFamily="18" charset="-120"/>
                <a:sym typeface="Wingdings" panose="05000000000000000000" pitchFamily="2" charset="2"/>
              </a:rPr>
              <a:t></a:t>
            </a:r>
            <a:r>
              <a:rPr lang="en-US" altLang="zh-TW" dirty="0">
                <a:ea typeface="新細明體" pitchFamily="18" charset="-120"/>
              </a:rPr>
              <a:t> Accessing a variable/datum through the reference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550745" y="4114800"/>
            <a:ext cx="1676400" cy="5334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Reference</a:t>
            </a:r>
          </a:p>
        </p:txBody>
      </p:sp>
      <p:sp>
        <p:nvSpPr>
          <p:cNvPr id="13" name="Line 9"/>
          <p:cNvSpPr>
            <a:spLocks noChangeShapeType="1"/>
          </p:cNvSpPr>
          <p:nvPr/>
        </p:nvSpPr>
        <p:spPr bwMode="auto">
          <a:xfrm>
            <a:off x="3239845" y="4381500"/>
            <a:ext cx="243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5678245" y="4191000"/>
            <a:ext cx="1600200" cy="381000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Datum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5334000" y="4570445"/>
            <a:ext cx="2201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Address: 0x12341000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9817017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 pitchFamily="18" charset="-120"/>
              </a:rPr>
              <a:t>1.2. What is a Pointer?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9875" y="1163638"/>
            <a:ext cx="8526463" cy="5068887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新細明體" pitchFamily="18" charset="-120"/>
              </a:rPr>
              <a:t>A </a:t>
            </a:r>
            <a:r>
              <a:rPr lang="en-US" altLang="zh-TW" i="1" dirty="0">
                <a:solidFill>
                  <a:srgbClr val="0070C0"/>
                </a:solidFill>
                <a:ea typeface="新細明體" pitchFamily="18" charset="-120"/>
              </a:rPr>
              <a:t>pointer</a:t>
            </a:r>
            <a:r>
              <a:rPr lang="en-US" altLang="zh-TW" dirty="0">
                <a:solidFill>
                  <a:srgbClr val="0070C0"/>
                </a:solidFill>
                <a:ea typeface="新細明體" pitchFamily="18" charset="-120"/>
              </a:rPr>
              <a:t> </a:t>
            </a:r>
            <a:r>
              <a:rPr lang="en-US" altLang="zh-TW" dirty="0">
                <a:ea typeface="新細明體" pitchFamily="18" charset="-120"/>
              </a:rPr>
              <a:t>in C language is a kind of </a:t>
            </a:r>
            <a:r>
              <a:rPr lang="en-US" altLang="zh-TW" i="1" u="sng" dirty="0">
                <a:ea typeface="新細明體" pitchFamily="18" charset="-120"/>
              </a:rPr>
              <a:t>reference</a:t>
            </a:r>
            <a:r>
              <a:rPr lang="en-US" altLang="zh-TW" dirty="0">
                <a:ea typeface="新細明體" pitchFamily="18" charset="-120"/>
              </a:rPr>
              <a:t>.</a:t>
            </a:r>
          </a:p>
          <a:p>
            <a:pPr eaLnBrk="1" hangingPunct="1"/>
            <a:endParaRPr lang="en-US" altLang="zh-TW" dirty="0">
              <a:ea typeface="新細明體" pitchFamily="18" charset="-120"/>
            </a:endParaRPr>
          </a:p>
          <a:p>
            <a:pPr eaLnBrk="1" hangingPunct="1"/>
            <a:r>
              <a:rPr lang="en-US" altLang="zh-TW" dirty="0">
                <a:ea typeface="新細明體" pitchFamily="18" charset="-120"/>
              </a:rPr>
              <a:t>A pointer == A memory address</a:t>
            </a:r>
          </a:p>
          <a:p>
            <a:pPr eaLnBrk="1" hangingPunct="1"/>
            <a:endParaRPr lang="en-US" altLang="zh-TW" dirty="0">
              <a:ea typeface="新細明體" pitchFamily="18" charset="-120"/>
            </a:endParaRPr>
          </a:p>
          <a:p>
            <a:pPr eaLnBrk="1" hangingPunct="1"/>
            <a:r>
              <a:rPr lang="en-US" altLang="zh-TW" dirty="0">
                <a:ea typeface="新細明體" pitchFamily="18" charset="-120"/>
              </a:rPr>
              <a:t>A </a:t>
            </a:r>
            <a:r>
              <a:rPr lang="en-US" altLang="zh-TW" i="1" dirty="0">
                <a:solidFill>
                  <a:srgbClr val="0070C0"/>
                </a:solidFill>
                <a:highlight>
                  <a:srgbClr val="00FF00"/>
                </a:highlight>
                <a:ea typeface="新細明體" pitchFamily="18" charset="-120"/>
              </a:rPr>
              <a:t>pointer variable</a:t>
            </a:r>
            <a:r>
              <a:rPr lang="en-US" altLang="zh-TW" dirty="0">
                <a:ea typeface="新細明體" pitchFamily="18" charset="-120"/>
              </a:rPr>
              <a:t> is a variable that stores </a:t>
            </a:r>
            <a:r>
              <a:rPr lang="en-US" altLang="zh-TW" b="1" dirty="0">
                <a:highlight>
                  <a:srgbClr val="00FF00"/>
                </a:highlight>
                <a:ea typeface="新細明體" pitchFamily="18" charset="-120"/>
              </a:rPr>
              <a:t>memory</a:t>
            </a:r>
            <a:r>
              <a:rPr lang="en-US" altLang="zh-TW" dirty="0">
                <a:highlight>
                  <a:srgbClr val="00FF00"/>
                </a:highlight>
                <a:ea typeface="新細明體" pitchFamily="18" charset="-120"/>
              </a:rPr>
              <a:t> </a:t>
            </a:r>
            <a:r>
              <a:rPr lang="en-US" altLang="zh-TW" b="1" dirty="0">
                <a:highlight>
                  <a:srgbClr val="00FF00"/>
                </a:highlight>
                <a:ea typeface="新細明體" pitchFamily="18" charset="-120"/>
              </a:rPr>
              <a:t>address</a:t>
            </a:r>
            <a:r>
              <a:rPr lang="en-US" altLang="zh-TW" dirty="0">
                <a:ea typeface="新細明體" pitchFamily="18" charset="-120"/>
              </a:rPr>
              <a:t>.</a:t>
            </a:r>
          </a:p>
          <a:p>
            <a:pPr eaLnBrk="1" hangingPunct="1"/>
            <a:endParaRPr lang="en-US" altLang="zh-TW" dirty="0">
              <a:ea typeface="新細明體" pitchFamily="18" charset="-120"/>
            </a:endParaRPr>
          </a:p>
          <a:p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n-US" altLang="zh-TW" dirty="0"/>
              <a:t> is used when the pointer points to nothing.</a:t>
            </a:r>
          </a:p>
          <a:p>
            <a:endParaRPr lang="en-US" altLang="zh-TW" dirty="0"/>
          </a:p>
          <a:p>
            <a:pPr eaLnBrk="1" hangingPunct="1"/>
            <a:endParaRPr lang="en-US" altLang="zh-TW" dirty="0">
              <a:ea typeface="新細明體" pitchFamily="18" charset="-120"/>
            </a:endParaRPr>
          </a:p>
          <a:p>
            <a:pPr eaLnBrk="1" hangingPunct="1"/>
            <a:endParaRPr lang="en-US" altLang="zh-TW" dirty="0">
              <a:ea typeface="新細明體" pitchFamily="18" charset="-120"/>
            </a:endParaRPr>
          </a:p>
          <a:p>
            <a:pPr eaLnBrk="1" hangingPunct="1"/>
            <a:endParaRPr lang="en-US" altLang="zh-TW" dirty="0">
              <a:ea typeface="新細明體" pitchFamily="18" charset="-120"/>
            </a:endParaRPr>
          </a:p>
          <a:p>
            <a:pPr eaLnBrk="1" hangingPunct="1"/>
            <a:endParaRPr lang="en-US" altLang="zh-TW" dirty="0">
              <a:ea typeface="新細明體" pitchFamily="18" charset="-12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65E807-B880-554A-AA02-857817FCB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895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446723" y="1371600"/>
            <a:ext cx="2448877" cy="381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1.3. Pointer Syntax</a:t>
            </a: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61963" y="990600"/>
            <a:ext cx="8682037" cy="3733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foo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99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NULL;         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990600"/>
            <a:ext cx="461963" cy="373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11" name="Rectangle 7"/>
          <p:cNvSpPr txBox="1">
            <a:spLocks noChangeArrowheads="1"/>
          </p:cNvSpPr>
          <p:nvPr/>
        </p:nvSpPr>
        <p:spPr>
          <a:xfrm>
            <a:off x="4419600" y="1219200"/>
            <a:ext cx="4611688" cy="16383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Declare a pointer variable named </a:t>
            </a:r>
            <a:r>
              <a:rPr kumimoji="1" lang="en-US" altLang="zh-TW" sz="2400" dirty="0" err="1">
                <a:solidFill>
                  <a:srgbClr val="0070C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.</a:t>
            </a:r>
          </a:p>
          <a:p>
            <a:pPr marL="0" indent="0">
              <a:spcBef>
                <a:spcPct val="0"/>
              </a:spcBef>
              <a:buFontTx/>
              <a:buNone/>
            </a:pPr>
            <a:endParaRPr kumimoji="1" lang="en-US" altLang="zh-TW" sz="2400" dirty="0">
              <a:ea typeface="新細明體" pitchFamily="18" charset="-120"/>
              <a:cs typeface="Times New Roman" pitchFamily="18" charset="0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Initialize </a:t>
            </a:r>
            <a:r>
              <a:rPr kumimoji="1" lang="en-US" altLang="zh-TW" sz="2400" dirty="0" err="1">
                <a:solidFill>
                  <a:srgbClr val="0070C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 to point to nothing (</a:t>
            </a:r>
            <a:r>
              <a:rPr kumimoji="1"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NULL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).</a:t>
            </a:r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 flipH="1" flipV="1">
            <a:off x="2895600" y="1600199"/>
            <a:ext cx="1524000" cy="575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739900" y="4991100"/>
            <a:ext cx="1676400" cy="5334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>
            <a:off x="3429000" y="5257800"/>
            <a:ext cx="83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5867400" y="5067300"/>
            <a:ext cx="1600200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49499" y="5448300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36218" y="5448300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foo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67200" y="5048190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F896B616-C009-504B-90EF-821D1866C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58220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461963" y="2019300"/>
            <a:ext cx="1697037" cy="381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1.3. Pointer Syntax</a:t>
            </a: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61963" y="990600"/>
            <a:ext cx="8682037" cy="3733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foo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99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NULL;         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&amp;foo;       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990600"/>
            <a:ext cx="461963" cy="373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11" name="Rectangle 7"/>
          <p:cNvSpPr txBox="1">
            <a:spLocks noChangeArrowheads="1"/>
          </p:cNvSpPr>
          <p:nvPr/>
        </p:nvSpPr>
        <p:spPr>
          <a:xfrm>
            <a:off x="3505200" y="1219200"/>
            <a:ext cx="5526088" cy="31242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 is the </a:t>
            </a:r>
            <a:r>
              <a:rPr kumimoji="1" lang="en-US" altLang="zh-TW" sz="2400" i="1" dirty="0">
                <a:solidFill>
                  <a:srgbClr val="0070C0"/>
                </a:solidFill>
                <a:ea typeface="新細明體" pitchFamily="18" charset="-120"/>
                <a:cs typeface="Times New Roman" pitchFamily="18" charset="0"/>
              </a:rPr>
              <a:t>address-of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 operator, which yields the </a:t>
            </a:r>
            <a:r>
              <a:rPr kumimoji="1" lang="en-US" altLang="zh-TW" sz="2400" b="1" dirty="0">
                <a:ea typeface="新細明體" pitchFamily="18" charset="-120"/>
                <a:cs typeface="Times New Roman" pitchFamily="18" charset="0"/>
              </a:rPr>
              <a:t>memory address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 of a variable.</a:t>
            </a:r>
          </a:p>
          <a:p>
            <a:pPr marL="0" indent="0">
              <a:spcBef>
                <a:spcPct val="0"/>
              </a:spcBef>
              <a:buFontTx/>
              <a:buNone/>
            </a:pPr>
            <a:endParaRPr kumimoji="1" lang="en-US" altLang="zh-TW" sz="2400" dirty="0">
              <a:ea typeface="新細明體" pitchFamily="18" charset="-120"/>
              <a:cs typeface="Times New Roman" pitchFamily="18" charset="0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In this example, the address of 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foo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is assigned to </a:t>
            </a:r>
            <a:r>
              <a:rPr kumimoji="1" lang="en-US" altLang="zh-TW" sz="2400" dirty="0" err="1">
                <a:solidFill>
                  <a:srgbClr val="0070C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. The effect of this is like "making </a:t>
            </a:r>
            <a:r>
              <a:rPr kumimoji="1" lang="en-US" altLang="zh-TW" sz="2400" dirty="0" err="1">
                <a:solidFill>
                  <a:srgbClr val="0070C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 points to 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foo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".</a:t>
            </a:r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 flipH="1">
            <a:off x="2159000" y="22098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739900" y="4991100"/>
            <a:ext cx="1676400" cy="5334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>
            <a:off x="3429000" y="5257800"/>
            <a:ext cx="243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5867400" y="5067300"/>
            <a:ext cx="1600200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49499" y="5448300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36218" y="5448300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foo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B4A7ADCA-C556-A544-B146-9CFAAB3ED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17075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461964" y="2667000"/>
            <a:ext cx="1443036" cy="381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1.3. Pointer Syntax</a:t>
            </a: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61963" y="990600"/>
            <a:ext cx="8682037" cy="3733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foo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99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NULL;         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&amp;foo;       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</a:t>
            </a:r>
            <a:r>
              <a:rPr lang="en-US" altLang="zh-TW" sz="2000" b="0" dirty="0" err="1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990600"/>
            <a:ext cx="461963" cy="373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18" name="Oval 17"/>
          <p:cNvSpPr/>
          <p:nvPr/>
        </p:nvSpPr>
        <p:spPr>
          <a:xfrm>
            <a:off x="1739900" y="4991100"/>
            <a:ext cx="1676400" cy="5334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>
            <a:off x="3429000" y="5257800"/>
            <a:ext cx="243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5867400" y="5067300"/>
            <a:ext cx="1600200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349499" y="5448300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36218" y="5448300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foo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Rectangle 7"/>
          <p:cNvSpPr txBox="1">
            <a:spLocks noChangeArrowheads="1"/>
          </p:cNvSpPr>
          <p:nvPr/>
        </p:nvSpPr>
        <p:spPr>
          <a:xfrm>
            <a:off x="3416301" y="990600"/>
            <a:ext cx="5614988" cy="3200400"/>
          </a:xfrm>
          <a:prstGeom prst="rect">
            <a:avLst/>
          </a:prstGeom>
          <a:solidFill>
            <a:srgbClr val="CCFFCB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The </a:t>
            </a:r>
            <a:r>
              <a:rPr kumimoji="1" lang="en-US" altLang="zh-TW" sz="2400" u="sng" dirty="0">
                <a:ea typeface="新細明體" pitchFamily="18" charset="-120"/>
                <a:cs typeface="Times New Roman" pitchFamily="18" charset="0"/>
              </a:rPr>
              <a:t>unary operator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 </a:t>
            </a:r>
            <a:r>
              <a:rPr kumimoji="1" lang="en-US" altLang="zh-TW" sz="2400" dirty="0">
                <a:solidFill>
                  <a:srgbClr val="0070C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 is a </a:t>
            </a:r>
            <a:r>
              <a:rPr kumimoji="1" lang="en-US" altLang="zh-TW" sz="2400" i="1" dirty="0">
                <a:solidFill>
                  <a:srgbClr val="0070C0"/>
                </a:solidFill>
                <a:highlight>
                  <a:srgbClr val="00FFFF"/>
                </a:highlight>
                <a:ea typeface="新細明體" pitchFamily="18" charset="-120"/>
                <a:cs typeface="Times New Roman" pitchFamily="18" charset="0"/>
              </a:rPr>
              <a:t>dereference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 operator.</a:t>
            </a:r>
          </a:p>
          <a:p>
            <a:pPr marL="0" indent="0">
              <a:spcBef>
                <a:spcPct val="0"/>
              </a:spcBef>
              <a:buFontTx/>
              <a:buNone/>
            </a:pPr>
            <a:endParaRPr kumimoji="1" lang="en-US" altLang="zh-TW" sz="2400" dirty="0">
              <a:ea typeface="新細明體" pitchFamily="18" charset="-120"/>
              <a:cs typeface="Times New Roman" pitchFamily="18" charset="0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400" dirty="0" err="1">
                <a:solidFill>
                  <a:srgbClr val="0070C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 holds the address of 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foo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,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so </a:t>
            </a:r>
            <a:r>
              <a:rPr kumimoji="1" lang="en-US" altLang="zh-TW" sz="2400" dirty="0">
                <a:solidFill>
                  <a:srgbClr val="0070C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</a:t>
            </a:r>
            <a:r>
              <a:rPr kumimoji="1" lang="en-US" altLang="zh-TW" sz="2400" dirty="0" err="1">
                <a:solidFill>
                  <a:srgbClr val="0070C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 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  <a:sym typeface="Wingdings" panose="05000000000000000000" pitchFamily="2" charset="2"/>
              </a:rPr>
              <a:t>(dereferencing the address) means "accessing 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  <a:sym typeface="Wingdings" panose="05000000000000000000" pitchFamily="2" charset="2"/>
              </a:rPr>
              <a:t>foo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  <a:sym typeface="Wingdings" panose="05000000000000000000" pitchFamily="2" charset="2"/>
              </a:rPr>
              <a:t>"</a:t>
            </a:r>
          </a:p>
          <a:p>
            <a:pPr marL="0" indent="0">
              <a:spcBef>
                <a:spcPct val="0"/>
              </a:spcBef>
              <a:buFontTx/>
              <a:buNone/>
            </a:pPr>
            <a:endParaRPr kumimoji="1" lang="en-US" altLang="zh-TW" sz="2400" dirty="0">
              <a:ea typeface="新細明體" pitchFamily="18" charset="-12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400" dirty="0">
                <a:ea typeface="新細明體" pitchFamily="18" charset="-120"/>
                <a:cs typeface="Times New Roman" pitchFamily="18" charset="0"/>
                <a:sym typeface="Wingdings" panose="05000000000000000000" pitchFamily="2" charset="2"/>
              </a:rPr>
              <a:t>In this example, 10 is assigned to 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  <a:sym typeface="Wingdings" panose="05000000000000000000" pitchFamily="2" charset="2"/>
              </a:rPr>
              <a:t>foo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  <a:sym typeface="Wingdings" panose="05000000000000000000" pitchFamily="2" charset="2"/>
              </a:rPr>
              <a:t>.</a:t>
            </a:r>
            <a:endParaRPr kumimoji="1" lang="en-US" altLang="zh-TW" sz="2400" dirty="0"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9" name="Line 9"/>
          <p:cNvSpPr>
            <a:spLocks noChangeShapeType="1"/>
          </p:cNvSpPr>
          <p:nvPr/>
        </p:nvSpPr>
        <p:spPr bwMode="auto">
          <a:xfrm flipH="1">
            <a:off x="1904999" y="2857500"/>
            <a:ext cx="152400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9426C91-9203-B34D-9152-AF1240B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91388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1.3. Pointer Syntax</a:t>
            </a: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61963" y="990600"/>
            <a:ext cx="8682037" cy="3733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foo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99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NULL;         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&amp;foo;       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</a:t>
            </a:r>
            <a:r>
              <a:rPr lang="en-US" altLang="zh-TW" sz="2000" b="0" dirty="0" err="1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990600"/>
            <a:ext cx="461963" cy="373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18" name="Oval 17"/>
          <p:cNvSpPr/>
          <p:nvPr/>
        </p:nvSpPr>
        <p:spPr>
          <a:xfrm>
            <a:off x="1739900" y="4991100"/>
            <a:ext cx="1676400" cy="5334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>
            <a:off x="3429000" y="5257800"/>
            <a:ext cx="243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5867400" y="5067300"/>
            <a:ext cx="1600200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349499" y="5448300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36218" y="5448300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foo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Rectangle 7"/>
          <p:cNvSpPr txBox="1">
            <a:spLocks noChangeArrowheads="1"/>
          </p:cNvSpPr>
          <p:nvPr/>
        </p:nvSpPr>
        <p:spPr>
          <a:xfrm>
            <a:off x="5867400" y="2667000"/>
            <a:ext cx="1905000" cy="59055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This is </a:t>
            </a:r>
            <a:r>
              <a:rPr kumimoji="1" lang="en-US" altLang="zh-TW" sz="2400" dirty="0">
                <a:solidFill>
                  <a:srgbClr val="0070C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</a:t>
            </a:r>
            <a:r>
              <a:rPr kumimoji="1" lang="en-US" altLang="zh-TW" sz="2400" dirty="0" err="1">
                <a:solidFill>
                  <a:srgbClr val="0070C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endParaRPr kumimoji="1" lang="en-US" altLang="zh-TW" sz="2400" dirty="0">
              <a:highlight>
                <a:srgbClr val="00FFFF"/>
              </a:highlight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4" name="Rectangle 7"/>
          <p:cNvSpPr txBox="1">
            <a:spLocks noChangeArrowheads="1"/>
          </p:cNvSpPr>
          <p:nvPr/>
        </p:nvSpPr>
        <p:spPr>
          <a:xfrm>
            <a:off x="2653428" y="2667000"/>
            <a:ext cx="1842372" cy="6350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This is </a:t>
            </a:r>
            <a:r>
              <a:rPr kumimoji="1" lang="en-US" altLang="zh-TW" sz="2400" dirty="0" err="1">
                <a:solidFill>
                  <a:srgbClr val="0070C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endParaRPr kumimoji="1" lang="en-US" altLang="zh-TW" sz="2400" dirty="0">
              <a:highlight>
                <a:srgbClr val="00FF00"/>
              </a:highlight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5638800" y="4724400"/>
            <a:ext cx="2133600" cy="1219200"/>
          </a:xfrm>
          <a:prstGeom prst="ellipse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ine 9"/>
          <p:cNvSpPr>
            <a:spLocks noChangeShapeType="1"/>
          </p:cNvSpPr>
          <p:nvPr/>
        </p:nvSpPr>
        <p:spPr bwMode="auto">
          <a:xfrm flipH="1">
            <a:off x="6705599" y="3251200"/>
            <a:ext cx="338477" cy="147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6" name="Line 9"/>
          <p:cNvSpPr>
            <a:spLocks noChangeShapeType="1"/>
          </p:cNvSpPr>
          <p:nvPr/>
        </p:nvSpPr>
        <p:spPr bwMode="auto">
          <a:xfrm flipH="1">
            <a:off x="2819400" y="3302000"/>
            <a:ext cx="825500" cy="142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1511300" y="4724400"/>
            <a:ext cx="2133600" cy="1219200"/>
          </a:xfrm>
          <a:prstGeom prst="ellipse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B5042D3-D742-584F-B8C0-305119B4F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258410-B8AE-ABAC-9C26-EA8A781C3F79}"/>
              </a:ext>
            </a:extLst>
          </p:cNvPr>
          <p:cNvSpPr txBox="1"/>
          <p:nvPr/>
        </p:nvSpPr>
        <p:spPr>
          <a:xfrm>
            <a:off x="2616368" y="2317625"/>
            <a:ext cx="280243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US" dirty="0"/>
              <a:t>integer pointer type </a:t>
            </a:r>
            <a:r>
              <a:rPr lang="en-US" b="1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F60E7C-A740-00CC-6DD1-DA88C673F22A}"/>
              </a:ext>
            </a:extLst>
          </p:cNvPr>
          <p:cNvSpPr txBox="1"/>
          <p:nvPr/>
        </p:nvSpPr>
        <p:spPr>
          <a:xfrm>
            <a:off x="6573829" y="2324100"/>
            <a:ext cx="178754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US" dirty="0"/>
              <a:t>integer type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4737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>
          <a:xfrm>
            <a:off x="4675991" y="3377975"/>
            <a:ext cx="2321707" cy="381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461963" y="3377975"/>
            <a:ext cx="2691115" cy="37364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altLang="zh-TW" sz="3200" dirty="0">
                <a:ea typeface="新細明體" pitchFamily="18" charset="-120"/>
              </a:rPr>
              <a:t>1.4. Copying datum at an address vs. copying address</a:t>
            </a: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61963" y="990600"/>
            <a:ext cx="4186237" cy="297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foo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bar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p1 = &amp;foo;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p2 = &amp;bar;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Copying the </a:t>
            </a:r>
            <a:r>
              <a:rPr lang="en-US" altLang="zh-TW" sz="2000" u="sng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value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at an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address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*p1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*p2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990600"/>
            <a:ext cx="461963" cy="2971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</p:txBody>
      </p:sp>
      <p:sp>
        <p:nvSpPr>
          <p:cNvPr id="18" name="Oval 17"/>
          <p:cNvSpPr/>
          <p:nvPr/>
        </p:nvSpPr>
        <p:spPr>
          <a:xfrm>
            <a:off x="461963" y="4270345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>
            <a:off x="1592263" y="4460845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2293031" y="4254530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766" y="4645055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31824" y="4635530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foo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" name="Line 9"/>
          <p:cNvSpPr>
            <a:spLocks noChangeShapeType="1"/>
          </p:cNvSpPr>
          <p:nvPr/>
        </p:nvSpPr>
        <p:spPr bwMode="auto">
          <a:xfrm>
            <a:off x="1579563" y="5476845"/>
            <a:ext cx="71346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2305731" y="5270530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716" y="5661055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44524" y="5651530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bar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Rectangle 3"/>
          <p:cNvSpPr>
            <a:spLocks noChangeArrowheads="1"/>
          </p:cNvSpPr>
          <p:nvPr/>
        </p:nvSpPr>
        <p:spPr bwMode="auto">
          <a:xfrm>
            <a:off x="4648200" y="990600"/>
            <a:ext cx="4495801" cy="297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foo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bar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p1 = &amp;foo;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p2 = &amp;bar;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Copying an address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24" name="Oval 23"/>
          <p:cNvSpPr/>
          <p:nvPr/>
        </p:nvSpPr>
        <p:spPr>
          <a:xfrm>
            <a:off x="461963" y="5286345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5166632" y="4286160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Line 9"/>
          <p:cNvSpPr>
            <a:spLocks noChangeShapeType="1"/>
          </p:cNvSpPr>
          <p:nvPr/>
        </p:nvSpPr>
        <p:spPr bwMode="auto">
          <a:xfrm>
            <a:off x="6296931" y="4476660"/>
            <a:ext cx="700767" cy="98437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7" name="Rectangle 5"/>
          <p:cNvSpPr>
            <a:spLocks noChangeArrowheads="1"/>
          </p:cNvSpPr>
          <p:nvPr/>
        </p:nvSpPr>
        <p:spPr bwMode="auto">
          <a:xfrm>
            <a:off x="6997700" y="4270345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75435" y="4660870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6493" y="4651345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foo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6" name="Line 9"/>
          <p:cNvSpPr>
            <a:spLocks noChangeShapeType="1"/>
          </p:cNvSpPr>
          <p:nvPr/>
        </p:nvSpPr>
        <p:spPr bwMode="auto">
          <a:xfrm>
            <a:off x="6284232" y="5492660"/>
            <a:ext cx="71346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auto">
          <a:xfrm>
            <a:off x="7010400" y="5286345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98385" y="5676870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49193" y="5667345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bar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5166632" y="5302160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urved Right Arrow 1"/>
          <p:cNvSpPr/>
          <p:nvPr/>
        </p:nvSpPr>
        <p:spPr>
          <a:xfrm flipH="1" flipV="1">
            <a:off x="3276600" y="4436525"/>
            <a:ext cx="381000" cy="1045292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657600" y="4769959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copy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3" name="Curved Right Arrow 42"/>
          <p:cNvSpPr/>
          <p:nvPr/>
        </p:nvSpPr>
        <p:spPr>
          <a:xfrm flipV="1">
            <a:off x="4724400" y="4429116"/>
            <a:ext cx="327932" cy="1045292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Oval 43"/>
          <p:cNvSpPr/>
          <p:nvPr/>
        </p:nvSpPr>
        <p:spPr>
          <a:xfrm>
            <a:off x="2057400" y="5170069"/>
            <a:ext cx="1371600" cy="544932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5023032" y="5209351"/>
            <a:ext cx="1371600" cy="544932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B79DA131-AFA8-2B48-97D2-10C09F6DA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5378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9875" y="1143000"/>
            <a:ext cx="8526463" cy="5029200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新細明體" pitchFamily="18" charset="-120"/>
              </a:rPr>
              <a:t>Pointers are passed by value</a:t>
            </a:r>
          </a:p>
          <a:p>
            <a:pPr lvl="1" eaLnBrk="1" hangingPunct="1"/>
            <a:r>
              <a:rPr lang="en-US" altLang="zh-TW" dirty="0">
                <a:ea typeface="新細明體" pitchFamily="18" charset="-120"/>
              </a:rPr>
              <a:t>The address stored in one pointer variable (the actual parameter) is copied to another pointer variable (the formal parameter).</a:t>
            </a:r>
          </a:p>
          <a:p>
            <a:pPr eaLnBrk="1" hangingPunct="1"/>
            <a:endParaRPr lang="en-US" altLang="zh-TW" sz="1400" dirty="0">
              <a:ea typeface="新細明體" pitchFamily="18" charset="-120"/>
            </a:endParaRPr>
          </a:p>
          <a:p>
            <a:pPr eaLnBrk="1" hangingPunct="1"/>
            <a:endParaRPr lang="en-US" altLang="zh-TW" sz="1400" dirty="0">
              <a:ea typeface="新細明體" pitchFamily="18" charset="-120"/>
            </a:endParaRPr>
          </a:p>
          <a:p>
            <a:pPr eaLnBrk="1" hangingPunct="1"/>
            <a:r>
              <a:rPr lang="en-US" altLang="zh-TW" dirty="0">
                <a:ea typeface="新細明體" pitchFamily="18" charset="-120"/>
              </a:rPr>
              <a:t>Passing a pointer by value allows us to </a:t>
            </a:r>
            <a:r>
              <a:rPr lang="en-US" altLang="zh-TW" u="sng" dirty="0">
                <a:solidFill>
                  <a:srgbClr val="FF0000"/>
                </a:solidFill>
                <a:ea typeface="新細明體" pitchFamily="18" charset="-120"/>
              </a:rPr>
              <a:t>emulate</a:t>
            </a:r>
            <a:r>
              <a:rPr lang="en-US" altLang="zh-TW" dirty="0">
                <a:ea typeface="新細明體" pitchFamily="18" charset="-120"/>
              </a:rPr>
              <a:t> the effect of "pass by reference".</a:t>
            </a:r>
          </a:p>
          <a:p>
            <a:pPr lvl="1" eaLnBrk="1" hangingPunct="1"/>
            <a:r>
              <a:rPr lang="en-US" altLang="zh-TW" dirty="0">
                <a:ea typeface="新細明體" pitchFamily="18" charset="-120"/>
              </a:rPr>
              <a:t>When the callee receives the memory address, the callee can access the data stored at that memory address </a:t>
            </a:r>
            <a:r>
              <a:rPr lang="en-US" altLang="zh-TW" i="1" dirty="0">
                <a:ea typeface="新細明體" pitchFamily="18" charset="-120"/>
              </a:rPr>
              <a:t>indirectly</a:t>
            </a:r>
            <a:r>
              <a:rPr lang="en-US" altLang="zh-TW" dirty="0">
                <a:ea typeface="新細明體" pitchFamily="18" charset="-120"/>
              </a:rPr>
              <a:t>.</a:t>
            </a:r>
            <a:endParaRPr lang="en-US" altLang="zh-TW" sz="2800" b="1" dirty="0"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 Pointers as Parameters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C5F6458-9554-CF42-96B1-D73C68D70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4692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0" y="2703304"/>
            <a:ext cx="5029200" cy="381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sz="4000" dirty="0"/>
              <a:t>2.1. Pointers as Parameters</a:t>
            </a:r>
            <a:endParaRPr lang="en-US" altLang="zh-TW" sz="4000" dirty="0">
              <a:ea typeface="新細明體" pitchFamily="18" charset="-120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61963" y="990600"/>
            <a:ext cx="4567237" cy="406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foo(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*p)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*p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x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&amp;x;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foo(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printf(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x);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Print 0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return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990600"/>
            <a:ext cx="461963" cy="4064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16" name="Oval 15"/>
          <p:cNvSpPr/>
          <p:nvPr/>
        </p:nvSpPr>
        <p:spPr>
          <a:xfrm>
            <a:off x="5760847" y="3314700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Line 9"/>
          <p:cNvSpPr>
            <a:spLocks noChangeShapeType="1"/>
          </p:cNvSpPr>
          <p:nvPr/>
        </p:nvSpPr>
        <p:spPr bwMode="auto">
          <a:xfrm>
            <a:off x="6891146" y="3505200"/>
            <a:ext cx="70076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7591915" y="3298885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69650" y="3689410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59073" y="368941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7" name="Text Box 25"/>
          <p:cNvSpPr txBox="1">
            <a:spLocks noChangeArrowheads="1"/>
          </p:cNvSpPr>
          <p:nvPr/>
        </p:nvSpPr>
        <p:spPr bwMode="auto">
          <a:xfrm>
            <a:off x="230981" y="5181600"/>
            <a:ext cx="8608219" cy="914400"/>
          </a:xfrm>
          <a:prstGeom prst="rect">
            <a:avLst/>
          </a:prstGeom>
          <a:solidFill>
            <a:srgbClr val="CCFFCB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(Line 6) Initially, </a:t>
            </a:r>
            <a:r>
              <a:rPr lang="en-US" altLang="zh-TW" sz="2000" dirty="0" err="1">
                <a:latin typeface="Consolas" panose="020B0609020204030204" pitchFamily="49" charset="0"/>
                <a:ea typeface="新細明體" pitchFamily="18" charset="-120"/>
              </a:rPr>
              <a:t>ptr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holds the address of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.</a:t>
            </a:r>
            <a:endParaRPr lang="en-US" altLang="zh-TW" sz="2000" dirty="0"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495CE63-F488-254F-A42F-DC4DE6066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46906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0" y="3352800"/>
            <a:ext cx="5029200" cy="381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sz="4000" dirty="0"/>
              <a:t>2.1. Pointers as Parameters</a:t>
            </a:r>
            <a:endParaRPr lang="en-US" altLang="zh-TW" sz="4000" dirty="0">
              <a:ea typeface="新細明體" pitchFamily="18" charset="-120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61963" y="990600"/>
            <a:ext cx="4567237" cy="406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foo(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*p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x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&amp;x;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foo(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printf(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x);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Print 0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return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990600"/>
            <a:ext cx="461963" cy="4064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12" name="Oval 11"/>
          <p:cNvSpPr/>
          <p:nvPr/>
        </p:nvSpPr>
        <p:spPr>
          <a:xfrm>
            <a:off x="5760846" y="1160343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221101" y="1552396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>
            <a:off x="6891146" y="1347697"/>
            <a:ext cx="700769" cy="19511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760847" y="3314700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Line 9"/>
          <p:cNvSpPr>
            <a:spLocks noChangeShapeType="1"/>
          </p:cNvSpPr>
          <p:nvPr/>
        </p:nvSpPr>
        <p:spPr bwMode="auto">
          <a:xfrm>
            <a:off x="6891146" y="3505200"/>
            <a:ext cx="70076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7591915" y="3298885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9650" y="3689410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59073" y="368941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230981" y="5181600"/>
            <a:ext cx="8608219" cy="914400"/>
          </a:xfrm>
          <a:prstGeom prst="rect">
            <a:avLst/>
          </a:prstGeom>
          <a:solidFill>
            <a:srgbClr val="CCFFCB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(Line 8) During the function call, value of </a:t>
            </a:r>
            <a:r>
              <a:rPr lang="en-US" altLang="zh-TW" sz="2000" dirty="0" err="1">
                <a:latin typeface="Consolas" panose="020B0609020204030204" pitchFamily="49" charset="0"/>
                <a:ea typeface="新細明體" pitchFamily="18" charset="-120"/>
              </a:rPr>
              <a:t>ptr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(address of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) is copied to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</a:rPr>
              <a:t>p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. In effect,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</a:rPr>
              <a:t>p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points to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</a:rPr>
              <a:t>x.</a:t>
            </a:r>
          </a:p>
          <a:p>
            <a:endParaRPr lang="en-US" altLang="zh-TW" sz="2000" dirty="0"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AC50377-5215-C941-8C7B-14B20BFE7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43611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0" y="1371451"/>
            <a:ext cx="5029200" cy="381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sz="4000" dirty="0"/>
              <a:t>2.1. Pointers as Parameters</a:t>
            </a:r>
            <a:endParaRPr lang="en-US" altLang="zh-TW" sz="4000" dirty="0">
              <a:ea typeface="新細明體" pitchFamily="18" charset="-120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61963" y="990600"/>
            <a:ext cx="4567237" cy="406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foo(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x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&amp;x;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foo(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printf(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x);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Print 0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return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990600"/>
            <a:ext cx="461963" cy="4064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12" name="Oval 11"/>
          <p:cNvSpPr/>
          <p:nvPr/>
        </p:nvSpPr>
        <p:spPr>
          <a:xfrm>
            <a:off x="5760846" y="1160343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221101" y="1552396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>
            <a:off x="6891146" y="1347697"/>
            <a:ext cx="700769" cy="19511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760847" y="3314700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Line 9"/>
          <p:cNvSpPr>
            <a:spLocks noChangeShapeType="1"/>
          </p:cNvSpPr>
          <p:nvPr/>
        </p:nvSpPr>
        <p:spPr bwMode="auto">
          <a:xfrm>
            <a:off x="6891146" y="3505200"/>
            <a:ext cx="70076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7591915" y="3298885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9650" y="3689410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59073" y="368941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230981" y="5181600"/>
            <a:ext cx="8608219" cy="990600"/>
          </a:xfrm>
          <a:prstGeom prst="rect">
            <a:avLst/>
          </a:prstGeom>
          <a:solidFill>
            <a:srgbClr val="CCFFCB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(Line 2) In the function 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</a:rPr>
              <a:t>foo()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, since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is pointing at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,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*p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is equivalent to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. As a result, even though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foo()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cannot access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in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main()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directly, it is able to modify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through the pointer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.</a:t>
            </a:r>
            <a:endParaRPr lang="en-US" altLang="zh-TW" sz="2000" dirty="0">
              <a:latin typeface="Consolas" panose="020B0609020204030204" pitchFamily="49" charset="0"/>
              <a:ea typeface="新細明體" pitchFamily="18" charset="-120"/>
            </a:endParaRPr>
          </a:p>
          <a:p>
            <a:endParaRPr lang="en-US" altLang="zh-TW" sz="2000" dirty="0"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AEEE3CD-7EE6-5046-B9B9-E132BA434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91713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0" y="3718232"/>
            <a:ext cx="5029200" cy="381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sz="4000" dirty="0"/>
              <a:t>2.1. Pointers as Parameters</a:t>
            </a:r>
            <a:endParaRPr lang="en-US" altLang="zh-TW" sz="4000" dirty="0">
              <a:ea typeface="新細明體" pitchFamily="18" charset="-120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61963" y="990600"/>
            <a:ext cx="4567237" cy="406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foo(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*p)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*p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x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&amp;x;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foo(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printf(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x);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Print 0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return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990600"/>
            <a:ext cx="461963" cy="4064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15" name="Oval 14"/>
          <p:cNvSpPr/>
          <p:nvPr/>
        </p:nvSpPr>
        <p:spPr>
          <a:xfrm>
            <a:off x="5760847" y="3314700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Line 9"/>
          <p:cNvSpPr>
            <a:spLocks noChangeShapeType="1"/>
          </p:cNvSpPr>
          <p:nvPr/>
        </p:nvSpPr>
        <p:spPr bwMode="auto">
          <a:xfrm>
            <a:off x="6891146" y="3505200"/>
            <a:ext cx="70076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7591915" y="3298885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9650" y="3689410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59073" y="368941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230981" y="5181600"/>
            <a:ext cx="8608219" cy="914400"/>
          </a:xfrm>
          <a:prstGeom prst="rect">
            <a:avLst/>
          </a:prstGeom>
          <a:solidFill>
            <a:srgbClr val="CCFFCB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(Line 9) When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foo()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finishes and execution returns to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main()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, the value of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in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main()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has already been changed to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.</a:t>
            </a:r>
            <a:endParaRPr lang="en-US" altLang="zh-TW" sz="2000" dirty="0"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43EFE89-8229-1D42-B78B-CF7F45F09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54783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461963" y="3349758"/>
            <a:ext cx="4567237" cy="381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sz="4000" dirty="0"/>
              <a:t>2.1. Pointers as Parameters</a:t>
            </a:r>
            <a:endParaRPr lang="en-US" altLang="zh-TW" sz="4000" dirty="0">
              <a:ea typeface="新細明體" pitchFamily="18" charset="-120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61963" y="990600"/>
            <a:ext cx="4567237" cy="406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foo(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*p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x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foo(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&amp;x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printf(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x);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Print 0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return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990600"/>
            <a:ext cx="461963" cy="4064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230981" y="5181600"/>
            <a:ext cx="8608219" cy="990600"/>
          </a:xfrm>
          <a:prstGeom prst="rect">
            <a:avLst/>
          </a:prstGeom>
          <a:solidFill>
            <a:srgbClr val="CCFFCB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We can also pass the address of a variable directly (instead of first assigning the address to a pointer variable) to a function that accepts an address as its parameter.</a:t>
            </a:r>
          </a:p>
        </p:txBody>
      </p:sp>
      <p:sp>
        <p:nvSpPr>
          <p:cNvPr id="9" name="Oval 8"/>
          <p:cNvSpPr/>
          <p:nvPr/>
        </p:nvSpPr>
        <p:spPr>
          <a:xfrm>
            <a:off x="5760846" y="1160343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221101" y="1552396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>
            <a:off x="6891146" y="1347697"/>
            <a:ext cx="700769" cy="19511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7591915" y="3298885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endParaRPr lang="en-US" altLang="zh-TW" sz="2000" b="0" dirty="0">
              <a:solidFill>
                <a:srgbClr val="C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59073" y="368941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FA32910-13E2-ED44-8B99-112B07DBA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68272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457629" y="4057308"/>
            <a:ext cx="5100637" cy="36229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sz="3200" dirty="0"/>
              <a:t>2.2. Passing multiple values to a caller via parameters</a:t>
            </a:r>
            <a:endParaRPr lang="en-US" altLang="zh-TW" sz="3200" dirty="0">
              <a:ea typeface="新細明體" pitchFamily="18" charset="-12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990600"/>
            <a:ext cx="461963" cy="4114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76200" y="5181600"/>
            <a:ext cx="8991599" cy="990600"/>
          </a:xfrm>
          <a:prstGeom prst="rect">
            <a:avLst/>
          </a:prstGeom>
          <a:solidFill>
            <a:srgbClr val="CCFFCB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At the start of the function call,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p1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and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p2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point to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and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respectively.</a:t>
            </a:r>
          </a:p>
        </p:txBody>
      </p:sp>
      <p:sp>
        <p:nvSpPr>
          <p:cNvPr id="9" name="Oval 8"/>
          <p:cNvSpPr/>
          <p:nvPr/>
        </p:nvSpPr>
        <p:spPr>
          <a:xfrm>
            <a:off x="5726331" y="1014613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6856631" y="1224464"/>
            <a:ext cx="1236852" cy="202891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8093483" y="3866808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8084" y="1357724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0641" y="425733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8093483" y="3062884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0641" y="345340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8093483" y="1800285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8095" y="2181285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num2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8093483" y="996361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9044" y="1357724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num1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26331" y="1847699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067730" y="2218208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p2</a:t>
            </a:r>
          </a:p>
        </p:txBody>
      </p:sp>
      <p:sp>
        <p:nvSpPr>
          <p:cNvPr id="24" name="Line 9"/>
          <p:cNvSpPr>
            <a:spLocks noChangeShapeType="1"/>
          </p:cNvSpPr>
          <p:nvPr/>
        </p:nvSpPr>
        <p:spPr bwMode="auto">
          <a:xfrm>
            <a:off x="6856631" y="2048424"/>
            <a:ext cx="1236852" cy="202891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8CBA83D8-B7B4-6B49-B40E-6F5983D9A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61963" y="990600"/>
            <a:ext cx="5100637" cy="411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readTwoInt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num1, num2;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sz="2000" b="0" dirty="0" err="1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d%d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&amp;num1, &amp;num2);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*p1 = num1;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*p2 = num2;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x, y;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readTwoInt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&amp;x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&amp;y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return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4678558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461963" y="1675775"/>
            <a:ext cx="5100637" cy="41908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sz="3200" dirty="0"/>
              <a:t>2.2. Passing multiple values to a caller via parameters</a:t>
            </a:r>
            <a:endParaRPr lang="en-US" altLang="zh-TW" sz="3200" dirty="0">
              <a:ea typeface="新細明體" pitchFamily="18" charset="-120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61963" y="990600"/>
            <a:ext cx="5100637" cy="419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readTwoInt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num1, num2;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sz="2000" b="0" dirty="0" err="1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d%d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&amp;num1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&amp;num2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*p1 = num1;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*p2 = num2;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x, y;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readTwoInt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&amp;x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&amp;y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return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990600"/>
            <a:ext cx="461963" cy="4191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76200" y="5257800"/>
            <a:ext cx="8991599" cy="990600"/>
          </a:xfrm>
          <a:prstGeom prst="rect">
            <a:avLst/>
          </a:prstGeom>
          <a:solidFill>
            <a:srgbClr val="CCFFCB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Suppose the input values are 123 and 456.</a:t>
            </a:r>
          </a:p>
          <a:p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Through the addresses of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num1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and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num2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, </a:t>
            </a:r>
            <a:r>
              <a:rPr lang="en-US" altLang="zh-TW" sz="200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is able to "dereference the addresses" and store the input values into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num1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and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num2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5726331" y="1014613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6856631" y="1224464"/>
            <a:ext cx="1236852" cy="202891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8093483" y="3866808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8084" y="1357724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0641" y="425733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8093483" y="3062884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0641" y="345340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8093483" y="1800285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8095" y="2181285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num2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8093483" y="996361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9044" y="1357724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num1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26331" y="1847699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067730" y="2218208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p2</a:t>
            </a:r>
          </a:p>
        </p:txBody>
      </p:sp>
      <p:sp>
        <p:nvSpPr>
          <p:cNvPr id="24" name="Line 9"/>
          <p:cNvSpPr>
            <a:spLocks noChangeShapeType="1"/>
          </p:cNvSpPr>
          <p:nvPr/>
        </p:nvSpPr>
        <p:spPr bwMode="auto">
          <a:xfrm>
            <a:off x="6856631" y="2048424"/>
            <a:ext cx="1236852" cy="202891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814E6B6-8121-5642-94BD-5F31577E7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4468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461223" y="2056774"/>
            <a:ext cx="5100637" cy="6864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sz="3200" dirty="0"/>
              <a:t>2.2. Passing multiple values to a caller via parameters</a:t>
            </a:r>
            <a:endParaRPr lang="en-US" altLang="zh-TW" sz="3200" dirty="0">
              <a:ea typeface="新細明體" pitchFamily="18" charset="-120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61963" y="990600"/>
            <a:ext cx="5100637" cy="419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readTwoInt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num1, num2;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sz="2000" b="0" dirty="0" err="1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d%d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&amp;num1, &amp;num2);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*p1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num1;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*p2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num2;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x, y;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readTwoInt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&amp;x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&amp;y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return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990600"/>
            <a:ext cx="461963" cy="4191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76200" y="5257800"/>
            <a:ext cx="8991599" cy="914400"/>
          </a:xfrm>
          <a:prstGeom prst="rect">
            <a:avLst/>
          </a:prstGeom>
          <a:solidFill>
            <a:srgbClr val="CCFFCB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Through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p1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and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p2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, </a:t>
            </a:r>
            <a:r>
              <a:rPr lang="en-US" altLang="zh-TW" sz="200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readTwoInt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is able to copy the values from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num1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and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num2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 to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and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, thus achieving the effect of passing two integers back to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main()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.</a:t>
            </a:r>
          </a:p>
        </p:txBody>
      </p:sp>
      <p:sp>
        <p:nvSpPr>
          <p:cNvPr id="9" name="Oval 8"/>
          <p:cNvSpPr/>
          <p:nvPr/>
        </p:nvSpPr>
        <p:spPr>
          <a:xfrm>
            <a:off x="5726331" y="1014613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6856631" y="1224464"/>
            <a:ext cx="1236852" cy="202891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8093483" y="3866808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8084" y="1357724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0641" y="425733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8093483" y="3062884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0641" y="345340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8093483" y="1800285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8095" y="2181285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num2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8093483" y="996361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9044" y="1357724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num1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26331" y="1847699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067730" y="2218208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p2</a:t>
            </a:r>
          </a:p>
        </p:txBody>
      </p:sp>
      <p:sp>
        <p:nvSpPr>
          <p:cNvPr id="24" name="Line 9"/>
          <p:cNvSpPr>
            <a:spLocks noChangeShapeType="1"/>
          </p:cNvSpPr>
          <p:nvPr/>
        </p:nvSpPr>
        <p:spPr bwMode="auto">
          <a:xfrm>
            <a:off x="6856631" y="2048424"/>
            <a:ext cx="1236852" cy="202891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5" name="Curved Right Arrow 24"/>
          <p:cNvSpPr/>
          <p:nvPr/>
        </p:nvSpPr>
        <p:spPr>
          <a:xfrm>
            <a:off x="7696200" y="1224464"/>
            <a:ext cx="327932" cy="2090236"/>
          </a:xfrm>
          <a:prstGeom prst="curvedRight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Curved Right Arrow 26"/>
          <p:cNvSpPr/>
          <p:nvPr/>
        </p:nvSpPr>
        <p:spPr>
          <a:xfrm>
            <a:off x="7696940" y="1964450"/>
            <a:ext cx="327932" cy="2090236"/>
          </a:xfrm>
          <a:prstGeom prst="curved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351FB7A4-824A-FE48-81D3-66BEFEDF5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724369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sz="3200" dirty="0"/>
              <a:t>2.2. Passing multiple values to a caller via parameters</a:t>
            </a:r>
            <a:endParaRPr lang="en-US" altLang="zh-TW" sz="3200" dirty="0">
              <a:ea typeface="新細明體" pitchFamily="18" charset="-120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61963" y="990600"/>
            <a:ext cx="5100637" cy="419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readTwoInt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sz="2000" b="0" dirty="0" err="1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d%d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x, y;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readTwoInt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&amp;x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&amp;y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return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990600"/>
            <a:ext cx="461963" cy="4191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76200" y="5257800"/>
            <a:ext cx="8991599" cy="990600"/>
          </a:xfrm>
          <a:prstGeom prst="rect">
            <a:avLst/>
          </a:prstGeom>
          <a:solidFill>
            <a:srgbClr val="CCFFCB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Since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p1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and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p2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are storing the addresses of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and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, we can pass the addresses to </a:t>
            </a:r>
            <a:r>
              <a:rPr lang="en-US" altLang="zh-TW" sz="200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directly (i.e., without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). This way, </a:t>
            </a:r>
            <a:r>
              <a:rPr lang="en-US" altLang="zh-TW" sz="200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will store the input directly into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and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.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F228B4C-4C80-394D-99AD-BF44D5379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B0B7D8F-CC2B-E594-C271-A78729863E84}"/>
              </a:ext>
            </a:extLst>
          </p:cNvPr>
          <p:cNvSpPr/>
          <p:nvPr/>
        </p:nvSpPr>
        <p:spPr>
          <a:xfrm>
            <a:off x="5726331" y="1014613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Line 9">
            <a:extLst>
              <a:ext uri="{FF2B5EF4-FFF2-40B4-BE49-F238E27FC236}">
                <a16:creationId xmlns:a16="http://schemas.microsoft.com/office/drawing/2014/main" id="{46F532BD-840A-4F69-9FEA-936F883F63D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6631" y="1224464"/>
            <a:ext cx="1236852" cy="202891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B6D5676-C93B-60BA-DB55-80AA97EE6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3483" y="3866808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456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164D4E-F381-BD41-60FD-FEF5EE0E5797}"/>
              </a:ext>
            </a:extLst>
          </p:cNvPr>
          <p:cNvSpPr txBox="1"/>
          <p:nvPr/>
        </p:nvSpPr>
        <p:spPr>
          <a:xfrm>
            <a:off x="6058084" y="1357724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50553E-8C0F-7BB4-0065-22C3F7A0FF3A}"/>
              </a:ext>
            </a:extLst>
          </p:cNvPr>
          <p:cNvSpPr txBox="1"/>
          <p:nvPr/>
        </p:nvSpPr>
        <p:spPr>
          <a:xfrm>
            <a:off x="8360641" y="425733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71558A8B-790C-0203-560E-3FAB21874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3483" y="3062884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CBC1D2-D99C-0883-CECE-E65489AD3F0E}"/>
              </a:ext>
            </a:extLst>
          </p:cNvPr>
          <p:cNvSpPr txBox="1"/>
          <p:nvPr/>
        </p:nvSpPr>
        <p:spPr>
          <a:xfrm>
            <a:off x="8360641" y="345340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6E753E0-7FF0-1A6C-68DF-296A6BD39EDF}"/>
              </a:ext>
            </a:extLst>
          </p:cNvPr>
          <p:cNvSpPr/>
          <p:nvPr/>
        </p:nvSpPr>
        <p:spPr>
          <a:xfrm>
            <a:off x="5726331" y="1847699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E70334-19B6-1011-4991-3A2BE912A936}"/>
              </a:ext>
            </a:extLst>
          </p:cNvPr>
          <p:cNvSpPr txBox="1"/>
          <p:nvPr/>
        </p:nvSpPr>
        <p:spPr>
          <a:xfrm>
            <a:off x="6067730" y="2218208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p2</a:t>
            </a:r>
          </a:p>
        </p:txBody>
      </p:sp>
      <p:sp>
        <p:nvSpPr>
          <p:cNvPr id="17" name="Line 9">
            <a:extLst>
              <a:ext uri="{FF2B5EF4-FFF2-40B4-BE49-F238E27FC236}">
                <a16:creationId xmlns:a16="http://schemas.microsoft.com/office/drawing/2014/main" id="{D3339360-8D16-E709-270B-73D789788BE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6631" y="2048424"/>
            <a:ext cx="1236852" cy="202891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57472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sz="4000" dirty="0"/>
              <a:t>2.3. Swapping the value of two variables</a:t>
            </a:r>
            <a:endParaRPr lang="en-US" altLang="zh-TW" sz="4000" dirty="0">
              <a:ea typeface="新細明體" pitchFamily="18" charset="-120"/>
            </a:endParaRP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76200" y="5676900"/>
            <a:ext cx="8991599" cy="495300"/>
          </a:xfrm>
          <a:prstGeom prst="rect">
            <a:avLst/>
          </a:prstGeom>
          <a:solidFill>
            <a:srgbClr val="CCFFCB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Which version of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swap()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would correctly swap the value of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and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in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main()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?</a:t>
            </a:r>
          </a:p>
        </p:txBody>
      </p:sp>
      <p:sp>
        <p:nvSpPr>
          <p:cNvPr id="25" name="Rectangle 3"/>
          <p:cNvSpPr>
            <a:spLocks noChangeArrowheads="1"/>
          </p:cNvSpPr>
          <p:nvPr/>
        </p:nvSpPr>
        <p:spPr bwMode="auto">
          <a:xfrm>
            <a:off x="304800" y="1143000"/>
            <a:ext cx="4110036" cy="2057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Version 1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swap(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*a,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*b)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*a;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*a = *b;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*b =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79647" y="3352800"/>
            <a:ext cx="4135190" cy="2057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Version 2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swap(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*a,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*b)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a;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a = b;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b =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800600" y="1143000"/>
            <a:ext cx="4110036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 = 5, B = 2;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swap(&amp;A, &amp;B);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return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FB710A7-A34D-224E-8054-3D4136B2C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13746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1FE5B4-34F5-38E2-1BAB-BB4A22BB41A5}"/>
              </a:ext>
            </a:extLst>
          </p:cNvPr>
          <p:cNvSpPr/>
          <p:nvPr/>
        </p:nvSpPr>
        <p:spPr>
          <a:xfrm>
            <a:off x="317326" y="1878904"/>
            <a:ext cx="1371600" cy="3330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77A04E-96E4-9817-5810-82317E006107}"/>
              </a:ext>
            </a:extLst>
          </p:cNvPr>
          <p:cNvSpPr/>
          <p:nvPr/>
        </p:nvSpPr>
        <p:spPr>
          <a:xfrm>
            <a:off x="304800" y="1497904"/>
            <a:ext cx="4145440" cy="3776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DB5203-E50B-13D2-E61D-3F17A0E89C7C}"/>
              </a:ext>
            </a:extLst>
          </p:cNvPr>
          <p:cNvSpPr/>
          <p:nvPr/>
        </p:nvSpPr>
        <p:spPr>
          <a:xfrm>
            <a:off x="304699" y="4079830"/>
            <a:ext cx="1549153" cy="35808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82618F-3B85-2F21-391A-F330DF4BB9F9}"/>
              </a:ext>
            </a:extLst>
          </p:cNvPr>
          <p:cNvSpPr/>
          <p:nvPr/>
        </p:nvSpPr>
        <p:spPr>
          <a:xfrm>
            <a:off x="274522" y="3708748"/>
            <a:ext cx="4145440" cy="3776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prstClr val="black"/>
                </a:solidFill>
              </a:rPr>
              <a:t>2.3. Swapping the value of two variables</a:t>
            </a:r>
            <a:endParaRPr lang="en-US" altLang="zh-TW" sz="3200" dirty="0">
              <a:ea typeface="新細明體" pitchFamily="18" charset="-120"/>
            </a:endParaRP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76200" y="5676900"/>
            <a:ext cx="8991599" cy="495300"/>
          </a:xfrm>
          <a:prstGeom prst="rect">
            <a:avLst/>
          </a:prstGeom>
          <a:solidFill>
            <a:srgbClr val="CCFFCB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At the start of the function call…</a:t>
            </a:r>
          </a:p>
        </p:txBody>
      </p:sp>
      <p:sp>
        <p:nvSpPr>
          <p:cNvPr id="25" name="Rectangle 3"/>
          <p:cNvSpPr>
            <a:spLocks noChangeArrowheads="1"/>
          </p:cNvSpPr>
          <p:nvPr/>
        </p:nvSpPr>
        <p:spPr bwMode="auto">
          <a:xfrm>
            <a:off x="304800" y="1143000"/>
            <a:ext cx="4110036" cy="2057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Version 1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swap(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*a;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*a = *b;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*b =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79647" y="3352800"/>
            <a:ext cx="4135190" cy="2057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Version 2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swap(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a;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a = b;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b =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Oval 8"/>
          <p:cNvSpPr/>
          <p:nvPr/>
        </p:nvSpPr>
        <p:spPr>
          <a:xfrm>
            <a:off x="5170826" y="1214638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810588" y="118923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7532854" y="1799396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3076" y="1789841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7537978" y="1252434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124287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165702" y="1790762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805464" y="177292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17" name="Line 9"/>
          <p:cNvSpPr>
            <a:spLocks noChangeShapeType="1"/>
          </p:cNvSpPr>
          <p:nvPr/>
        </p:nvSpPr>
        <p:spPr bwMode="auto">
          <a:xfrm>
            <a:off x="6301126" y="1430107"/>
            <a:ext cx="123685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8" name="Line 9"/>
          <p:cNvSpPr>
            <a:spLocks noChangeShapeType="1"/>
          </p:cNvSpPr>
          <p:nvPr/>
        </p:nvSpPr>
        <p:spPr bwMode="auto">
          <a:xfrm>
            <a:off x="6296002" y="1989896"/>
            <a:ext cx="123685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2" name="Rectangle 5"/>
          <p:cNvSpPr>
            <a:spLocks noChangeArrowheads="1"/>
          </p:cNvSpPr>
          <p:nvPr/>
        </p:nvSpPr>
        <p:spPr bwMode="auto">
          <a:xfrm>
            <a:off x="7537979" y="2373979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2" y="2354869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170826" y="3472154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4810588" y="344675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36" name="Rectangle 5"/>
          <p:cNvSpPr>
            <a:spLocks noChangeArrowheads="1"/>
          </p:cNvSpPr>
          <p:nvPr/>
        </p:nvSpPr>
        <p:spPr bwMode="auto">
          <a:xfrm>
            <a:off x="7532854" y="4056912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3076" y="404735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8" name="Rectangle 5"/>
          <p:cNvSpPr>
            <a:spLocks noChangeArrowheads="1"/>
          </p:cNvSpPr>
          <p:nvPr/>
        </p:nvSpPr>
        <p:spPr bwMode="auto">
          <a:xfrm>
            <a:off x="7537978" y="3509950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350039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5165702" y="4048278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805464" y="4030441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42" name="Line 9"/>
          <p:cNvSpPr>
            <a:spLocks noChangeShapeType="1"/>
          </p:cNvSpPr>
          <p:nvPr/>
        </p:nvSpPr>
        <p:spPr bwMode="auto">
          <a:xfrm>
            <a:off x="6301126" y="3687623"/>
            <a:ext cx="123685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43" name="Line 9"/>
          <p:cNvSpPr>
            <a:spLocks noChangeShapeType="1"/>
          </p:cNvSpPr>
          <p:nvPr/>
        </p:nvSpPr>
        <p:spPr bwMode="auto">
          <a:xfrm>
            <a:off x="6296002" y="4247412"/>
            <a:ext cx="123685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6781800" y="462194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5170826" y="4612385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4557843" y="4612385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8" name="Line 9"/>
          <p:cNvSpPr>
            <a:spLocks noChangeShapeType="1"/>
          </p:cNvSpPr>
          <p:nvPr/>
        </p:nvSpPr>
        <p:spPr bwMode="auto">
          <a:xfrm>
            <a:off x="6301127" y="4821995"/>
            <a:ext cx="48067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8CD3CFEF-5919-AA4E-AD7E-59648E834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997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/>
        </p:nvSpPr>
        <p:spPr>
          <a:xfrm>
            <a:off x="274522" y="4069769"/>
            <a:ext cx="4145440" cy="3776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04800" y="1868500"/>
            <a:ext cx="4110036" cy="32145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prstClr val="black"/>
                </a:solidFill>
              </a:rPr>
              <a:t>2.3. Swapping the value of two variables</a:t>
            </a:r>
            <a:endParaRPr lang="en-US" altLang="zh-TW" sz="3200" dirty="0">
              <a:ea typeface="新細明體" pitchFamily="18" charset="-120"/>
            </a:endParaRPr>
          </a:p>
        </p:txBody>
      </p:sp>
      <p:sp>
        <p:nvSpPr>
          <p:cNvPr id="25" name="Rectangle 3"/>
          <p:cNvSpPr>
            <a:spLocks noChangeArrowheads="1"/>
          </p:cNvSpPr>
          <p:nvPr/>
        </p:nvSpPr>
        <p:spPr bwMode="auto">
          <a:xfrm>
            <a:off x="304800" y="1143000"/>
            <a:ext cx="4110036" cy="2057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Version 1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swap(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*a,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*b)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*a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*a = *b;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*b =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79647" y="3352800"/>
            <a:ext cx="4135190" cy="2057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Version 2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swap(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*a,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*b)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a;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a = b;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b =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Oval 8"/>
          <p:cNvSpPr/>
          <p:nvPr/>
        </p:nvSpPr>
        <p:spPr>
          <a:xfrm>
            <a:off x="5170826" y="1214638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810588" y="118923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7532854" y="1799396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3076" y="1789841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7537978" y="1252434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124287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165702" y="1790762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805464" y="177292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17" name="Line 9"/>
          <p:cNvSpPr>
            <a:spLocks noChangeShapeType="1"/>
          </p:cNvSpPr>
          <p:nvPr/>
        </p:nvSpPr>
        <p:spPr bwMode="auto">
          <a:xfrm>
            <a:off x="6301126" y="1430107"/>
            <a:ext cx="123685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8" name="Line 9"/>
          <p:cNvSpPr>
            <a:spLocks noChangeShapeType="1"/>
          </p:cNvSpPr>
          <p:nvPr/>
        </p:nvSpPr>
        <p:spPr bwMode="auto">
          <a:xfrm>
            <a:off x="6296002" y="1989896"/>
            <a:ext cx="123685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2" name="Rectangle 5"/>
          <p:cNvSpPr>
            <a:spLocks noChangeArrowheads="1"/>
          </p:cNvSpPr>
          <p:nvPr/>
        </p:nvSpPr>
        <p:spPr bwMode="auto">
          <a:xfrm>
            <a:off x="7537979" y="2373979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2" y="2354869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170826" y="3472154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4810588" y="344675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36" name="Rectangle 5"/>
          <p:cNvSpPr>
            <a:spLocks noChangeArrowheads="1"/>
          </p:cNvSpPr>
          <p:nvPr/>
        </p:nvSpPr>
        <p:spPr bwMode="auto">
          <a:xfrm>
            <a:off x="7532854" y="4056912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3076" y="404735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8" name="Rectangle 5"/>
          <p:cNvSpPr>
            <a:spLocks noChangeArrowheads="1"/>
          </p:cNvSpPr>
          <p:nvPr/>
        </p:nvSpPr>
        <p:spPr bwMode="auto">
          <a:xfrm>
            <a:off x="7537978" y="3509950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350039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5165702" y="4048278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805464" y="4030441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42" name="Line 9"/>
          <p:cNvSpPr>
            <a:spLocks noChangeShapeType="1"/>
          </p:cNvSpPr>
          <p:nvPr/>
        </p:nvSpPr>
        <p:spPr bwMode="auto">
          <a:xfrm>
            <a:off x="6301126" y="3687623"/>
            <a:ext cx="123685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43" name="Line 9"/>
          <p:cNvSpPr>
            <a:spLocks noChangeShapeType="1"/>
          </p:cNvSpPr>
          <p:nvPr/>
        </p:nvSpPr>
        <p:spPr bwMode="auto">
          <a:xfrm>
            <a:off x="6296002" y="4247412"/>
            <a:ext cx="123685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5170826" y="4612385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4557843" y="4612385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0" name="Line 9"/>
          <p:cNvSpPr>
            <a:spLocks noChangeShapeType="1"/>
          </p:cNvSpPr>
          <p:nvPr/>
        </p:nvSpPr>
        <p:spPr bwMode="auto">
          <a:xfrm flipV="1">
            <a:off x="6301127" y="3846864"/>
            <a:ext cx="1231727" cy="97513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267E8E5D-F6BD-2246-91D8-D44B3E735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" name="Curved Right Arrow 1">
            <a:extLst>
              <a:ext uri="{FF2B5EF4-FFF2-40B4-BE49-F238E27FC236}">
                <a16:creationId xmlns:a16="http://schemas.microsoft.com/office/drawing/2014/main" id="{A4E653FC-DE76-314F-A294-575BA22768F4}"/>
              </a:ext>
            </a:extLst>
          </p:cNvPr>
          <p:cNvSpPr/>
          <p:nvPr/>
        </p:nvSpPr>
        <p:spPr>
          <a:xfrm>
            <a:off x="7135868" y="1573879"/>
            <a:ext cx="304800" cy="9906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029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/>
        </p:nvSpPr>
        <p:spPr>
          <a:xfrm>
            <a:off x="270190" y="4412859"/>
            <a:ext cx="4135188" cy="3115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04800" y="2210417"/>
            <a:ext cx="4110035" cy="31732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prstClr val="black"/>
                </a:solidFill>
              </a:rPr>
              <a:t>2.3. Swapping the value of two variables</a:t>
            </a:r>
            <a:endParaRPr lang="en-US" altLang="zh-TW" sz="3200" dirty="0">
              <a:ea typeface="新細明體" pitchFamily="18" charset="-120"/>
            </a:endParaRPr>
          </a:p>
        </p:txBody>
      </p:sp>
      <p:sp>
        <p:nvSpPr>
          <p:cNvPr id="25" name="Rectangle 3"/>
          <p:cNvSpPr>
            <a:spLocks noChangeArrowheads="1"/>
          </p:cNvSpPr>
          <p:nvPr/>
        </p:nvSpPr>
        <p:spPr bwMode="auto">
          <a:xfrm>
            <a:off x="304800" y="1143000"/>
            <a:ext cx="4110036" cy="2057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Version 1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swap(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*a,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*b)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*a;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*a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*b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*b =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79646" y="3352800"/>
            <a:ext cx="4135189" cy="2057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Version 2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swap(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*a,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*b)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a;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b =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Oval 8"/>
          <p:cNvSpPr/>
          <p:nvPr/>
        </p:nvSpPr>
        <p:spPr>
          <a:xfrm>
            <a:off x="5170826" y="1214638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810588" y="118923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7532854" y="1799396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3076" y="1789841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7537978" y="1252434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124287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165702" y="1790762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805464" y="177292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17" name="Line 9"/>
          <p:cNvSpPr>
            <a:spLocks noChangeShapeType="1"/>
          </p:cNvSpPr>
          <p:nvPr/>
        </p:nvSpPr>
        <p:spPr bwMode="auto">
          <a:xfrm>
            <a:off x="6301126" y="1430107"/>
            <a:ext cx="123685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8" name="Line 9"/>
          <p:cNvSpPr>
            <a:spLocks noChangeShapeType="1"/>
          </p:cNvSpPr>
          <p:nvPr/>
        </p:nvSpPr>
        <p:spPr bwMode="auto">
          <a:xfrm>
            <a:off x="6296002" y="1989896"/>
            <a:ext cx="123685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2" name="Rectangle 5"/>
          <p:cNvSpPr>
            <a:spLocks noChangeArrowheads="1"/>
          </p:cNvSpPr>
          <p:nvPr/>
        </p:nvSpPr>
        <p:spPr bwMode="auto">
          <a:xfrm>
            <a:off x="7537979" y="2373979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2" y="2354869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170826" y="3472154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4810588" y="344675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36" name="Rectangle 5"/>
          <p:cNvSpPr>
            <a:spLocks noChangeArrowheads="1"/>
          </p:cNvSpPr>
          <p:nvPr/>
        </p:nvSpPr>
        <p:spPr bwMode="auto">
          <a:xfrm>
            <a:off x="7532854" y="4056912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3076" y="404735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8" name="Rectangle 5"/>
          <p:cNvSpPr>
            <a:spLocks noChangeArrowheads="1"/>
          </p:cNvSpPr>
          <p:nvPr/>
        </p:nvSpPr>
        <p:spPr bwMode="auto">
          <a:xfrm>
            <a:off x="7537978" y="3509950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350039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5165702" y="4048278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805464" y="4030441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42" name="Line 9"/>
          <p:cNvSpPr>
            <a:spLocks noChangeShapeType="1"/>
          </p:cNvSpPr>
          <p:nvPr/>
        </p:nvSpPr>
        <p:spPr bwMode="auto">
          <a:xfrm>
            <a:off x="6301125" y="3687622"/>
            <a:ext cx="1236853" cy="5033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43" name="Line 9"/>
          <p:cNvSpPr>
            <a:spLocks noChangeShapeType="1"/>
          </p:cNvSpPr>
          <p:nvPr/>
        </p:nvSpPr>
        <p:spPr bwMode="auto">
          <a:xfrm>
            <a:off x="6296002" y="4247412"/>
            <a:ext cx="123685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5170826" y="4612385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4557843" y="4612385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0" name="Line 9"/>
          <p:cNvSpPr>
            <a:spLocks noChangeShapeType="1"/>
          </p:cNvSpPr>
          <p:nvPr/>
        </p:nvSpPr>
        <p:spPr bwMode="auto">
          <a:xfrm flipV="1">
            <a:off x="6301127" y="3846864"/>
            <a:ext cx="1231727" cy="97513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4196EC05-CC55-1441-BC7D-6248538FC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" name="Curved Left Arrow 1">
            <a:extLst>
              <a:ext uri="{FF2B5EF4-FFF2-40B4-BE49-F238E27FC236}">
                <a16:creationId xmlns:a16="http://schemas.microsoft.com/office/drawing/2014/main" id="{538F5F6B-744D-5E47-81A7-6A3E77AA2492}"/>
              </a:ext>
            </a:extLst>
          </p:cNvPr>
          <p:cNvSpPr/>
          <p:nvPr/>
        </p:nvSpPr>
        <p:spPr>
          <a:xfrm rot="10800000">
            <a:off x="7167879" y="1497792"/>
            <a:ext cx="304800" cy="60320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790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/>
        </p:nvSpPr>
        <p:spPr>
          <a:xfrm>
            <a:off x="274521" y="4701794"/>
            <a:ext cx="4135189" cy="3660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04799" y="2513049"/>
            <a:ext cx="4110035" cy="380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prstClr val="black"/>
                </a:solidFill>
              </a:rPr>
              <a:t>2.3. Swapping the value of two variables</a:t>
            </a:r>
            <a:endParaRPr lang="en-US" altLang="zh-TW" sz="3200" dirty="0">
              <a:ea typeface="新細明體" pitchFamily="18" charset="-120"/>
            </a:endParaRP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76200" y="5486400"/>
            <a:ext cx="8991599" cy="799814"/>
          </a:xfrm>
          <a:prstGeom prst="rect">
            <a:avLst/>
          </a:prstGeom>
          <a:solidFill>
            <a:srgbClr val="CCFFCB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At the end of the function call, version 1 swaps the value between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and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. Version 2 only swaps the pointers within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swap()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; it leaves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and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unchanged.</a:t>
            </a:r>
          </a:p>
        </p:txBody>
      </p:sp>
      <p:sp>
        <p:nvSpPr>
          <p:cNvPr id="25" name="Rectangle 3"/>
          <p:cNvSpPr>
            <a:spLocks noChangeArrowheads="1"/>
          </p:cNvSpPr>
          <p:nvPr/>
        </p:nvSpPr>
        <p:spPr bwMode="auto">
          <a:xfrm>
            <a:off x="304800" y="1143000"/>
            <a:ext cx="4110036" cy="2057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Version 1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swap(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*a,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*b)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*a;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*a = *b;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*b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79646" y="3352800"/>
            <a:ext cx="4135189" cy="2057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Version 2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swap(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*a,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*b)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a;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a = b;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Oval 8"/>
          <p:cNvSpPr/>
          <p:nvPr/>
        </p:nvSpPr>
        <p:spPr>
          <a:xfrm>
            <a:off x="5170826" y="1214638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810588" y="118923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7532854" y="1799396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3076" y="1789841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7537978" y="1252434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124287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165702" y="1790762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805464" y="177292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17" name="Line 9"/>
          <p:cNvSpPr>
            <a:spLocks noChangeShapeType="1"/>
          </p:cNvSpPr>
          <p:nvPr/>
        </p:nvSpPr>
        <p:spPr bwMode="auto">
          <a:xfrm>
            <a:off x="6301126" y="1430107"/>
            <a:ext cx="123685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8" name="Line 9"/>
          <p:cNvSpPr>
            <a:spLocks noChangeShapeType="1"/>
          </p:cNvSpPr>
          <p:nvPr/>
        </p:nvSpPr>
        <p:spPr bwMode="auto">
          <a:xfrm>
            <a:off x="6296002" y="1989896"/>
            <a:ext cx="123685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2" name="Rectangle 5"/>
          <p:cNvSpPr>
            <a:spLocks noChangeArrowheads="1"/>
          </p:cNvSpPr>
          <p:nvPr/>
        </p:nvSpPr>
        <p:spPr bwMode="auto">
          <a:xfrm>
            <a:off x="7537979" y="2373979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2" y="2354869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170826" y="3472154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4810588" y="344675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36" name="Rectangle 5"/>
          <p:cNvSpPr>
            <a:spLocks noChangeArrowheads="1"/>
          </p:cNvSpPr>
          <p:nvPr/>
        </p:nvSpPr>
        <p:spPr bwMode="auto">
          <a:xfrm>
            <a:off x="7532854" y="4056912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3076" y="404735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8" name="Rectangle 5"/>
          <p:cNvSpPr>
            <a:spLocks noChangeArrowheads="1"/>
          </p:cNvSpPr>
          <p:nvPr/>
        </p:nvSpPr>
        <p:spPr bwMode="auto">
          <a:xfrm>
            <a:off x="7537978" y="3509950"/>
            <a:ext cx="860047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350039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5165702" y="4048278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805464" y="4030441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42" name="Line 9"/>
          <p:cNvSpPr>
            <a:spLocks noChangeShapeType="1"/>
          </p:cNvSpPr>
          <p:nvPr/>
        </p:nvSpPr>
        <p:spPr bwMode="auto">
          <a:xfrm>
            <a:off x="6301125" y="3687622"/>
            <a:ext cx="1236853" cy="5033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43" name="Line 9"/>
          <p:cNvSpPr>
            <a:spLocks noChangeShapeType="1"/>
          </p:cNvSpPr>
          <p:nvPr/>
        </p:nvSpPr>
        <p:spPr bwMode="auto">
          <a:xfrm flipV="1">
            <a:off x="6296001" y="3700450"/>
            <a:ext cx="1241977" cy="5469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5170826" y="4612385"/>
            <a:ext cx="1130300" cy="3747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4557843" y="4612385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0" name="Line 9"/>
          <p:cNvSpPr>
            <a:spLocks noChangeShapeType="1"/>
          </p:cNvSpPr>
          <p:nvPr/>
        </p:nvSpPr>
        <p:spPr bwMode="auto">
          <a:xfrm flipV="1">
            <a:off x="6301127" y="3846864"/>
            <a:ext cx="1231727" cy="97513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FA8F666C-8877-4747-A01E-CEF3C85A8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836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3. Additional Pointer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Differentiate </a:t>
            </a:r>
            <a:r>
              <a:rPr lang="en-US" dirty="0">
                <a:solidFill>
                  <a:srgbClr val="0070C0"/>
                </a:solidFill>
              </a:rPr>
              <a:t>*</a:t>
            </a:r>
            <a:r>
              <a:rPr lang="en-US" dirty="0"/>
              <a:t> in declaration and expression</a:t>
            </a:r>
          </a:p>
          <a:p>
            <a:endParaRPr lang="en-US" dirty="0"/>
          </a:p>
          <a:p>
            <a:r>
              <a:rPr lang="en-US" altLang="zh-TW" dirty="0">
                <a:ea typeface="新細明體" pitchFamily="18" charset="-120"/>
              </a:rPr>
              <a:t>Pointers Types</a:t>
            </a:r>
          </a:p>
          <a:p>
            <a:endParaRPr lang="en-US" dirty="0">
              <a:ea typeface="新細明體" pitchFamily="18" charset="-120"/>
            </a:endParaRPr>
          </a:p>
          <a:p>
            <a:r>
              <a:rPr lang="en-US" dirty="0"/>
              <a:t>Pitfalls</a:t>
            </a:r>
          </a:p>
          <a:p>
            <a:endParaRPr lang="en-US" dirty="0"/>
          </a:p>
          <a:p>
            <a:r>
              <a:rPr lang="en-US" dirty="0"/>
              <a:t>Value of a Pointer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48413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3.1. Differentiate * in declaration and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>
                <a:ea typeface="新細明體" pitchFamily="18" charset="-120"/>
              </a:rPr>
              <a:t>In a </a:t>
            </a:r>
            <a:r>
              <a:rPr lang="en-US" altLang="zh-TW" dirty="0">
                <a:solidFill>
                  <a:srgbClr val="FF0000"/>
                </a:solidFill>
                <a:ea typeface="新細明體" pitchFamily="18" charset="-120"/>
              </a:rPr>
              <a:t>variable declaration</a:t>
            </a:r>
            <a:r>
              <a:rPr lang="en-US" altLang="zh-TW" dirty="0">
                <a:ea typeface="新細明體" pitchFamily="18" charset="-120"/>
              </a:rPr>
              <a:t>, </a:t>
            </a:r>
            <a:r>
              <a:rPr lang="en-US" altLang="zh-TW" dirty="0">
                <a:solidFill>
                  <a:srgbClr val="0070C0"/>
                </a:solidFill>
                <a:ea typeface="新細明體" pitchFamily="18" charset="-120"/>
              </a:rPr>
              <a:t>*</a:t>
            </a:r>
            <a:r>
              <a:rPr lang="en-US" altLang="zh-TW" dirty="0">
                <a:ea typeface="新細明體" pitchFamily="18" charset="-120"/>
              </a:rPr>
              <a:t> is used to declare that a variable is a </a:t>
            </a:r>
            <a:r>
              <a:rPr lang="en-US" altLang="zh-TW" dirty="0">
                <a:solidFill>
                  <a:srgbClr val="FF0000"/>
                </a:solidFill>
                <a:ea typeface="新細明體" pitchFamily="18" charset="-120"/>
              </a:rPr>
              <a:t>pointer variable</a:t>
            </a:r>
            <a:r>
              <a:rPr lang="en-US" altLang="zh-TW" dirty="0">
                <a:ea typeface="新細明體" pitchFamily="18" charset="-120"/>
              </a:rPr>
              <a:t>.</a:t>
            </a:r>
          </a:p>
          <a:p>
            <a:pPr lvl="1">
              <a:buNone/>
            </a:pPr>
            <a:r>
              <a:rPr lang="en-US" altLang="zh-TW" sz="26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  <a:r>
              <a:rPr lang="en-US" altLang="zh-TW" sz="26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6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foo;       // </a:t>
            </a:r>
            <a:r>
              <a:rPr lang="en-US" altLang="zh-TW" sz="2600" u="sng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6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var named </a:t>
            </a:r>
            <a:r>
              <a:rPr lang="en-US" altLang="zh-TW" sz="2600" u="sng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foo</a:t>
            </a:r>
          </a:p>
          <a:p>
            <a:pPr lvl="1">
              <a:buNone/>
            </a:pPr>
            <a:r>
              <a:rPr lang="en-US" altLang="zh-TW" sz="26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  <a:r>
              <a:rPr lang="en-US" altLang="zh-TW" sz="26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60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</a:t>
            </a:r>
            <a:r>
              <a:rPr lang="en-US" altLang="zh-TW" sz="260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lang="en-US" altLang="zh-TW" sz="26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    // </a:t>
            </a:r>
            <a:r>
              <a:rPr lang="en-US" altLang="zh-TW" sz="2600" u="sng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 pointer</a:t>
            </a:r>
            <a:r>
              <a:rPr lang="en-US" altLang="zh-TW" sz="26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var named </a:t>
            </a:r>
            <a:r>
              <a:rPr lang="en-US" altLang="zh-TW" sz="2600" u="sng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endParaRPr lang="en-US" altLang="zh-TW" sz="2600" u="sng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  <a:r>
              <a:rPr kumimoji="0" lang="en-US" altLang="zh-TW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kumimoji="0" lang="en-US" altLang="zh-TW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</a:t>
            </a:r>
            <a:r>
              <a:rPr kumimoji="0" lang="en-US" altLang="zh-TW" sz="2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kumimoji="0" lang="en-US" altLang="zh-TW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ptr2</a:t>
            </a:r>
            <a:r>
              <a:rPr lang="en-US" altLang="zh-TW" sz="260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r>
              <a:rPr lang="en-US" altLang="zh-TW" sz="26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// </a:t>
            </a:r>
            <a:r>
              <a:rPr lang="en-US" altLang="zh-TW" sz="2600" u="sng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 pointer</a:t>
            </a:r>
            <a:r>
              <a:rPr lang="en-US" altLang="zh-TW" sz="26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var named </a:t>
            </a:r>
            <a:r>
              <a:rPr lang="en-US" altLang="zh-TW" sz="2600" u="sng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ptr2</a:t>
            </a:r>
            <a:endParaRPr kumimoji="0" lang="en-US" altLang="zh-TW" sz="2600" b="0" i="0" u="sng" strike="noStrike" kern="120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1">
              <a:buNone/>
            </a:pPr>
            <a:r>
              <a:rPr kumimoji="0" lang="en-US" altLang="zh-TW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  <a:r>
              <a:rPr kumimoji="0" lang="en-US" altLang="zh-TW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  </a:t>
            </a:r>
            <a:r>
              <a:rPr kumimoji="0" lang="en-US" altLang="zh-TW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</a:t>
            </a:r>
            <a:r>
              <a:rPr kumimoji="0" lang="en-US" altLang="zh-TW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kumimoji="0" lang="en-US" altLang="zh-TW" sz="2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kumimoji="0" lang="en-US" altLang="zh-TW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ptr3</a:t>
            </a:r>
            <a:r>
              <a:rPr kumimoji="0" lang="en-US" altLang="zh-TW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r>
              <a:rPr lang="en-US" altLang="zh-TW" sz="26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// </a:t>
            </a:r>
            <a:r>
              <a:rPr lang="en-US" altLang="zh-TW" sz="2600" u="sng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 pointer</a:t>
            </a:r>
            <a:r>
              <a:rPr lang="en-US" altLang="zh-TW" sz="26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var named </a:t>
            </a:r>
            <a:r>
              <a:rPr lang="en-US" altLang="zh-TW" sz="2600" u="sng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ptr3</a:t>
            </a:r>
            <a:endParaRPr kumimoji="0" lang="en-US" altLang="zh-TW" sz="2600" b="0" i="0" u="sng" strike="noStrike" kern="120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1">
              <a:buNone/>
            </a:pPr>
            <a:endParaRPr lang="en-US" altLang="zh-TW" sz="2500" dirty="0">
              <a:solidFill>
                <a:srgbClr val="009900"/>
              </a:solidFill>
              <a:ea typeface="新細明體" pitchFamily="18" charset="-120"/>
            </a:endParaRPr>
          </a:p>
          <a:p>
            <a:r>
              <a:rPr lang="en-US" altLang="zh-TW" dirty="0">
                <a:ea typeface="新細明體" pitchFamily="18" charset="-120"/>
              </a:rPr>
              <a:t>In an expression, </a:t>
            </a:r>
            <a:r>
              <a:rPr lang="en-US" altLang="zh-TW" dirty="0">
                <a:solidFill>
                  <a:srgbClr val="FF0000"/>
                </a:solidFill>
                <a:ea typeface="新細明體" pitchFamily="18" charset="-120"/>
              </a:rPr>
              <a:t>*</a:t>
            </a:r>
            <a:r>
              <a:rPr lang="en-US" altLang="zh-TW" dirty="0">
                <a:ea typeface="新細明體" pitchFamily="18" charset="-120"/>
              </a:rPr>
              <a:t> acts as the </a:t>
            </a:r>
            <a:r>
              <a:rPr lang="en-US" altLang="zh-TW" dirty="0">
                <a:solidFill>
                  <a:srgbClr val="FF0000"/>
                </a:solidFill>
                <a:ea typeface="新細明體" pitchFamily="18" charset="-120"/>
              </a:rPr>
              <a:t>dereference operator</a:t>
            </a:r>
            <a:r>
              <a:rPr lang="en-US" altLang="zh-TW" dirty="0">
                <a:ea typeface="新細明體" pitchFamily="18" charset="-120"/>
              </a:rPr>
              <a:t>.</a:t>
            </a:r>
            <a:endParaRPr lang="en-US" altLang="zh-TW" sz="2500" b="1" dirty="0">
              <a:solidFill>
                <a:srgbClr val="009900"/>
              </a:solidFill>
              <a:ea typeface="新細明體" pitchFamily="18" charset="-120"/>
            </a:endParaRPr>
          </a:p>
          <a:p>
            <a:pPr lvl="1">
              <a:buNone/>
            </a:pPr>
            <a:r>
              <a:rPr lang="en-US" altLang="zh-TW" sz="26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  <a:r>
              <a:rPr lang="en-US" altLang="zh-TW" sz="260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lang="en-US" altLang="zh-TW" sz="26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600" dirty="0">
                <a:solidFill>
                  <a:srgbClr val="FF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</a:t>
            </a:r>
            <a:r>
              <a:rPr lang="en-US" altLang="zh-TW" sz="260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foo</a:t>
            </a:r>
            <a:r>
              <a:rPr lang="en-US" altLang="zh-TW" sz="26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  // var </a:t>
            </a:r>
            <a:r>
              <a:rPr lang="en-US" altLang="zh-TW" sz="2600" u="sng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lang="en-US" altLang="zh-TW" sz="26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stores </a:t>
            </a:r>
            <a:r>
              <a:rPr lang="en-US" altLang="zh-TW" sz="2600" u="sng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address of</a:t>
            </a:r>
            <a:r>
              <a:rPr lang="en-US" altLang="zh-TW" sz="26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foo</a:t>
            </a:r>
          </a:p>
          <a:p>
            <a:pPr lvl="1">
              <a:buNone/>
            </a:pPr>
            <a:r>
              <a:rPr lang="en-US" altLang="zh-TW" sz="26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  <a:r>
              <a:rPr lang="en-US" altLang="zh-TW" sz="2600" dirty="0">
                <a:solidFill>
                  <a:srgbClr val="FF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</a:t>
            </a:r>
            <a:r>
              <a:rPr lang="en-US" altLang="zh-TW" sz="2600" dirty="0" err="1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lang="en-US" altLang="zh-TW" sz="26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999;    // </a:t>
            </a:r>
            <a:r>
              <a:rPr lang="en-US" altLang="zh-TW" sz="2600" u="sng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dereference</a:t>
            </a:r>
            <a:r>
              <a:rPr lang="en-US" altLang="zh-TW" sz="26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of var </a:t>
            </a:r>
            <a:r>
              <a:rPr lang="en-US" altLang="zh-TW" sz="2600" u="sng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endParaRPr lang="en-US" altLang="zh-TW" sz="2600" u="sng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1">
              <a:buNone/>
            </a:pPr>
            <a:r>
              <a:rPr lang="en-US" altLang="zh-TW" sz="26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printf("%d", </a:t>
            </a:r>
            <a:r>
              <a:rPr lang="en-US" altLang="zh-TW" sz="2600" dirty="0">
                <a:solidFill>
                  <a:srgbClr val="FF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</a:t>
            </a:r>
            <a:r>
              <a:rPr lang="en-US" altLang="zh-TW" sz="2600" dirty="0" err="1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ptr</a:t>
            </a:r>
            <a:r>
              <a:rPr lang="en-US" altLang="zh-TW" sz="26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371354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3.2. Pointers Types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9" y="2895600"/>
            <a:ext cx="8921262" cy="3276600"/>
          </a:xfrm>
        </p:spPr>
        <p:txBody>
          <a:bodyPr>
            <a:normAutofit/>
          </a:bodyPr>
          <a:lstStyle/>
          <a:p>
            <a:pPr lvl="1">
              <a:buNone/>
            </a:pPr>
            <a:r>
              <a:rPr lang="en-US" altLang="zh-TW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  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iptr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lvl="1">
              <a:buNone/>
            </a:pPr>
            <a:r>
              <a:rPr lang="en-US" altLang="zh-TW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cptr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lvl="1">
              <a:buNone/>
            </a:pPr>
            <a:endParaRPr lang="en-US" altLang="zh-TW" sz="260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r>
              <a:rPr lang="en-US" altLang="zh-TW" dirty="0">
                <a:ea typeface="新細明體" pitchFamily="18" charset="-120"/>
              </a:rPr>
              <a:t>The type of a pointer variable tells a program how to treat the datum when the pointer is dereferenced.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97766" y="1511793"/>
            <a:ext cx="1676400" cy="5334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2186866" y="1778493"/>
            <a:ext cx="243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4625266" y="1587993"/>
            <a:ext cx="1600200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Datum</a:t>
            </a:r>
          </a:p>
        </p:txBody>
      </p:sp>
      <p:sp>
        <p:nvSpPr>
          <p:cNvPr id="8" name="Oval 7"/>
          <p:cNvSpPr/>
          <p:nvPr/>
        </p:nvSpPr>
        <p:spPr>
          <a:xfrm>
            <a:off x="4168066" y="1321293"/>
            <a:ext cx="2514600" cy="914400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>
          <a:xfrm>
            <a:off x="6858000" y="990600"/>
            <a:ext cx="2173288" cy="16764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How does a program know what type of datum this is?</a:t>
            </a:r>
          </a:p>
        </p:txBody>
      </p:sp>
      <p:sp>
        <p:nvSpPr>
          <p:cNvPr id="10" name="Oval 9"/>
          <p:cNvSpPr/>
          <p:nvPr/>
        </p:nvSpPr>
        <p:spPr>
          <a:xfrm>
            <a:off x="381000" y="2819400"/>
            <a:ext cx="1066800" cy="1066800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084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3.2. Pointers Types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9" y="5029200"/>
            <a:ext cx="8921262" cy="1143000"/>
          </a:xfrm>
        </p:spPr>
        <p:txBody>
          <a:bodyPr>
            <a:normAutofit/>
          </a:bodyPr>
          <a:lstStyle/>
          <a:p>
            <a:r>
              <a:rPr lang="en-US" altLang="zh-TW" dirty="0">
                <a:ea typeface="新細明體" pitchFamily="18" charset="-120"/>
              </a:rPr>
              <a:t>Pointers of different types do not mix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76200" y="1143000"/>
            <a:ext cx="8915400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iptr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intVar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cptr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charVar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iptr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&amp;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intVar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OK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cptr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&amp;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charVar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OK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cptr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&amp;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intVar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    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Warning: </a:t>
            </a:r>
            <a:r>
              <a:rPr lang="en-US" altLang="zh-TW" sz="2000" b="0" dirty="0" err="1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cptr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should not store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         // the address of an int variable.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FF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cptr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iptr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			 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Warning: </a:t>
            </a:r>
            <a:r>
              <a:rPr lang="en-US" altLang="zh-TW" sz="2000" b="0" dirty="0" err="1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cptr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should not store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         // the address of an int variable.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60362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sz="4000" dirty="0"/>
              <a:t>3.3. Pitfalls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76200" y="1143000"/>
            <a:ext cx="30480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*p, foo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*p = 10;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</a:t>
            </a:r>
          </a:p>
        </p:txBody>
      </p:sp>
      <p:sp>
        <p:nvSpPr>
          <p:cNvPr id="7" name="Rectangle 7"/>
          <p:cNvSpPr txBox="1">
            <a:spLocks noChangeArrowheads="1"/>
          </p:cNvSpPr>
          <p:nvPr/>
        </p:nvSpPr>
        <p:spPr>
          <a:xfrm>
            <a:off x="3200400" y="1143000"/>
            <a:ext cx="5830888" cy="17526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4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 is not initialized, that means it can point to any memory location. Modifying the content at an "unauthorized" location is dangerous and will likely cause the program to crash.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86557" y="3810000"/>
            <a:ext cx="30480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*p, foo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…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FF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*p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FF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&amp;foo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</a:t>
            </a: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>
          <a:xfrm>
            <a:off x="3210757" y="3810000"/>
            <a:ext cx="5830888" cy="17526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Compile-time error (incompatible types).</a:t>
            </a:r>
          </a:p>
          <a:p>
            <a:pPr marL="0" indent="0">
              <a:spcBef>
                <a:spcPct val="0"/>
              </a:spcBef>
              <a:buFontTx/>
              <a:buNone/>
            </a:pPr>
            <a:endParaRPr kumimoji="1" lang="en-US" altLang="zh-TW" sz="2400" dirty="0">
              <a:ea typeface="新細明體" pitchFamily="18" charset="-120"/>
              <a:cs typeface="Times New Roman" pitchFamily="18" charset="0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The type of the left operand, </a:t>
            </a:r>
            <a:r>
              <a:rPr kumimoji="1" lang="en-US" altLang="zh-TW" sz="24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*p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, is </a:t>
            </a:r>
            <a:r>
              <a:rPr kumimoji="1"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.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The type of the right operand, </a:t>
            </a:r>
            <a:r>
              <a:rPr kumimoji="1" lang="en-US" altLang="zh-TW" sz="24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&amp;foo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, is an address.</a:t>
            </a:r>
          </a:p>
          <a:p>
            <a:pPr marL="0" indent="0">
              <a:spcBef>
                <a:spcPct val="0"/>
              </a:spcBef>
              <a:buFontTx/>
              <a:buNone/>
            </a:pPr>
            <a:endParaRPr kumimoji="1" lang="en-US" altLang="zh-TW" sz="2400" dirty="0">
              <a:ea typeface="新細明體" pitchFamily="18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7831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3.4. Value of a Pointer (Memory Address)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3657600"/>
            <a:ext cx="8932985" cy="2514600"/>
          </a:xfrm>
        </p:spPr>
        <p:txBody>
          <a:bodyPr/>
          <a:lstStyle/>
          <a:p>
            <a:r>
              <a:rPr lang="en-US" dirty="0"/>
              <a:t>Memory address is just an integer. </a:t>
            </a:r>
          </a:p>
          <a:p>
            <a:endParaRPr lang="en-US" dirty="0"/>
          </a:p>
          <a:p>
            <a:r>
              <a:rPr lang="en-US" dirty="0"/>
              <a:t>You can print the address but the address value is system dependent and does not carry much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76200" y="1143000"/>
            <a:ext cx="8763000" cy="228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*p, foo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 = &amp;foo;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*p);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This prints 100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p);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This prints the address of foo as 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         // a decimal number.</a:t>
            </a:r>
          </a:p>
        </p:txBody>
      </p:sp>
    </p:spTree>
    <p:extLst>
      <p:ext uri="{BB962C8B-B14F-4D97-AF65-F5344CB8AC3E}">
        <p14:creationId xmlns:p14="http://schemas.microsoft.com/office/powerpoint/2010/main" val="1722237090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what a pointer is</a:t>
            </a:r>
          </a:p>
          <a:p>
            <a:endParaRPr lang="en-US" dirty="0"/>
          </a:p>
          <a:p>
            <a:r>
              <a:rPr lang="en-US" dirty="0"/>
              <a:t>Understand the pointer syntax</a:t>
            </a:r>
          </a:p>
          <a:p>
            <a:endParaRPr lang="en-US" dirty="0"/>
          </a:p>
          <a:p>
            <a:r>
              <a:rPr lang="en-US" dirty="0"/>
              <a:t>Know how to implement a function with pointers as parameters (to allow the function to pass data back to its caller via parameters)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754339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C: How to Program, 8</a:t>
            </a:r>
            <a:r>
              <a:rPr lang="en-US" baseline="30000" dirty="0"/>
              <a:t>th</a:t>
            </a:r>
            <a:r>
              <a:rPr lang="en-US" dirty="0"/>
              <a:t> ed,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endParaRPr lang="en-US" dirty="0"/>
          </a:p>
          <a:p>
            <a:r>
              <a:rPr lang="en-US" dirty="0"/>
              <a:t>Chapter 7 C Pointers</a:t>
            </a:r>
          </a:p>
          <a:p>
            <a:pPr lvl="1"/>
            <a:r>
              <a:rPr lang="en-US" dirty="0"/>
              <a:t>Sections 7.1 – 7.3: Pointer Basics and Pointer Operators</a:t>
            </a:r>
          </a:p>
          <a:p>
            <a:pPr lvl="1"/>
            <a:r>
              <a:rPr lang="en-US" dirty="0"/>
              <a:t>Section 7.4: Passing Arguments to Functions by (Address)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5382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7592</TotalTime>
  <Words>2725</Words>
  <Application>Microsoft Office PowerPoint</Application>
  <PresentationFormat>On-screen Show (4:3)</PresentationFormat>
  <Paragraphs>723</Paragraphs>
  <Slides>32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新細明體</vt:lpstr>
      <vt:lpstr>Arial</vt:lpstr>
      <vt:lpstr>Calibri</vt:lpstr>
      <vt:lpstr>Consolas</vt:lpstr>
      <vt:lpstr>Courier New</vt:lpstr>
      <vt:lpstr>Office Theme</vt:lpstr>
      <vt:lpstr>Pointers</vt:lpstr>
      <vt:lpstr>Outline</vt:lpstr>
      <vt:lpstr>1.1. What is a Reference?</vt:lpstr>
      <vt:lpstr>1.2. What is a Pointer?</vt:lpstr>
      <vt:lpstr>1.3. Pointer Syntax</vt:lpstr>
      <vt:lpstr>1.3. Pointer Syntax</vt:lpstr>
      <vt:lpstr>1.3. Pointer Syntax</vt:lpstr>
      <vt:lpstr>1.3. Pointer Syntax</vt:lpstr>
      <vt:lpstr>1.4. Copying datum at an address vs. copying address</vt:lpstr>
      <vt:lpstr>2. Pointers as Parameters</vt:lpstr>
      <vt:lpstr>2.1. Pointers as Parameters</vt:lpstr>
      <vt:lpstr>2.1. Pointers as Parameters</vt:lpstr>
      <vt:lpstr>2.1. Pointers as Parameters</vt:lpstr>
      <vt:lpstr>2.1. Pointers as Parameters</vt:lpstr>
      <vt:lpstr>2.1. Pointers as Parameters</vt:lpstr>
      <vt:lpstr>2.2. Passing multiple values to a caller via parameters</vt:lpstr>
      <vt:lpstr>2.2. Passing multiple values to a caller via parameters</vt:lpstr>
      <vt:lpstr>2.2. Passing multiple values to a caller via parameters</vt:lpstr>
      <vt:lpstr>2.2. Passing multiple values to a caller via parameters</vt:lpstr>
      <vt:lpstr>2.3. Swapping the value of two variables</vt:lpstr>
      <vt:lpstr>2.3. Swapping the value of two variables</vt:lpstr>
      <vt:lpstr>2.3. Swapping the value of two variables</vt:lpstr>
      <vt:lpstr>2.3. Swapping the value of two variables</vt:lpstr>
      <vt:lpstr>2.3. Swapping the value of two variables</vt:lpstr>
      <vt:lpstr>3. Additional Pointer Concepts</vt:lpstr>
      <vt:lpstr>3.1. Differentiate * in declaration and expression</vt:lpstr>
      <vt:lpstr>3.2. Pointers Types</vt:lpstr>
      <vt:lpstr>3.2. Pointers Types</vt:lpstr>
      <vt:lpstr>3.3. Pitfalls</vt:lpstr>
      <vt:lpstr>3.4. Value of a Pointer (Memory Address)</vt:lpstr>
      <vt:lpstr>Summary</vt:lpstr>
      <vt:lpstr>Reading Assignment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Pointers</dc:title>
  <dc:subject/>
  <cp:keywords/>
  <dc:description/>
  <cp:lastModifiedBy>Yim Pan Chui, Dr. (CSD)</cp:lastModifiedBy>
  <cp:revision>1</cp:revision>
  <dcterms:created xsi:type="dcterms:W3CDTF">2011-07-19T12:51:33Z</dcterms:created>
  <dcterms:modified xsi:type="dcterms:W3CDTF">2024-04-05T00:35:43Z</dcterms:modified>
  <cp:category/>
</cp:coreProperties>
</file>