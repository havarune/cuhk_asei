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3"/>
  </p:notesMasterIdLst>
  <p:handoutMasterIdLst>
    <p:handoutMasterId r:id="rId24"/>
  </p:handoutMasterIdLst>
  <p:sldIdLst>
    <p:sldId id="317" r:id="rId2"/>
    <p:sldId id="257" r:id="rId3"/>
    <p:sldId id="298" r:id="rId4"/>
    <p:sldId id="299" r:id="rId5"/>
    <p:sldId id="296" r:id="rId6"/>
    <p:sldId id="301" r:id="rId7"/>
    <p:sldId id="302" r:id="rId8"/>
    <p:sldId id="300" r:id="rId9"/>
    <p:sldId id="304" r:id="rId10"/>
    <p:sldId id="305" r:id="rId11"/>
    <p:sldId id="308" r:id="rId12"/>
    <p:sldId id="309" r:id="rId13"/>
    <p:sldId id="297" r:id="rId14"/>
    <p:sldId id="311" r:id="rId15"/>
    <p:sldId id="313" r:id="rId16"/>
    <p:sldId id="312" r:id="rId17"/>
    <p:sldId id="314" r:id="rId18"/>
    <p:sldId id="307" r:id="rId19"/>
    <p:sldId id="318" r:id="rId20"/>
    <p:sldId id="315" r:id="rId21"/>
    <p:sldId id="316" r:id="rId22"/>
  </p:sldIdLst>
  <p:sldSz cx="9144000" cy="6858000" type="screen4x3"/>
  <p:notesSz cx="6858000" cy="9144000"/>
  <p:embeddedFontLst>
    <p:embeddedFont>
      <p:font typeface="Consolas" panose="020B0609020204030204" pitchFamily="49" charset="0"/>
      <p:regular r:id="rId25"/>
      <p:bold r:id="rId26"/>
      <p:italic r:id="rId27"/>
      <p:boldItalic r:id="rId28"/>
    </p:embeddedFont>
    <p:embeddedFont>
      <p:font typeface="PMingLiU" panose="02020500000000000000" pitchFamily="18" charset="-120"/>
      <p:regular r:id="rId29"/>
    </p:embeddedFont>
    <p:embeddedFont>
      <p:font typeface="Wingdings 2" panose="05020102010507070707" pitchFamily="18" charset="2"/>
      <p:regular r:id="rId30"/>
    </p:embeddedFont>
  </p:embeddedFontLst>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uck jee Chau (CSD)" initials="CjC(" lastIdx="3" clrIdx="0">
    <p:extLst>
      <p:ext uri="{19B8F6BF-5375-455C-9EA6-DF929625EA0E}">
        <p15:presenceInfo xmlns:p15="http://schemas.microsoft.com/office/powerpoint/2012/main" userId="Chuck jee Chau (CSD)" providerId="None"/>
      </p:ext>
    </p:extLst>
  </p:cmAuthor>
  <p:cmAuthor id="2" name="William Hui (IEG)" initials="W(" lastIdx="1" clrIdx="1">
    <p:extLst>
      <p:ext uri="{19B8F6BF-5375-455C-9EA6-DF929625EA0E}">
        <p15:presenceInfo xmlns:p15="http://schemas.microsoft.com/office/powerpoint/2012/main" userId="S::kyhui@cuhk.edu.hk::07728535-8fdc-4325-b24f-20cc4d58a3a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0F6D"/>
    <a:srgbClr val="0000FF"/>
    <a:srgbClr val="FF99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59" autoAdjust="0"/>
  </p:normalViewPr>
  <p:slideViewPr>
    <p:cSldViewPr snapToGrid="0">
      <p:cViewPr>
        <p:scale>
          <a:sx n="78" d="100"/>
          <a:sy n="78" d="100"/>
        </p:scale>
        <p:origin x="296" y="-60"/>
      </p:cViewPr>
      <p:guideLst>
        <p:guide orient="horz" pos="2160"/>
        <p:guide pos="2880"/>
      </p:guideLst>
    </p:cSldViewPr>
  </p:slideViewPr>
  <p:notesTextViewPr>
    <p:cViewPr>
      <p:scale>
        <a:sx n="1" d="1"/>
        <a:sy n="1" d="1"/>
      </p:scale>
      <p:origin x="0" y="0"/>
    </p:cViewPr>
  </p:notesTextViewPr>
  <p:sorterViewPr>
    <p:cViewPr>
      <p:scale>
        <a:sx n="100" d="100"/>
        <a:sy n="100" d="100"/>
      </p:scale>
      <p:origin x="0" y="-6872"/>
    </p:cViewPr>
  </p:sorter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m Pan Chui, Dr. (CSD)" userId="06f431c5-cc1a-4439-a61b-5f3af947c103" providerId="ADAL" clId="{F77BC94C-BA48-43BD-B073-9FF264F28019}"/>
    <pc:docChg chg="undo custSel addSld modSld">
      <pc:chgData name="Yim Pan Chui, Dr. (CSD)" userId="06f431c5-cc1a-4439-a61b-5f3af947c103" providerId="ADAL" clId="{F77BC94C-BA48-43BD-B073-9FF264F28019}" dt="2023-07-21T08:16:50.434" v="720" actId="20577"/>
      <pc:docMkLst>
        <pc:docMk/>
      </pc:docMkLst>
      <pc:sldChg chg="modSp mod modNotesTx">
        <pc:chgData name="Yim Pan Chui, Dr. (CSD)" userId="06f431c5-cc1a-4439-a61b-5f3af947c103" providerId="ADAL" clId="{F77BC94C-BA48-43BD-B073-9FF264F28019}" dt="2023-07-21T08:04:29.207" v="287" actId="20577"/>
        <pc:sldMkLst>
          <pc:docMk/>
          <pc:sldMk cId="586697572" sldId="300"/>
        </pc:sldMkLst>
        <pc:spChg chg="mod">
          <ac:chgData name="Yim Pan Chui, Dr. (CSD)" userId="06f431c5-cc1a-4439-a61b-5f3af947c103" providerId="ADAL" clId="{F77BC94C-BA48-43BD-B073-9FF264F28019}" dt="2023-07-21T08:03:19.743" v="231" actId="20577"/>
          <ac:spMkLst>
            <pc:docMk/>
            <pc:sldMk cId="586697572" sldId="300"/>
            <ac:spMk id="11268" creationId="{00000000-0000-0000-0000-000000000000}"/>
          </ac:spMkLst>
        </pc:spChg>
      </pc:sldChg>
      <pc:sldChg chg="modNotesTx">
        <pc:chgData name="Yim Pan Chui, Dr. (CSD)" userId="06f431c5-cc1a-4439-a61b-5f3af947c103" providerId="ADAL" clId="{F77BC94C-BA48-43BD-B073-9FF264F28019}" dt="2023-07-21T07:56:07.947" v="105" actId="20577"/>
        <pc:sldMkLst>
          <pc:docMk/>
          <pc:sldMk cId="3857374457" sldId="305"/>
        </pc:sldMkLst>
      </pc:sldChg>
      <pc:sldChg chg="addSp delSp modSp mod modNotes">
        <pc:chgData name="Yim Pan Chui, Dr. (CSD)" userId="06f431c5-cc1a-4439-a61b-5f3af947c103" providerId="ADAL" clId="{F77BC94C-BA48-43BD-B073-9FF264F28019}" dt="2023-07-21T08:13:07.298" v="550" actId="20577"/>
        <pc:sldMkLst>
          <pc:docMk/>
          <pc:sldMk cId="3496848778" sldId="307"/>
        </pc:sldMkLst>
        <pc:spChg chg="add del mod">
          <ac:chgData name="Yim Pan Chui, Dr. (CSD)" userId="06f431c5-cc1a-4439-a61b-5f3af947c103" providerId="ADAL" clId="{F77BC94C-BA48-43BD-B073-9FF264F28019}" dt="2023-07-21T08:11:24.852" v="514"/>
          <ac:spMkLst>
            <pc:docMk/>
            <pc:sldMk cId="3496848778" sldId="307"/>
            <ac:spMk id="2" creationId="{5339C467-32E7-B980-7875-395898331FBB}"/>
          </ac:spMkLst>
        </pc:spChg>
        <pc:spChg chg="add del mod">
          <ac:chgData name="Yim Pan Chui, Dr. (CSD)" userId="06f431c5-cc1a-4439-a61b-5f3af947c103" providerId="ADAL" clId="{F77BC94C-BA48-43BD-B073-9FF264F28019}" dt="2023-07-21T08:12:58.411" v="546"/>
          <ac:spMkLst>
            <pc:docMk/>
            <pc:sldMk cId="3496848778" sldId="307"/>
            <ac:spMk id="3" creationId="{4F3A908A-1CE4-F175-634B-67AB2EF96D5D}"/>
          </ac:spMkLst>
        </pc:spChg>
        <pc:spChg chg="mod">
          <ac:chgData name="Yim Pan Chui, Dr. (CSD)" userId="06f431c5-cc1a-4439-a61b-5f3af947c103" providerId="ADAL" clId="{F77BC94C-BA48-43BD-B073-9FF264F28019}" dt="2023-07-21T08:13:07.298" v="550" actId="20577"/>
          <ac:spMkLst>
            <pc:docMk/>
            <pc:sldMk cId="3496848778" sldId="307"/>
            <ac:spMk id="11268" creationId="{00000000-0000-0000-0000-000000000000}"/>
          </ac:spMkLst>
        </pc:spChg>
      </pc:sldChg>
      <pc:sldChg chg="addSp delSp modSp add mod modNotes">
        <pc:chgData name="Yim Pan Chui, Dr. (CSD)" userId="06f431c5-cc1a-4439-a61b-5f3af947c103" providerId="ADAL" clId="{F77BC94C-BA48-43BD-B073-9FF264F28019}" dt="2023-07-21T08:16:50.434" v="720" actId="20577"/>
        <pc:sldMkLst>
          <pc:docMk/>
          <pc:sldMk cId="697060923" sldId="318"/>
        </pc:sldMkLst>
        <pc:spChg chg="add del mod">
          <ac:chgData name="Yim Pan Chui, Dr. (CSD)" userId="06f431c5-cc1a-4439-a61b-5f3af947c103" providerId="ADAL" clId="{F77BC94C-BA48-43BD-B073-9FF264F28019}" dt="2023-07-21T08:11:19.210" v="497"/>
          <ac:spMkLst>
            <pc:docMk/>
            <pc:sldMk cId="697060923" sldId="318"/>
            <ac:spMk id="2" creationId="{4C433CC5-E8E5-3CA7-CC36-83F402476687}"/>
          </ac:spMkLst>
        </pc:spChg>
        <pc:spChg chg="add mod">
          <ac:chgData name="Yim Pan Chui, Dr. (CSD)" userId="06f431c5-cc1a-4439-a61b-5f3af947c103" providerId="ADAL" clId="{F77BC94C-BA48-43BD-B073-9FF264F28019}" dt="2023-07-21T08:16:50.434" v="720" actId="20577"/>
          <ac:spMkLst>
            <pc:docMk/>
            <pc:sldMk cId="697060923" sldId="318"/>
            <ac:spMk id="3" creationId="{C50A3CB3-4FBC-4799-A5CA-244DCD0D4540}"/>
          </ac:spMkLst>
        </pc:spChg>
        <pc:spChg chg="mod">
          <ac:chgData name="Yim Pan Chui, Dr. (CSD)" userId="06f431c5-cc1a-4439-a61b-5f3af947c103" providerId="ADAL" clId="{F77BC94C-BA48-43BD-B073-9FF264F28019}" dt="2023-07-21T08:12:46.143" v="544" actId="1076"/>
          <ac:spMkLst>
            <pc:docMk/>
            <pc:sldMk cId="697060923" sldId="318"/>
            <ac:spMk id="7" creationId="{00000000-0000-0000-0000-000000000000}"/>
          </ac:spMkLst>
        </pc:spChg>
        <pc:spChg chg="mod">
          <ac:chgData name="Yim Pan Chui, Dr. (CSD)" userId="06f431c5-cc1a-4439-a61b-5f3af947c103" providerId="ADAL" clId="{F77BC94C-BA48-43BD-B073-9FF264F28019}" dt="2023-07-21T08:06:36.113" v="321" actId="20577"/>
          <ac:spMkLst>
            <pc:docMk/>
            <pc:sldMk cId="697060923" sldId="318"/>
            <ac:spMk id="11267" creationId="{00000000-0000-0000-0000-000000000000}"/>
          </ac:spMkLst>
        </pc:spChg>
        <pc:spChg chg="mod">
          <ac:chgData name="Yim Pan Chui, Dr. (CSD)" userId="06f431c5-cc1a-4439-a61b-5f3af947c103" providerId="ADAL" clId="{F77BC94C-BA48-43BD-B073-9FF264F28019}" dt="2023-07-21T08:14:42.435" v="660" actId="20577"/>
          <ac:spMkLst>
            <pc:docMk/>
            <pc:sldMk cId="697060923" sldId="318"/>
            <ac:spMk id="11268" creationId="{00000000-0000-0000-0000-000000000000}"/>
          </ac:spMkLst>
        </pc:spChg>
        <pc:spChg chg="mod">
          <ac:chgData name="Yim Pan Chui, Dr. (CSD)" userId="06f431c5-cc1a-4439-a61b-5f3af947c103" providerId="ADAL" clId="{F77BC94C-BA48-43BD-B073-9FF264F28019}" dt="2023-07-21T08:13:26.665" v="554" actId="14100"/>
          <ac:spMkLst>
            <pc:docMk/>
            <pc:sldMk cId="697060923" sldId="318"/>
            <ac:spMk id="11269" creationId="{00000000-0000-0000-0000-000000000000}"/>
          </ac:spMkLst>
        </pc:spChg>
      </pc:sldChg>
    </pc:docChg>
  </pc:docChgLst>
  <pc:docChgLst>
    <pc:chgData name="Chuck jee Chau (CSD)" userId="7aa7a09e-983f-4214-9e5a-071cbb678e81" providerId="ADAL" clId="{D7DDE605-155A-C840-8233-B36B83B4E577}"/>
    <pc:docChg chg="undo redo custSel addSld delSld modSld">
      <pc:chgData name="Chuck jee Chau (CSD)" userId="7aa7a09e-983f-4214-9e5a-071cbb678e81" providerId="ADAL" clId="{D7DDE605-155A-C840-8233-B36B83B4E577}" dt="2019-11-09T08:14:59.855" v="299" actId="1592"/>
      <pc:docMkLst>
        <pc:docMk/>
      </pc:docMkLst>
      <pc:sldChg chg="modSp">
        <pc:chgData name="Chuck jee Chau (CSD)" userId="7aa7a09e-983f-4214-9e5a-071cbb678e81" providerId="ADAL" clId="{D7DDE605-155A-C840-8233-B36B83B4E577}" dt="2019-10-29T10:34:28.474" v="45"/>
        <pc:sldMkLst>
          <pc:docMk/>
          <pc:sldMk cId="452717289" sldId="257"/>
        </pc:sldMkLst>
        <pc:spChg chg="mod">
          <ac:chgData name="Chuck jee Chau (CSD)" userId="7aa7a09e-983f-4214-9e5a-071cbb678e81" providerId="ADAL" clId="{D7DDE605-155A-C840-8233-B36B83B4E577}" dt="2019-10-29T10:34:28.474" v="45"/>
          <ac:spMkLst>
            <pc:docMk/>
            <pc:sldMk cId="452717289" sldId="257"/>
            <ac:spMk id="3" creationId="{00000000-0000-0000-0000-000000000000}"/>
          </ac:spMkLst>
        </pc:spChg>
      </pc:sldChg>
      <pc:sldChg chg="modSp">
        <pc:chgData name="Chuck jee Chau (CSD)" userId="7aa7a09e-983f-4214-9e5a-071cbb678e81" providerId="ADAL" clId="{D7DDE605-155A-C840-8233-B36B83B4E577}" dt="2019-10-29T10:36:43.416" v="65" actId="20577"/>
        <pc:sldMkLst>
          <pc:docMk/>
          <pc:sldMk cId="3798170173" sldId="296"/>
        </pc:sldMkLst>
        <pc:spChg chg="mod">
          <ac:chgData name="Chuck jee Chau (CSD)" userId="7aa7a09e-983f-4214-9e5a-071cbb678e81" providerId="ADAL" clId="{D7DDE605-155A-C840-8233-B36B83B4E577}" dt="2019-10-29T10:36:43.416" v="65" actId="20577"/>
          <ac:spMkLst>
            <pc:docMk/>
            <pc:sldMk cId="3798170173" sldId="296"/>
            <ac:spMk id="2" creationId="{00000000-0000-0000-0000-000000000000}"/>
          </ac:spMkLst>
        </pc:spChg>
        <pc:spChg chg="mod">
          <ac:chgData name="Chuck jee Chau (CSD)" userId="7aa7a09e-983f-4214-9e5a-071cbb678e81" providerId="ADAL" clId="{D7DDE605-155A-C840-8233-B36B83B4E577}" dt="2019-10-29T10:34:28.474" v="45"/>
          <ac:spMkLst>
            <pc:docMk/>
            <pc:sldMk cId="3798170173" sldId="296"/>
            <ac:spMk id="3" creationId="{00000000-0000-0000-0000-000000000000}"/>
          </ac:spMkLst>
        </pc:spChg>
        <pc:spChg chg="mod">
          <ac:chgData name="Chuck jee Chau (CSD)" userId="7aa7a09e-983f-4214-9e5a-071cbb678e81" providerId="ADAL" clId="{D7DDE605-155A-C840-8233-B36B83B4E577}" dt="2019-10-29T10:34:28.474" v="45"/>
          <ac:spMkLst>
            <pc:docMk/>
            <pc:sldMk cId="3798170173" sldId="296"/>
            <ac:spMk id="8" creationId="{00000000-0000-0000-0000-000000000000}"/>
          </ac:spMkLst>
        </pc:spChg>
        <pc:graphicFrameChg chg="mod">
          <ac:chgData name="Chuck jee Chau (CSD)" userId="7aa7a09e-983f-4214-9e5a-071cbb678e81" providerId="ADAL" clId="{D7DDE605-155A-C840-8233-B36B83B4E577}" dt="2019-10-29T10:34:28.474" v="45"/>
          <ac:graphicFrameMkLst>
            <pc:docMk/>
            <pc:sldMk cId="3798170173" sldId="296"/>
            <ac:graphicFrameMk id="5" creationId="{00000000-0000-0000-0000-000000000000}"/>
          </ac:graphicFrameMkLst>
        </pc:graphicFrameChg>
        <pc:graphicFrameChg chg="mod">
          <ac:chgData name="Chuck jee Chau (CSD)" userId="7aa7a09e-983f-4214-9e5a-071cbb678e81" providerId="ADAL" clId="{D7DDE605-155A-C840-8233-B36B83B4E577}" dt="2019-10-29T10:34:28.474" v="45"/>
          <ac:graphicFrameMkLst>
            <pc:docMk/>
            <pc:sldMk cId="3798170173" sldId="296"/>
            <ac:graphicFrameMk id="7" creationId="{00000000-0000-0000-0000-000000000000}"/>
          </ac:graphicFrameMkLst>
        </pc:graphicFrameChg>
      </pc:sldChg>
      <pc:sldChg chg="modSp">
        <pc:chgData name="Chuck jee Chau (CSD)" userId="7aa7a09e-983f-4214-9e5a-071cbb678e81" providerId="ADAL" clId="{D7DDE605-155A-C840-8233-B36B83B4E577}" dt="2019-10-29T10:46:08.641" v="277" actId="20577"/>
        <pc:sldMkLst>
          <pc:docMk/>
          <pc:sldMk cId="1475132368" sldId="297"/>
        </pc:sldMkLst>
        <pc:spChg chg="mod">
          <ac:chgData name="Chuck jee Chau (CSD)" userId="7aa7a09e-983f-4214-9e5a-071cbb678e81" providerId="ADAL" clId="{D7DDE605-155A-C840-8233-B36B83B4E577}" dt="2019-10-29T10:44:27.163" v="225" actId="20577"/>
          <ac:spMkLst>
            <pc:docMk/>
            <pc:sldMk cId="1475132368" sldId="297"/>
            <ac:spMk id="2" creationId="{00000000-0000-0000-0000-000000000000}"/>
          </ac:spMkLst>
        </pc:spChg>
        <pc:spChg chg="mod">
          <ac:chgData name="Chuck jee Chau (CSD)" userId="7aa7a09e-983f-4214-9e5a-071cbb678e81" providerId="ADAL" clId="{D7DDE605-155A-C840-8233-B36B83B4E577}" dt="2019-10-29T10:46:08.641" v="277" actId="20577"/>
          <ac:spMkLst>
            <pc:docMk/>
            <pc:sldMk cId="1475132368" sldId="297"/>
            <ac:spMk id="7" creationId="{00000000-0000-0000-0000-000000000000}"/>
          </ac:spMkLst>
        </pc:spChg>
        <pc:spChg chg="mod">
          <ac:chgData name="Chuck jee Chau (CSD)" userId="7aa7a09e-983f-4214-9e5a-071cbb678e81" providerId="ADAL" clId="{D7DDE605-155A-C840-8233-B36B83B4E577}" dt="2019-10-29T10:34:28.474" v="45"/>
          <ac:spMkLst>
            <pc:docMk/>
            <pc:sldMk cId="1475132368" sldId="297"/>
            <ac:spMk id="8" creationId="{00000000-0000-0000-0000-000000000000}"/>
          </ac:spMkLst>
        </pc:spChg>
        <pc:spChg chg="mod">
          <ac:chgData name="Chuck jee Chau (CSD)" userId="7aa7a09e-983f-4214-9e5a-071cbb678e81" providerId="ADAL" clId="{D7DDE605-155A-C840-8233-B36B83B4E577}" dt="2019-10-29T10:34:28.474" v="45"/>
          <ac:spMkLst>
            <pc:docMk/>
            <pc:sldMk cId="1475132368" sldId="297"/>
            <ac:spMk id="9" creationId="{00000000-0000-0000-0000-000000000000}"/>
          </ac:spMkLst>
        </pc:spChg>
      </pc:sldChg>
      <pc:sldChg chg="modSp">
        <pc:chgData name="Chuck jee Chau (CSD)" userId="7aa7a09e-983f-4214-9e5a-071cbb678e81" providerId="ADAL" clId="{D7DDE605-155A-C840-8233-B36B83B4E577}" dt="2019-10-29T10:38:23.923" v="88" actId="404"/>
        <pc:sldMkLst>
          <pc:docMk/>
          <pc:sldMk cId="3699262746" sldId="298"/>
        </pc:sldMkLst>
        <pc:spChg chg="mod">
          <ac:chgData name="Chuck jee Chau (CSD)" userId="7aa7a09e-983f-4214-9e5a-071cbb678e81" providerId="ADAL" clId="{D7DDE605-155A-C840-8233-B36B83B4E577}" dt="2019-10-29T10:38:23.923" v="88" actId="404"/>
          <ac:spMkLst>
            <pc:docMk/>
            <pc:sldMk cId="3699262746" sldId="298"/>
            <ac:spMk id="2" creationId="{00000000-0000-0000-0000-000000000000}"/>
          </ac:spMkLst>
        </pc:spChg>
        <pc:spChg chg="mod">
          <ac:chgData name="Chuck jee Chau (CSD)" userId="7aa7a09e-983f-4214-9e5a-071cbb678e81" providerId="ADAL" clId="{D7DDE605-155A-C840-8233-B36B83B4E577}" dt="2019-10-29T10:35:56.226" v="48" actId="20577"/>
          <ac:spMkLst>
            <pc:docMk/>
            <pc:sldMk cId="3699262746" sldId="298"/>
            <ac:spMk id="3" creationId="{00000000-0000-0000-0000-000000000000}"/>
          </ac:spMkLst>
        </pc:spChg>
      </pc:sldChg>
      <pc:sldChg chg="addSp delSp modSp">
        <pc:chgData name="Chuck jee Chau (CSD)" userId="7aa7a09e-983f-4214-9e5a-071cbb678e81" providerId="ADAL" clId="{D7DDE605-155A-C840-8233-B36B83B4E577}" dt="2019-10-29T10:36:35.586" v="59"/>
        <pc:sldMkLst>
          <pc:docMk/>
          <pc:sldMk cId="1895192307" sldId="299"/>
        </pc:sldMkLst>
        <pc:spChg chg="mod">
          <ac:chgData name="Chuck jee Chau (CSD)" userId="7aa7a09e-983f-4214-9e5a-071cbb678e81" providerId="ADAL" clId="{D7DDE605-155A-C840-8233-B36B83B4E577}" dt="2019-10-29T10:36:35.586" v="59"/>
          <ac:spMkLst>
            <pc:docMk/>
            <pc:sldMk cId="1895192307" sldId="299"/>
            <ac:spMk id="2" creationId="{00000000-0000-0000-0000-000000000000}"/>
          </ac:spMkLst>
        </pc:spChg>
        <pc:spChg chg="mod">
          <ac:chgData name="Chuck jee Chau (CSD)" userId="7aa7a09e-983f-4214-9e5a-071cbb678e81" providerId="ADAL" clId="{D7DDE605-155A-C840-8233-B36B83B4E577}" dt="2019-10-29T10:36:35.586" v="59"/>
          <ac:spMkLst>
            <pc:docMk/>
            <pc:sldMk cId="1895192307" sldId="299"/>
            <ac:spMk id="3" creationId="{00000000-0000-0000-0000-000000000000}"/>
          </ac:spMkLst>
        </pc:spChg>
        <pc:spChg chg="add del mod">
          <ac:chgData name="Chuck jee Chau (CSD)" userId="7aa7a09e-983f-4214-9e5a-071cbb678e81" providerId="ADAL" clId="{D7DDE605-155A-C840-8233-B36B83B4E577}" dt="2019-10-29T10:36:35.586" v="59"/>
          <ac:spMkLst>
            <pc:docMk/>
            <pc:sldMk cId="1895192307" sldId="299"/>
            <ac:spMk id="5" creationId="{4B65A87C-FF02-794F-8945-A41E167023C0}"/>
          </ac:spMkLst>
        </pc:spChg>
        <pc:spChg chg="add del mod">
          <ac:chgData name="Chuck jee Chau (CSD)" userId="7aa7a09e-983f-4214-9e5a-071cbb678e81" providerId="ADAL" clId="{D7DDE605-155A-C840-8233-B36B83B4E577}" dt="2019-10-29T10:36:35.586" v="59"/>
          <ac:spMkLst>
            <pc:docMk/>
            <pc:sldMk cId="1895192307" sldId="299"/>
            <ac:spMk id="6" creationId="{64D7C213-2587-744E-AA8E-A13C5B6631F4}"/>
          </ac:spMkLst>
        </pc:spChg>
        <pc:spChg chg="add del mod">
          <ac:chgData name="Chuck jee Chau (CSD)" userId="7aa7a09e-983f-4214-9e5a-071cbb678e81" providerId="ADAL" clId="{D7DDE605-155A-C840-8233-B36B83B4E577}" dt="2019-10-29T10:36:35.586" v="59"/>
          <ac:spMkLst>
            <pc:docMk/>
            <pc:sldMk cId="1895192307" sldId="299"/>
            <ac:spMk id="7" creationId="{6FB2F091-54F0-7746-9685-C0D937FF91A4}"/>
          </ac:spMkLst>
        </pc:spChg>
      </pc:sldChg>
      <pc:sldChg chg="addSp delSp modSp">
        <pc:chgData name="Chuck jee Chau (CSD)" userId="7aa7a09e-983f-4214-9e5a-071cbb678e81" providerId="ADAL" clId="{D7DDE605-155A-C840-8233-B36B83B4E577}" dt="2019-10-29T10:40:02.406" v="111" actId="207"/>
        <pc:sldMkLst>
          <pc:docMk/>
          <pc:sldMk cId="586697572" sldId="300"/>
        </pc:sldMkLst>
        <pc:spChg chg="add">
          <ac:chgData name="Chuck jee Chau (CSD)" userId="7aa7a09e-983f-4214-9e5a-071cbb678e81" providerId="ADAL" clId="{D7DDE605-155A-C840-8233-B36B83B4E577}" dt="2019-10-29T10:26:28.507" v="15"/>
          <ac:spMkLst>
            <pc:docMk/>
            <pc:sldMk cId="586697572" sldId="300"/>
            <ac:spMk id="6" creationId="{911B3CCC-2F97-0249-9D9F-321BE0149101}"/>
          </ac:spMkLst>
        </pc:spChg>
        <pc:spChg chg="del">
          <ac:chgData name="Chuck jee Chau (CSD)" userId="7aa7a09e-983f-4214-9e5a-071cbb678e81" providerId="ADAL" clId="{D7DDE605-155A-C840-8233-B36B83B4E577}" dt="2019-10-29T10:26:28.030" v="14" actId="478"/>
          <ac:spMkLst>
            <pc:docMk/>
            <pc:sldMk cId="586697572" sldId="300"/>
            <ac:spMk id="11266" creationId="{00000000-0000-0000-0000-000000000000}"/>
          </ac:spMkLst>
        </pc:spChg>
        <pc:spChg chg="mod">
          <ac:chgData name="Chuck jee Chau (CSD)" userId="7aa7a09e-983f-4214-9e5a-071cbb678e81" providerId="ADAL" clId="{D7DDE605-155A-C840-8233-B36B83B4E577}" dt="2019-10-29T10:39:55.248" v="110" actId="404"/>
          <ac:spMkLst>
            <pc:docMk/>
            <pc:sldMk cId="586697572" sldId="300"/>
            <ac:spMk id="11267" creationId="{00000000-0000-0000-0000-000000000000}"/>
          </ac:spMkLst>
        </pc:spChg>
        <pc:spChg chg="mod">
          <ac:chgData name="Chuck jee Chau (CSD)" userId="7aa7a09e-983f-4214-9e5a-071cbb678e81" providerId="ADAL" clId="{D7DDE605-155A-C840-8233-B36B83B4E577}" dt="2019-10-29T10:40:02.406" v="111" actId="207"/>
          <ac:spMkLst>
            <pc:docMk/>
            <pc:sldMk cId="586697572" sldId="300"/>
            <ac:spMk id="11268" creationId="{00000000-0000-0000-0000-000000000000}"/>
          </ac:spMkLst>
        </pc:spChg>
        <pc:spChg chg="mod">
          <ac:chgData name="Chuck jee Chau (CSD)" userId="7aa7a09e-983f-4214-9e5a-071cbb678e81" providerId="ADAL" clId="{D7DDE605-155A-C840-8233-B36B83B4E577}" dt="2019-10-29T10:40:02.406" v="111" actId="207"/>
          <ac:spMkLst>
            <pc:docMk/>
            <pc:sldMk cId="586697572" sldId="300"/>
            <ac:spMk id="11269" creationId="{00000000-0000-0000-0000-000000000000}"/>
          </ac:spMkLst>
        </pc:spChg>
      </pc:sldChg>
      <pc:sldChg chg="addSp delSp modSp">
        <pc:chgData name="Chuck jee Chau (CSD)" userId="7aa7a09e-983f-4214-9e5a-071cbb678e81" providerId="ADAL" clId="{D7DDE605-155A-C840-8233-B36B83B4E577}" dt="2019-10-29T10:38:00.638" v="85" actId="20577"/>
        <pc:sldMkLst>
          <pc:docMk/>
          <pc:sldMk cId="1445429554" sldId="301"/>
        </pc:sldMkLst>
        <pc:spChg chg="add">
          <ac:chgData name="Chuck jee Chau (CSD)" userId="7aa7a09e-983f-4214-9e5a-071cbb678e81" providerId="ADAL" clId="{D7DDE605-155A-C840-8233-B36B83B4E577}" dt="2019-10-29T10:26:18.206" v="11"/>
          <ac:spMkLst>
            <pc:docMk/>
            <pc:sldMk cId="1445429554" sldId="301"/>
            <ac:spMk id="5" creationId="{30212223-56BA-C64B-9CCA-3A4B48A9212B}"/>
          </ac:spMkLst>
        </pc:spChg>
        <pc:spChg chg="del">
          <ac:chgData name="Chuck jee Chau (CSD)" userId="7aa7a09e-983f-4214-9e5a-071cbb678e81" providerId="ADAL" clId="{D7DDE605-155A-C840-8233-B36B83B4E577}" dt="2019-10-29T10:26:17.230" v="10" actId="478"/>
          <ac:spMkLst>
            <pc:docMk/>
            <pc:sldMk cId="1445429554" sldId="301"/>
            <ac:spMk id="16386" creationId="{00000000-0000-0000-0000-000000000000}"/>
          </ac:spMkLst>
        </pc:spChg>
        <pc:spChg chg="mod">
          <ac:chgData name="Chuck jee Chau (CSD)" userId="7aa7a09e-983f-4214-9e5a-071cbb678e81" providerId="ADAL" clId="{D7DDE605-155A-C840-8233-B36B83B4E577}" dt="2019-10-29T10:36:56.961" v="70" actId="20577"/>
          <ac:spMkLst>
            <pc:docMk/>
            <pc:sldMk cId="1445429554" sldId="301"/>
            <ac:spMk id="16387" creationId="{00000000-0000-0000-0000-000000000000}"/>
          </ac:spMkLst>
        </pc:spChg>
        <pc:spChg chg="mod">
          <ac:chgData name="Chuck jee Chau (CSD)" userId="7aa7a09e-983f-4214-9e5a-071cbb678e81" providerId="ADAL" clId="{D7DDE605-155A-C840-8233-B36B83B4E577}" dt="2019-10-29T10:38:00.638" v="85" actId="20577"/>
          <ac:spMkLst>
            <pc:docMk/>
            <pc:sldMk cId="1445429554" sldId="301"/>
            <ac:spMk id="16388" creationId="{00000000-0000-0000-0000-000000000000}"/>
          </ac:spMkLst>
        </pc:spChg>
      </pc:sldChg>
      <pc:sldChg chg="addSp delSp modSp">
        <pc:chgData name="Chuck jee Chau (CSD)" userId="7aa7a09e-983f-4214-9e5a-071cbb678e81" providerId="ADAL" clId="{D7DDE605-155A-C840-8233-B36B83B4E577}" dt="2019-10-29T10:38:19.955" v="87" actId="404"/>
        <pc:sldMkLst>
          <pc:docMk/>
          <pc:sldMk cId="2740529000" sldId="302"/>
        </pc:sldMkLst>
        <pc:spChg chg="add">
          <ac:chgData name="Chuck jee Chau (CSD)" userId="7aa7a09e-983f-4214-9e5a-071cbb678e81" providerId="ADAL" clId="{D7DDE605-155A-C840-8233-B36B83B4E577}" dt="2019-10-29T10:26:22.213" v="13"/>
          <ac:spMkLst>
            <pc:docMk/>
            <pc:sldMk cId="2740529000" sldId="302"/>
            <ac:spMk id="5" creationId="{06C550DE-0863-3748-B4ED-F6F5CC2A0B1F}"/>
          </ac:spMkLst>
        </pc:spChg>
        <pc:spChg chg="mod">
          <ac:chgData name="Chuck jee Chau (CSD)" userId="7aa7a09e-983f-4214-9e5a-071cbb678e81" providerId="ADAL" clId="{D7DDE605-155A-C840-8233-B36B83B4E577}" dt="2019-10-29T10:38:19.955" v="87" actId="404"/>
          <ac:spMkLst>
            <pc:docMk/>
            <pc:sldMk cId="2740529000" sldId="302"/>
            <ac:spMk id="18434" creationId="{00000000-0000-0000-0000-000000000000}"/>
          </ac:spMkLst>
        </pc:spChg>
        <pc:spChg chg="mod">
          <ac:chgData name="Chuck jee Chau (CSD)" userId="7aa7a09e-983f-4214-9e5a-071cbb678e81" providerId="ADAL" clId="{D7DDE605-155A-C840-8233-B36B83B4E577}" dt="2019-10-29T10:34:28.474" v="45"/>
          <ac:spMkLst>
            <pc:docMk/>
            <pc:sldMk cId="2740529000" sldId="302"/>
            <ac:spMk id="18435" creationId="{00000000-0000-0000-0000-000000000000}"/>
          </ac:spMkLst>
        </pc:spChg>
        <pc:spChg chg="del">
          <ac:chgData name="Chuck jee Chau (CSD)" userId="7aa7a09e-983f-4214-9e5a-071cbb678e81" providerId="ADAL" clId="{D7DDE605-155A-C840-8233-B36B83B4E577}" dt="2019-10-29T10:26:21.251" v="12" actId="478"/>
          <ac:spMkLst>
            <pc:docMk/>
            <pc:sldMk cId="2740529000" sldId="302"/>
            <ac:spMk id="18436" creationId="{00000000-0000-0000-0000-000000000000}"/>
          </ac:spMkLst>
        </pc:spChg>
      </pc:sldChg>
      <pc:sldChg chg="addSp delSp modSp">
        <pc:chgData name="Chuck jee Chau (CSD)" userId="7aa7a09e-983f-4214-9e5a-071cbb678e81" providerId="ADAL" clId="{D7DDE605-155A-C840-8233-B36B83B4E577}" dt="2019-10-29T10:42:39.777" v="149" actId="20577"/>
        <pc:sldMkLst>
          <pc:docMk/>
          <pc:sldMk cId="966279763" sldId="304"/>
        </pc:sldMkLst>
        <pc:spChg chg="mod">
          <ac:chgData name="Chuck jee Chau (CSD)" userId="7aa7a09e-983f-4214-9e5a-071cbb678e81" providerId="ADAL" clId="{D7DDE605-155A-C840-8233-B36B83B4E577}" dt="2019-10-29T10:34:28.474" v="45"/>
          <ac:spMkLst>
            <pc:docMk/>
            <pc:sldMk cId="966279763" sldId="304"/>
            <ac:spMk id="6" creationId="{00000000-0000-0000-0000-000000000000}"/>
          </ac:spMkLst>
        </pc:spChg>
        <pc:spChg chg="mod">
          <ac:chgData name="Chuck jee Chau (CSD)" userId="7aa7a09e-983f-4214-9e5a-071cbb678e81" providerId="ADAL" clId="{D7DDE605-155A-C840-8233-B36B83B4E577}" dt="2019-10-29T10:42:08.339" v="142" actId="113"/>
          <ac:spMkLst>
            <pc:docMk/>
            <pc:sldMk cId="966279763" sldId="304"/>
            <ac:spMk id="7" creationId="{00000000-0000-0000-0000-000000000000}"/>
          </ac:spMkLst>
        </pc:spChg>
        <pc:spChg chg="mod">
          <ac:chgData name="Chuck jee Chau (CSD)" userId="7aa7a09e-983f-4214-9e5a-071cbb678e81" providerId="ADAL" clId="{D7DDE605-155A-C840-8233-B36B83B4E577}" dt="2019-10-29T10:42:23.352" v="144" actId="113"/>
          <ac:spMkLst>
            <pc:docMk/>
            <pc:sldMk cId="966279763" sldId="304"/>
            <ac:spMk id="8" creationId="{00000000-0000-0000-0000-000000000000}"/>
          </ac:spMkLst>
        </pc:spChg>
        <pc:spChg chg="mod">
          <ac:chgData name="Chuck jee Chau (CSD)" userId="7aa7a09e-983f-4214-9e5a-071cbb678e81" providerId="ADAL" clId="{D7DDE605-155A-C840-8233-B36B83B4E577}" dt="2019-10-29T10:42:39.777" v="149" actId="20577"/>
          <ac:spMkLst>
            <pc:docMk/>
            <pc:sldMk cId="966279763" sldId="304"/>
            <ac:spMk id="10" creationId="{00000000-0000-0000-0000-000000000000}"/>
          </ac:spMkLst>
        </pc:spChg>
        <pc:spChg chg="add">
          <ac:chgData name="Chuck jee Chau (CSD)" userId="7aa7a09e-983f-4214-9e5a-071cbb678e81" providerId="ADAL" clId="{D7DDE605-155A-C840-8233-B36B83B4E577}" dt="2019-10-29T10:26:34.040" v="17"/>
          <ac:spMkLst>
            <pc:docMk/>
            <pc:sldMk cId="966279763" sldId="304"/>
            <ac:spMk id="13" creationId="{54C5873E-6629-264B-98C3-1AB8461E1B0C}"/>
          </ac:spMkLst>
        </pc:spChg>
        <pc:spChg chg="del">
          <ac:chgData name="Chuck jee Chau (CSD)" userId="7aa7a09e-983f-4214-9e5a-071cbb678e81" providerId="ADAL" clId="{D7DDE605-155A-C840-8233-B36B83B4E577}" dt="2019-10-29T10:26:33.551" v="16" actId="478"/>
          <ac:spMkLst>
            <pc:docMk/>
            <pc:sldMk cId="966279763" sldId="304"/>
            <ac:spMk id="11266" creationId="{00000000-0000-0000-0000-000000000000}"/>
          </ac:spMkLst>
        </pc:spChg>
        <pc:spChg chg="mod">
          <ac:chgData name="Chuck jee Chau (CSD)" userId="7aa7a09e-983f-4214-9e5a-071cbb678e81" providerId="ADAL" clId="{D7DDE605-155A-C840-8233-B36B83B4E577}" dt="2019-10-29T10:42:00.551" v="140" actId="20577"/>
          <ac:spMkLst>
            <pc:docMk/>
            <pc:sldMk cId="966279763" sldId="304"/>
            <ac:spMk id="11267" creationId="{00000000-0000-0000-0000-000000000000}"/>
          </ac:spMkLst>
        </pc:spChg>
        <pc:spChg chg="mod">
          <ac:chgData name="Chuck jee Chau (CSD)" userId="7aa7a09e-983f-4214-9e5a-071cbb678e81" providerId="ADAL" clId="{D7DDE605-155A-C840-8233-B36B83B4E577}" dt="2019-10-29T10:40:06.590" v="112" actId="207"/>
          <ac:spMkLst>
            <pc:docMk/>
            <pc:sldMk cId="966279763" sldId="304"/>
            <ac:spMk id="11268" creationId="{00000000-0000-0000-0000-000000000000}"/>
          </ac:spMkLst>
        </pc:spChg>
        <pc:spChg chg="mod">
          <ac:chgData name="Chuck jee Chau (CSD)" userId="7aa7a09e-983f-4214-9e5a-071cbb678e81" providerId="ADAL" clId="{D7DDE605-155A-C840-8233-B36B83B4E577}" dt="2019-10-29T10:40:06.590" v="112" actId="207"/>
          <ac:spMkLst>
            <pc:docMk/>
            <pc:sldMk cId="966279763" sldId="304"/>
            <ac:spMk id="11269" creationId="{00000000-0000-0000-0000-000000000000}"/>
          </ac:spMkLst>
        </pc:spChg>
      </pc:sldChg>
      <pc:sldChg chg="addSp delSp modSp delCm">
        <pc:chgData name="Chuck jee Chau (CSD)" userId="7aa7a09e-983f-4214-9e5a-071cbb678e81" providerId="ADAL" clId="{D7DDE605-155A-C840-8233-B36B83B4E577}" dt="2019-11-09T08:14:59.841" v="298" actId="1592"/>
        <pc:sldMkLst>
          <pc:docMk/>
          <pc:sldMk cId="3857374457" sldId="305"/>
        </pc:sldMkLst>
        <pc:spChg chg="mod">
          <ac:chgData name="Chuck jee Chau (CSD)" userId="7aa7a09e-983f-4214-9e5a-071cbb678e81" providerId="ADAL" clId="{D7DDE605-155A-C840-8233-B36B83B4E577}" dt="2019-10-29T10:34:28.474" v="45"/>
          <ac:spMkLst>
            <pc:docMk/>
            <pc:sldMk cId="3857374457" sldId="305"/>
            <ac:spMk id="6" creationId="{00000000-0000-0000-0000-000000000000}"/>
          </ac:spMkLst>
        </pc:spChg>
        <pc:spChg chg="mod">
          <ac:chgData name="Chuck jee Chau (CSD)" userId="7aa7a09e-983f-4214-9e5a-071cbb678e81" providerId="ADAL" clId="{D7DDE605-155A-C840-8233-B36B83B4E577}" dt="2019-10-29T10:34:28.474" v="45"/>
          <ac:spMkLst>
            <pc:docMk/>
            <pc:sldMk cId="3857374457" sldId="305"/>
            <ac:spMk id="7" creationId="{00000000-0000-0000-0000-000000000000}"/>
          </ac:spMkLst>
        </pc:spChg>
        <pc:spChg chg="add">
          <ac:chgData name="Chuck jee Chau (CSD)" userId="7aa7a09e-983f-4214-9e5a-071cbb678e81" providerId="ADAL" clId="{D7DDE605-155A-C840-8233-B36B83B4E577}" dt="2019-10-29T10:26:37.700" v="19"/>
          <ac:spMkLst>
            <pc:docMk/>
            <pc:sldMk cId="3857374457" sldId="305"/>
            <ac:spMk id="9" creationId="{8E7A05C5-40D4-E140-9686-78CFBCDD4402}"/>
          </ac:spMkLst>
        </pc:spChg>
        <pc:spChg chg="del">
          <ac:chgData name="Chuck jee Chau (CSD)" userId="7aa7a09e-983f-4214-9e5a-071cbb678e81" providerId="ADAL" clId="{D7DDE605-155A-C840-8233-B36B83B4E577}" dt="2019-10-29T10:26:37.345" v="18" actId="478"/>
          <ac:spMkLst>
            <pc:docMk/>
            <pc:sldMk cId="3857374457" sldId="305"/>
            <ac:spMk id="11266" creationId="{00000000-0000-0000-0000-000000000000}"/>
          </ac:spMkLst>
        </pc:spChg>
        <pc:spChg chg="mod">
          <ac:chgData name="Chuck jee Chau (CSD)" userId="7aa7a09e-983f-4214-9e5a-071cbb678e81" providerId="ADAL" clId="{D7DDE605-155A-C840-8233-B36B83B4E577}" dt="2019-10-29T10:42:54.224" v="155" actId="255"/>
          <ac:spMkLst>
            <pc:docMk/>
            <pc:sldMk cId="3857374457" sldId="305"/>
            <ac:spMk id="11267" creationId="{00000000-0000-0000-0000-000000000000}"/>
          </ac:spMkLst>
        </pc:spChg>
        <pc:spChg chg="mod">
          <ac:chgData name="Chuck jee Chau (CSD)" userId="7aa7a09e-983f-4214-9e5a-071cbb678e81" providerId="ADAL" clId="{D7DDE605-155A-C840-8233-B36B83B4E577}" dt="2019-10-29T10:34:28.474" v="45"/>
          <ac:spMkLst>
            <pc:docMk/>
            <pc:sldMk cId="3857374457" sldId="305"/>
            <ac:spMk id="11268" creationId="{00000000-0000-0000-0000-000000000000}"/>
          </ac:spMkLst>
        </pc:spChg>
        <pc:spChg chg="mod">
          <ac:chgData name="Chuck jee Chau (CSD)" userId="7aa7a09e-983f-4214-9e5a-071cbb678e81" providerId="ADAL" clId="{D7DDE605-155A-C840-8233-B36B83B4E577}" dt="2019-10-29T10:34:28.474" v="45"/>
          <ac:spMkLst>
            <pc:docMk/>
            <pc:sldMk cId="3857374457" sldId="305"/>
            <ac:spMk id="11269" creationId="{00000000-0000-0000-0000-000000000000}"/>
          </ac:spMkLst>
        </pc:spChg>
      </pc:sldChg>
      <pc:sldChg chg="addSp delSp modSp">
        <pc:chgData name="Chuck jee Chau (CSD)" userId="7aa7a09e-983f-4214-9e5a-071cbb678e81" providerId="ADAL" clId="{D7DDE605-155A-C840-8233-B36B83B4E577}" dt="2019-10-29T10:47:09.218" v="294" actId="207"/>
        <pc:sldMkLst>
          <pc:docMk/>
          <pc:sldMk cId="3496848778" sldId="307"/>
        </pc:sldMkLst>
        <pc:spChg chg="add">
          <ac:chgData name="Chuck jee Chau (CSD)" userId="7aa7a09e-983f-4214-9e5a-071cbb678e81" providerId="ADAL" clId="{D7DDE605-155A-C840-8233-B36B83B4E577}" dt="2019-10-29T10:27:27.651" v="41"/>
          <ac:spMkLst>
            <pc:docMk/>
            <pc:sldMk cId="3496848778" sldId="307"/>
            <ac:spMk id="6" creationId="{D520B2CF-C880-B04F-8B88-BF98E1DCB642}"/>
          </ac:spMkLst>
        </pc:spChg>
        <pc:spChg chg="del">
          <ac:chgData name="Chuck jee Chau (CSD)" userId="7aa7a09e-983f-4214-9e5a-071cbb678e81" providerId="ADAL" clId="{D7DDE605-155A-C840-8233-B36B83B4E577}" dt="2019-10-29T10:27:27.296" v="40" actId="478"/>
          <ac:spMkLst>
            <pc:docMk/>
            <pc:sldMk cId="3496848778" sldId="307"/>
            <ac:spMk id="11266" creationId="{00000000-0000-0000-0000-000000000000}"/>
          </ac:spMkLst>
        </pc:spChg>
        <pc:spChg chg="mod">
          <ac:chgData name="Chuck jee Chau (CSD)" userId="7aa7a09e-983f-4214-9e5a-071cbb678e81" providerId="ADAL" clId="{D7DDE605-155A-C840-8233-B36B83B4E577}" dt="2019-10-29T10:46:58.413" v="293" actId="404"/>
          <ac:spMkLst>
            <pc:docMk/>
            <pc:sldMk cId="3496848778" sldId="307"/>
            <ac:spMk id="11267" creationId="{00000000-0000-0000-0000-000000000000}"/>
          </ac:spMkLst>
        </pc:spChg>
        <pc:spChg chg="mod">
          <ac:chgData name="Chuck jee Chau (CSD)" userId="7aa7a09e-983f-4214-9e5a-071cbb678e81" providerId="ADAL" clId="{D7DDE605-155A-C840-8233-B36B83B4E577}" dt="2019-10-29T10:47:09.218" v="294" actId="207"/>
          <ac:spMkLst>
            <pc:docMk/>
            <pc:sldMk cId="3496848778" sldId="307"/>
            <ac:spMk id="11268" creationId="{00000000-0000-0000-0000-000000000000}"/>
          </ac:spMkLst>
        </pc:spChg>
        <pc:spChg chg="mod">
          <ac:chgData name="Chuck jee Chau (CSD)" userId="7aa7a09e-983f-4214-9e5a-071cbb678e81" providerId="ADAL" clId="{D7DDE605-155A-C840-8233-B36B83B4E577}" dt="2019-10-29T10:47:09.218" v="294" actId="207"/>
          <ac:spMkLst>
            <pc:docMk/>
            <pc:sldMk cId="3496848778" sldId="307"/>
            <ac:spMk id="11269" creationId="{00000000-0000-0000-0000-000000000000}"/>
          </ac:spMkLst>
        </pc:spChg>
      </pc:sldChg>
      <pc:sldChg chg="addSp delSp modSp delCm">
        <pc:chgData name="Chuck jee Chau (CSD)" userId="7aa7a09e-983f-4214-9e5a-071cbb678e81" providerId="ADAL" clId="{D7DDE605-155A-C840-8233-B36B83B4E577}" dt="2019-11-09T08:14:59.855" v="299" actId="1592"/>
        <pc:sldMkLst>
          <pc:docMk/>
          <pc:sldMk cId="2130734698" sldId="308"/>
        </pc:sldMkLst>
        <pc:spChg chg="mod">
          <ac:chgData name="Chuck jee Chau (CSD)" userId="7aa7a09e-983f-4214-9e5a-071cbb678e81" providerId="ADAL" clId="{D7DDE605-155A-C840-8233-B36B83B4E577}" dt="2019-10-29T10:31:53.117" v="42"/>
          <ac:spMkLst>
            <pc:docMk/>
            <pc:sldMk cId="2130734698" sldId="308"/>
            <ac:spMk id="2" creationId="{00000000-0000-0000-0000-000000000000}"/>
          </ac:spMkLst>
        </pc:spChg>
        <pc:spChg chg="mod">
          <ac:chgData name="Chuck jee Chau (CSD)" userId="7aa7a09e-983f-4214-9e5a-071cbb678e81" providerId="ADAL" clId="{D7DDE605-155A-C840-8233-B36B83B4E577}" dt="2019-10-29T10:34:28.474" v="45"/>
          <ac:spMkLst>
            <pc:docMk/>
            <pc:sldMk cId="2130734698" sldId="308"/>
            <ac:spMk id="7" creationId="{00000000-0000-0000-0000-000000000000}"/>
          </ac:spMkLst>
        </pc:spChg>
        <pc:spChg chg="add">
          <ac:chgData name="Chuck jee Chau (CSD)" userId="7aa7a09e-983f-4214-9e5a-071cbb678e81" providerId="ADAL" clId="{D7DDE605-155A-C840-8233-B36B83B4E577}" dt="2019-10-29T10:26:42.861" v="21"/>
          <ac:spMkLst>
            <pc:docMk/>
            <pc:sldMk cId="2130734698" sldId="308"/>
            <ac:spMk id="9" creationId="{D7682415-0C82-6A40-B7C2-BED3D726A187}"/>
          </ac:spMkLst>
        </pc:spChg>
        <pc:spChg chg="del">
          <ac:chgData name="Chuck jee Chau (CSD)" userId="7aa7a09e-983f-4214-9e5a-071cbb678e81" providerId="ADAL" clId="{D7DDE605-155A-C840-8233-B36B83B4E577}" dt="2019-10-29T10:26:41.695" v="20" actId="478"/>
          <ac:spMkLst>
            <pc:docMk/>
            <pc:sldMk cId="2130734698" sldId="308"/>
            <ac:spMk id="11266" creationId="{00000000-0000-0000-0000-000000000000}"/>
          </ac:spMkLst>
        </pc:spChg>
        <pc:spChg chg="mod">
          <ac:chgData name="Chuck jee Chau (CSD)" userId="7aa7a09e-983f-4214-9e5a-071cbb678e81" providerId="ADAL" clId="{D7DDE605-155A-C840-8233-B36B83B4E577}" dt="2019-10-29T10:43:17.308" v="162" actId="20577"/>
          <ac:spMkLst>
            <pc:docMk/>
            <pc:sldMk cId="2130734698" sldId="308"/>
            <ac:spMk id="11267" creationId="{00000000-0000-0000-0000-000000000000}"/>
          </ac:spMkLst>
        </pc:spChg>
        <pc:spChg chg="mod">
          <ac:chgData name="Chuck jee Chau (CSD)" userId="7aa7a09e-983f-4214-9e5a-071cbb678e81" providerId="ADAL" clId="{D7DDE605-155A-C840-8233-B36B83B4E577}" dt="2019-10-29T10:43:37.364" v="165" actId="20577"/>
          <ac:spMkLst>
            <pc:docMk/>
            <pc:sldMk cId="2130734698" sldId="308"/>
            <ac:spMk id="11268" creationId="{00000000-0000-0000-0000-000000000000}"/>
          </ac:spMkLst>
        </pc:spChg>
        <pc:spChg chg="mod">
          <ac:chgData name="Chuck jee Chau (CSD)" userId="7aa7a09e-983f-4214-9e5a-071cbb678e81" providerId="ADAL" clId="{D7DDE605-155A-C840-8233-B36B83B4E577}" dt="2019-10-29T10:40:15.403" v="113" actId="207"/>
          <ac:spMkLst>
            <pc:docMk/>
            <pc:sldMk cId="2130734698" sldId="308"/>
            <ac:spMk id="11269" creationId="{00000000-0000-0000-0000-000000000000}"/>
          </ac:spMkLst>
        </pc:spChg>
      </pc:sldChg>
      <pc:sldChg chg="addSp delSp modSp">
        <pc:chgData name="Chuck jee Chau (CSD)" userId="7aa7a09e-983f-4214-9e5a-071cbb678e81" providerId="ADAL" clId="{D7DDE605-155A-C840-8233-B36B83B4E577}" dt="2019-10-29T10:44:15.613" v="218" actId="20577"/>
        <pc:sldMkLst>
          <pc:docMk/>
          <pc:sldMk cId="3091164494" sldId="309"/>
        </pc:sldMkLst>
        <pc:spChg chg="add">
          <ac:chgData name="Chuck jee Chau (CSD)" userId="7aa7a09e-983f-4214-9e5a-071cbb678e81" providerId="ADAL" clId="{D7DDE605-155A-C840-8233-B36B83B4E577}" dt="2019-10-29T10:26:47.139" v="23"/>
          <ac:spMkLst>
            <pc:docMk/>
            <pc:sldMk cId="3091164494" sldId="309"/>
            <ac:spMk id="8" creationId="{93399C8F-A2AD-E746-9379-23C70E211ABA}"/>
          </ac:spMkLst>
        </pc:spChg>
        <pc:spChg chg="del">
          <ac:chgData name="Chuck jee Chau (CSD)" userId="7aa7a09e-983f-4214-9e5a-071cbb678e81" providerId="ADAL" clId="{D7DDE605-155A-C840-8233-B36B83B4E577}" dt="2019-10-29T10:26:46.662" v="22" actId="478"/>
          <ac:spMkLst>
            <pc:docMk/>
            <pc:sldMk cId="3091164494" sldId="309"/>
            <ac:spMk id="11266" creationId="{00000000-0000-0000-0000-000000000000}"/>
          </ac:spMkLst>
        </pc:spChg>
        <pc:spChg chg="mod">
          <ac:chgData name="Chuck jee Chau (CSD)" userId="7aa7a09e-983f-4214-9e5a-071cbb678e81" providerId="ADAL" clId="{D7DDE605-155A-C840-8233-B36B83B4E577}" dt="2019-10-29T10:43:54.422" v="190" actId="20577"/>
          <ac:spMkLst>
            <pc:docMk/>
            <pc:sldMk cId="3091164494" sldId="309"/>
            <ac:spMk id="11267" creationId="{00000000-0000-0000-0000-000000000000}"/>
          </ac:spMkLst>
        </pc:spChg>
        <pc:spChg chg="mod">
          <ac:chgData name="Chuck jee Chau (CSD)" userId="7aa7a09e-983f-4214-9e5a-071cbb678e81" providerId="ADAL" clId="{D7DDE605-155A-C840-8233-B36B83B4E577}" dt="2019-10-29T10:44:15.613" v="218" actId="20577"/>
          <ac:spMkLst>
            <pc:docMk/>
            <pc:sldMk cId="3091164494" sldId="309"/>
            <ac:spMk id="11268" creationId="{00000000-0000-0000-0000-000000000000}"/>
          </ac:spMkLst>
        </pc:spChg>
        <pc:spChg chg="mod">
          <ac:chgData name="Chuck jee Chau (CSD)" userId="7aa7a09e-983f-4214-9e5a-071cbb678e81" providerId="ADAL" clId="{D7DDE605-155A-C840-8233-B36B83B4E577}" dt="2019-10-29T10:34:28.474" v="45"/>
          <ac:spMkLst>
            <pc:docMk/>
            <pc:sldMk cId="3091164494" sldId="309"/>
            <ac:spMk id="11269" creationId="{00000000-0000-0000-0000-000000000000}"/>
          </ac:spMkLst>
        </pc:spChg>
      </pc:sldChg>
      <pc:sldChg chg="addSp delSp modSp">
        <pc:chgData name="Chuck jee Chau (CSD)" userId="7aa7a09e-983f-4214-9e5a-071cbb678e81" providerId="ADAL" clId="{D7DDE605-155A-C840-8233-B36B83B4E577}" dt="2019-10-29T10:45:16.365" v="235" actId="113"/>
        <pc:sldMkLst>
          <pc:docMk/>
          <pc:sldMk cId="2378207661" sldId="311"/>
        </pc:sldMkLst>
        <pc:spChg chg="add">
          <ac:chgData name="Chuck jee Chau (CSD)" userId="7aa7a09e-983f-4214-9e5a-071cbb678e81" providerId="ADAL" clId="{D7DDE605-155A-C840-8233-B36B83B4E577}" dt="2019-10-29T10:26:54.158" v="25"/>
          <ac:spMkLst>
            <pc:docMk/>
            <pc:sldMk cId="2378207661" sldId="311"/>
            <ac:spMk id="13" creationId="{E3570CFC-5D37-7347-857D-63F38733B6E6}"/>
          </ac:spMkLst>
        </pc:spChg>
        <pc:spChg chg="del">
          <ac:chgData name="Chuck jee Chau (CSD)" userId="7aa7a09e-983f-4214-9e5a-071cbb678e81" providerId="ADAL" clId="{D7DDE605-155A-C840-8233-B36B83B4E577}" dt="2019-10-29T10:26:53.667" v="24" actId="478"/>
          <ac:spMkLst>
            <pc:docMk/>
            <pc:sldMk cId="2378207661" sldId="311"/>
            <ac:spMk id="32770" creationId="{00000000-0000-0000-0000-000000000000}"/>
          </ac:spMkLst>
        </pc:spChg>
        <pc:spChg chg="mod">
          <ac:chgData name="Chuck jee Chau (CSD)" userId="7aa7a09e-983f-4214-9e5a-071cbb678e81" providerId="ADAL" clId="{D7DDE605-155A-C840-8233-B36B83B4E577}" dt="2019-10-29T10:44:42.359" v="230" actId="20577"/>
          <ac:spMkLst>
            <pc:docMk/>
            <pc:sldMk cId="2378207661" sldId="311"/>
            <ac:spMk id="32771" creationId="{00000000-0000-0000-0000-000000000000}"/>
          </ac:spMkLst>
        </pc:spChg>
        <pc:spChg chg="mod">
          <ac:chgData name="Chuck jee Chau (CSD)" userId="7aa7a09e-983f-4214-9e5a-071cbb678e81" providerId="ADAL" clId="{D7DDE605-155A-C840-8233-B36B83B4E577}" dt="2019-10-29T10:34:28.474" v="45"/>
          <ac:spMkLst>
            <pc:docMk/>
            <pc:sldMk cId="2378207661" sldId="311"/>
            <ac:spMk id="32785" creationId="{00000000-0000-0000-0000-000000000000}"/>
          </ac:spMkLst>
        </pc:spChg>
        <pc:spChg chg="mod">
          <ac:chgData name="Chuck jee Chau (CSD)" userId="7aa7a09e-983f-4214-9e5a-071cbb678e81" providerId="ADAL" clId="{D7DDE605-155A-C840-8233-B36B83B4E577}" dt="2019-10-29T10:34:28.474" v="45"/>
          <ac:spMkLst>
            <pc:docMk/>
            <pc:sldMk cId="2378207661" sldId="311"/>
            <ac:spMk id="32800" creationId="{00000000-0000-0000-0000-000000000000}"/>
          </ac:spMkLst>
        </pc:spChg>
        <pc:spChg chg="mod">
          <ac:chgData name="Chuck jee Chau (CSD)" userId="7aa7a09e-983f-4214-9e5a-071cbb678e81" providerId="ADAL" clId="{D7DDE605-155A-C840-8233-B36B83B4E577}" dt="2019-10-29T10:45:16.365" v="235" actId="113"/>
          <ac:spMkLst>
            <pc:docMk/>
            <pc:sldMk cId="2378207661" sldId="311"/>
            <ac:spMk id="508931" creationId="{00000000-0000-0000-0000-000000000000}"/>
          </ac:spMkLst>
        </pc:spChg>
        <pc:graphicFrameChg chg="mod">
          <ac:chgData name="Chuck jee Chau (CSD)" userId="7aa7a09e-983f-4214-9e5a-071cbb678e81" providerId="ADAL" clId="{D7DDE605-155A-C840-8233-B36B83B4E577}" dt="2019-10-29T10:34:28.474" v="45"/>
          <ac:graphicFrameMkLst>
            <pc:docMk/>
            <pc:sldMk cId="2378207661" sldId="311"/>
            <ac:graphicFrameMk id="508933" creationId="{00000000-0000-0000-0000-000000000000}"/>
          </ac:graphicFrameMkLst>
        </pc:graphicFrameChg>
        <pc:graphicFrameChg chg="mod">
          <ac:chgData name="Chuck jee Chau (CSD)" userId="7aa7a09e-983f-4214-9e5a-071cbb678e81" providerId="ADAL" clId="{D7DDE605-155A-C840-8233-B36B83B4E577}" dt="2019-10-29T10:34:28.474" v="45"/>
          <ac:graphicFrameMkLst>
            <pc:docMk/>
            <pc:sldMk cId="2378207661" sldId="311"/>
            <ac:graphicFrameMk id="508946" creationId="{00000000-0000-0000-0000-000000000000}"/>
          </ac:graphicFrameMkLst>
        </pc:graphicFrameChg>
      </pc:sldChg>
      <pc:sldChg chg="addSp delSp modSp">
        <pc:chgData name="Chuck jee Chau (CSD)" userId="7aa7a09e-983f-4214-9e5a-071cbb678e81" providerId="ADAL" clId="{D7DDE605-155A-C840-8233-B36B83B4E577}" dt="2019-10-29T10:45:56.130" v="257" actId="20577"/>
        <pc:sldMkLst>
          <pc:docMk/>
          <pc:sldMk cId="345672153" sldId="312"/>
        </pc:sldMkLst>
        <pc:spChg chg="add del mod">
          <ac:chgData name="Chuck jee Chau (CSD)" userId="7aa7a09e-983f-4214-9e5a-071cbb678e81" providerId="ADAL" clId="{D7DDE605-155A-C840-8233-B36B83B4E577}" dt="2019-10-29T10:27:12.564" v="33"/>
          <ac:spMkLst>
            <pc:docMk/>
            <pc:sldMk cId="345672153" sldId="312"/>
            <ac:spMk id="2" creationId="{43F65043-D389-3A47-A53A-413A7804903F}"/>
          </ac:spMkLst>
        </pc:spChg>
        <pc:spChg chg="add del mod">
          <ac:chgData name="Chuck jee Chau (CSD)" userId="7aa7a09e-983f-4214-9e5a-071cbb678e81" providerId="ADAL" clId="{D7DDE605-155A-C840-8233-B36B83B4E577}" dt="2019-10-29T10:27:12.564" v="33"/>
          <ac:spMkLst>
            <pc:docMk/>
            <pc:sldMk cId="345672153" sldId="312"/>
            <ac:spMk id="3" creationId="{73168C5D-FB2F-F547-8D0E-B472E2A75B1E}"/>
          </ac:spMkLst>
        </pc:spChg>
        <pc:spChg chg="add del mod">
          <ac:chgData name="Chuck jee Chau (CSD)" userId="7aa7a09e-983f-4214-9e5a-071cbb678e81" providerId="ADAL" clId="{D7DDE605-155A-C840-8233-B36B83B4E577}" dt="2019-10-29T10:27:12.564" v="33"/>
          <ac:spMkLst>
            <pc:docMk/>
            <pc:sldMk cId="345672153" sldId="312"/>
            <ac:spMk id="4" creationId="{ECBA6313-B431-C34E-81B7-A8CBD5FAED58}"/>
          </ac:spMkLst>
        </pc:spChg>
        <pc:spChg chg="add mod">
          <ac:chgData name="Chuck jee Chau (CSD)" userId="7aa7a09e-983f-4214-9e5a-071cbb678e81" providerId="ADAL" clId="{D7DDE605-155A-C840-8233-B36B83B4E577}" dt="2019-10-29T10:27:18.385" v="37" actId="1036"/>
          <ac:spMkLst>
            <pc:docMk/>
            <pc:sldMk cId="345672153" sldId="312"/>
            <ac:spMk id="9" creationId="{AECAF88A-D4AB-B146-88EE-DBDA632B7AB3}"/>
          </ac:spMkLst>
        </pc:spChg>
        <pc:spChg chg="del">
          <ac:chgData name="Chuck jee Chau (CSD)" userId="7aa7a09e-983f-4214-9e5a-071cbb678e81" providerId="ADAL" clId="{D7DDE605-155A-C840-8233-B36B83B4E577}" dt="2019-10-29T10:27:15.867" v="34" actId="478"/>
          <ac:spMkLst>
            <pc:docMk/>
            <pc:sldMk cId="345672153" sldId="312"/>
            <ac:spMk id="11266" creationId="{00000000-0000-0000-0000-000000000000}"/>
          </ac:spMkLst>
        </pc:spChg>
        <pc:spChg chg="mod">
          <ac:chgData name="Chuck jee Chau (CSD)" userId="7aa7a09e-983f-4214-9e5a-071cbb678e81" providerId="ADAL" clId="{D7DDE605-155A-C840-8233-B36B83B4E577}" dt="2019-10-29T10:45:56.130" v="257" actId="20577"/>
          <ac:spMkLst>
            <pc:docMk/>
            <pc:sldMk cId="345672153" sldId="312"/>
            <ac:spMk id="11267" creationId="{00000000-0000-0000-0000-000000000000}"/>
          </ac:spMkLst>
        </pc:spChg>
        <pc:spChg chg="mod">
          <ac:chgData name="Chuck jee Chau (CSD)" userId="7aa7a09e-983f-4214-9e5a-071cbb678e81" providerId="ADAL" clId="{D7DDE605-155A-C840-8233-B36B83B4E577}" dt="2019-10-29T10:34:28.474" v="45"/>
          <ac:spMkLst>
            <pc:docMk/>
            <pc:sldMk cId="345672153" sldId="312"/>
            <ac:spMk id="11268" creationId="{00000000-0000-0000-0000-000000000000}"/>
          </ac:spMkLst>
        </pc:spChg>
        <pc:spChg chg="mod">
          <ac:chgData name="Chuck jee Chau (CSD)" userId="7aa7a09e-983f-4214-9e5a-071cbb678e81" providerId="ADAL" clId="{D7DDE605-155A-C840-8233-B36B83B4E577}" dt="2019-10-29T10:34:28.474" v="45"/>
          <ac:spMkLst>
            <pc:docMk/>
            <pc:sldMk cId="345672153" sldId="312"/>
            <ac:spMk id="11269" creationId="{00000000-0000-0000-0000-000000000000}"/>
          </ac:spMkLst>
        </pc:spChg>
      </pc:sldChg>
      <pc:sldChg chg="addSp delSp modSp">
        <pc:chgData name="Chuck jee Chau (CSD)" userId="7aa7a09e-983f-4214-9e5a-071cbb678e81" providerId="ADAL" clId="{D7DDE605-155A-C840-8233-B36B83B4E577}" dt="2019-10-29T10:45:49.097" v="248" actId="113"/>
        <pc:sldMkLst>
          <pc:docMk/>
          <pc:sldMk cId="1767656348" sldId="313"/>
        </pc:sldMkLst>
        <pc:spChg chg="mod">
          <ac:chgData name="Chuck jee Chau (CSD)" userId="7aa7a09e-983f-4214-9e5a-071cbb678e81" providerId="ADAL" clId="{D7DDE605-155A-C840-8233-B36B83B4E577}" dt="2019-10-29T10:34:28.474" v="45"/>
          <ac:spMkLst>
            <pc:docMk/>
            <pc:sldMk cId="1767656348" sldId="313"/>
            <ac:spMk id="2" creationId="{00000000-0000-0000-0000-000000000000}"/>
          </ac:spMkLst>
        </pc:spChg>
        <pc:spChg chg="add del mod">
          <ac:chgData name="Chuck jee Chau (CSD)" userId="7aa7a09e-983f-4214-9e5a-071cbb678e81" providerId="ADAL" clId="{D7DDE605-155A-C840-8233-B36B83B4E577}" dt="2019-10-29T10:27:04.645" v="29"/>
          <ac:spMkLst>
            <pc:docMk/>
            <pc:sldMk cId="1767656348" sldId="313"/>
            <ac:spMk id="3" creationId="{08629C11-A2C8-EB48-8A0C-C513726D7AE3}"/>
          </ac:spMkLst>
        </pc:spChg>
        <pc:spChg chg="add del mod">
          <ac:chgData name="Chuck jee Chau (CSD)" userId="7aa7a09e-983f-4214-9e5a-071cbb678e81" providerId="ADAL" clId="{D7DDE605-155A-C840-8233-B36B83B4E577}" dt="2019-10-29T10:27:04.645" v="29"/>
          <ac:spMkLst>
            <pc:docMk/>
            <pc:sldMk cId="1767656348" sldId="313"/>
            <ac:spMk id="4" creationId="{A24A7C2A-DFC9-4B4E-97E5-BCB744ADECA1}"/>
          </ac:spMkLst>
        </pc:spChg>
        <pc:spChg chg="add del mod">
          <ac:chgData name="Chuck jee Chau (CSD)" userId="7aa7a09e-983f-4214-9e5a-071cbb678e81" providerId="ADAL" clId="{D7DDE605-155A-C840-8233-B36B83B4E577}" dt="2019-10-29T10:27:04.645" v="29"/>
          <ac:spMkLst>
            <pc:docMk/>
            <pc:sldMk cId="1767656348" sldId="313"/>
            <ac:spMk id="5" creationId="{5B29E096-A10D-0B4C-ABF8-2D128B1C07A1}"/>
          </ac:spMkLst>
        </pc:spChg>
        <pc:spChg chg="add del mod">
          <ac:chgData name="Chuck jee Chau (CSD)" userId="7aa7a09e-983f-4214-9e5a-071cbb678e81" providerId="ADAL" clId="{D7DDE605-155A-C840-8233-B36B83B4E577}" dt="2019-10-29T10:27:02.714" v="28"/>
          <ac:spMkLst>
            <pc:docMk/>
            <pc:sldMk cId="1767656348" sldId="313"/>
            <ac:spMk id="6" creationId="{46AE788D-694A-494F-B8FC-8B13734A17C1}"/>
          </ac:spMkLst>
        </pc:spChg>
        <pc:spChg chg="add del mod">
          <ac:chgData name="Chuck jee Chau (CSD)" userId="7aa7a09e-983f-4214-9e5a-071cbb678e81" providerId="ADAL" clId="{D7DDE605-155A-C840-8233-B36B83B4E577}" dt="2019-10-29T10:27:02.714" v="28"/>
          <ac:spMkLst>
            <pc:docMk/>
            <pc:sldMk cId="1767656348" sldId="313"/>
            <ac:spMk id="7" creationId="{E8B2FF64-1707-7749-918F-E10CC08E4240}"/>
          </ac:spMkLst>
        </pc:spChg>
        <pc:spChg chg="add del mod">
          <ac:chgData name="Chuck jee Chau (CSD)" userId="7aa7a09e-983f-4214-9e5a-071cbb678e81" providerId="ADAL" clId="{D7DDE605-155A-C840-8233-B36B83B4E577}" dt="2019-10-29T10:27:02.714" v="28"/>
          <ac:spMkLst>
            <pc:docMk/>
            <pc:sldMk cId="1767656348" sldId="313"/>
            <ac:spMk id="8" creationId="{664DFA38-D1E6-2146-8046-5FEADD8805DC}"/>
          </ac:spMkLst>
        </pc:spChg>
        <pc:spChg chg="add">
          <ac:chgData name="Chuck jee Chau (CSD)" userId="7aa7a09e-983f-4214-9e5a-071cbb678e81" providerId="ADAL" clId="{D7DDE605-155A-C840-8233-B36B83B4E577}" dt="2019-10-29T10:27:07.003" v="31"/>
          <ac:spMkLst>
            <pc:docMk/>
            <pc:sldMk cId="1767656348" sldId="313"/>
            <ac:spMk id="12" creationId="{03063F55-1E3D-6C4D-B4F7-8D89CB792DC7}"/>
          </ac:spMkLst>
        </pc:spChg>
        <pc:spChg chg="del">
          <ac:chgData name="Chuck jee Chau (CSD)" userId="7aa7a09e-983f-4214-9e5a-071cbb678e81" providerId="ADAL" clId="{D7DDE605-155A-C840-8233-B36B83B4E577}" dt="2019-10-29T10:27:06.012" v="30" actId="478"/>
          <ac:spMkLst>
            <pc:docMk/>
            <pc:sldMk cId="1767656348" sldId="313"/>
            <ac:spMk id="32770" creationId="{00000000-0000-0000-0000-000000000000}"/>
          </ac:spMkLst>
        </pc:spChg>
        <pc:spChg chg="mod">
          <ac:chgData name="Chuck jee Chau (CSD)" userId="7aa7a09e-983f-4214-9e5a-071cbb678e81" providerId="ADAL" clId="{D7DDE605-155A-C840-8233-B36B83B4E577}" dt="2019-10-29T10:45:30.796" v="241" actId="2711"/>
          <ac:spMkLst>
            <pc:docMk/>
            <pc:sldMk cId="1767656348" sldId="313"/>
            <ac:spMk id="32771" creationId="{00000000-0000-0000-0000-000000000000}"/>
          </ac:spMkLst>
        </pc:spChg>
        <pc:spChg chg="mod">
          <ac:chgData name="Chuck jee Chau (CSD)" userId="7aa7a09e-983f-4214-9e5a-071cbb678e81" providerId="ADAL" clId="{D7DDE605-155A-C840-8233-B36B83B4E577}" dt="2019-10-29T10:45:49.097" v="248" actId="113"/>
          <ac:spMkLst>
            <pc:docMk/>
            <pc:sldMk cId="1767656348" sldId="313"/>
            <ac:spMk id="508931" creationId="{00000000-0000-0000-0000-000000000000}"/>
          </ac:spMkLst>
        </pc:spChg>
      </pc:sldChg>
      <pc:sldChg chg="addSp delSp modSp">
        <pc:chgData name="Chuck jee Chau (CSD)" userId="7aa7a09e-983f-4214-9e5a-071cbb678e81" providerId="ADAL" clId="{D7DDE605-155A-C840-8233-B36B83B4E577}" dt="2019-10-29T10:46:48.196" v="287" actId="20577"/>
        <pc:sldMkLst>
          <pc:docMk/>
          <pc:sldMk cId="4219756003" sldId="314"/>
        </pc:sldMkLst>
        <pc:spChg chg="add">
          <ac:chgData name="Chuck jee Chau (CSD)" userId="7aa7a09e-983f-4214-9e5a-071cbb678e81" providerId="ADAL" clId="{D7DDE605-155A-C840-8233-B36B83B4E577}" dt="2019-10-29T10:27:23.306" v="39"/>
          <ac:spMkLst>
            <pc:docMk/>
            <pc:sldMk cId="4219756003" sldId="314"/>
            <ac:spMk id="5" creationId="{34E5F324-EDE5-764A-939D-1A6BB1E61E64}"/>
          </ac:spMkLst>
        </pc:spChg>
        <pc:spChg chg="del">
          <ac:chgData name="Chuck jee Chau (CSD)" userId="7aa7a09e-983f-4214-9e5a-071cbb678e81" providerId="ADAL" clId="{D7DDE605-155A-C840-8233-B36B83B4E577}" dt="2019-10-29T10:27:22.916" v="38" actId="478"/>
          <ac:spMkLst>
            <pc:docMk/>
            <pc:sldMk cId="4219756003" sldId="314"/>
            <ac:spMk id="34818" creationId="{00000000-0000-0000-0000-000000000000}"/>
          </ac:spMkLst>
        </pc:spChg>
        <pc:spChg chg="mod">
          <ac:chgData name="Chuck jee Chau (CSD)" userId="7aa7a09e-983f-4214-9e5a-071cbb678e81" providerId="ADAL" clId="{D7DDE605-155A-C840-8233-B36B83B4E577}" dt="2019-10-29T10:46:26.791" v="282" actId="20577"/>
          <ac:spMkLst>
            <pc:docMk/>
            <pc:sldMk cId="4219756003" sldId="314"/>
            <ac:spMk id="34849" creationId="{00000000-0000-0000-0000-000000000000}"/>
          </ac:spMkLst>
        </pc:spChg>
        <pc:graphicFrameChg chg="mod modGraphic">
          <ac:chgData name="Chuck jee Chau (CSD)" userId="7aa7a09e-983f-4214-9e5a-071cbb678e81" providerId="ADAL" clId="{D7DDE605-155A-C840-8233-B36B83B4E577}" dt="2019-10-29T10:46:48.196" v="287" actId="20577"/>
          <ac:graphicFrameMkLst>
            <pc:docMk/>
            <pc:sldMk cId="4219756003" sldId="314"/>
            <ac:graphicFrameMk id="497700" creationId="{00000000-0000-0000-0000-000000000000}"/>
          </ac:graphicFrameMkLst>
        </pc:graphicFrameChg>
      </pc:sldChg>
      <pc:sldChg chg="modSp">
        <pc:chgData name="Chuck jee Chau (CSD)" userId="7aa7a09e-983f-4214-9e5a-071cbb678e81" providerId="ADAL" clId="{D7DDE605-155A-C840-8233-B36B83B4E577}" dt="2019-10-29T10:47:46.111" v="297" actId="113"/>
        <pc:sldMkLst>
          <pc:docMk/>
          <pc:sldMk cId="1524232807" sldId="315"/>
        </pc:sldMkLst>
        <pc:spChg chg="mod">
          <ac:chgData name="Chuck jee Chau (CSD)" userId="7aa7a09e-983f-4214-9e5a-071cbb678e81" providerId="ADAL" clId="{D7DDE605-155A-C840-8233-B36B83B4E577}" dt="2019-10-29T10:47:46.111" v="297" actId="113"/>
          <ac:spMkLst>
            <pc:docMk/>
            <pc:sldMk cId="1524232807" sldId="315"/>
            <ac:spMk id="2" creationId="{00000000-0000-0000-0000-000000000000}"/>
          </ac:spMkLst>
        </pc:spChg>
        <pc:spChg chg="mod">
          <ac:chgData name="Chuck jee Chau (CSD)" userId="7aa7a09e-983f-4214-9e5a-071cbb678e81" providerId="ADAL" clId="{D7DDE605-155A-C840-8233-B36B83B4E577}" dt="2019-10-29T10:47:33.124" v="296" actId="2711"/>
          <ac:spMkLst>
            <pc:docMk/>
            <pc:sldMk cId="1524232807" sldId="315"/>
            <ac:spMk id="3" creationId="{00000000-0000-0000-0000-000000000000}"/>
          </ac:spMkLst>
        </pc:spChg>
      </pc:sldChg>
      <pc:sldChg chg="modSp">
        <pc:chgData name="Chuck jee Chau (CSD)" userId="7aa7a09e-983f-4214-9e5a-071cbb678e81" providerId="ADAL" clId="{D7DDE605-155A-C840-8233-B36B83B4E577}" dt="2019-10-29T10:31:53.117" v="42"/>
        <pc:sldMkLst>
          <pc:docMk/>
          <pc:sldMk cId="1700934625" sldId="316"/>
        </pc:sldMkLst>
        <pc:spChg chg="mod">
          <ac:chgData name="Chuck jee Chau (CSD)" userId="7aa7a09e-983f-4214-9e5a-071cbb678e81" providerId="ADAL" clId="{D7DDE605-155A-C840-8233-B36B83B4E577}" dt="2019-10-29T10:31:53.117" v="42"/>
          <ac:spMkLst>
            <pc:docMk/>
            <pc:sldMk cId="1700934625" sldId="316"/>
            <ac:spMk id="2" creationId="{00000000-0000-0000-0000-000000000000}"/>
          </ac:spMkLst>
        </pc:spChg>
        <pc:spChg chg="mod">
          <ac:chgData name="Chuck jee Chau (CSD)" userId="7aa7a09e-983f-4214-9e5a-071cbb678e81" providerId="ADAL" clId="{D7DDE605-155A-C840-8233-B36B83B4E577}" dt="2019-10-29T10:31:53.117" v="42"/>
          <ac:spMkLst>
            <pc:docMk/>
            <pc:sldMk cId="1700934625" sldId="316"/>
            <ac:spMk id="3" creationId="{00000000-0000-0000-0000-000000000000}"/>
          </ac:spMkLst>
        </pc:spChg>
      </pc:sldChg>
      <pc:sldChg chg="modSp add">
        <pc:chgData name="Chuck jee Chau (CSD)" userId="7aa7a09e-983f-4214-9e5a-071cbb678e81" providerId="ADAL" clId="{D7DDE605-155A-C840-8233-B36B83B4E577}" dt="2019-10-29T10:34:31.459" v="46" actId="113"/>
        <pc:sldMkLst>
          <pc:docMk/>
          <pc:sldMk cId="2992737532" sldId="317"/>
        </pc:sldMkLst>
        <pc:spChg chg="mod">
          <ac:chgData name="Chuck jee Chau (CSD)" userId="7aa7a09e-983f-4214-9e5a-071cbb678e81" providerId="ADAL" clId="{D7DDE605-155A-C840-8233-B36B83B4E577}" dt="2019-10-29T10:34:31.459" v="46" actId="113"/>
          <ac:spMkLst>
            <pc:docMk/>
            <pc:sldMk cId="2992737532" sldId="317"/>
            <ac:spMk id="2" creationId="{00000000-0000-0000-0000-000000000000}"/>
          </ac:spMkLst>
        </pc:spChg>
      </pc:sldChg>
    </pc:docChg>
  </pc:docChgLst>
  <pc:docChgLst>
    <pc:chgData name="Yim Pan Chui, Dr. (CSD)" userId="06f431c5-cc1a-4439-a61b-5f3af947c103" providerId="ADAL" clId="{1233ACE6-ABA3-4C2E-9DF4-48DF7B9A6C0A}"/>
    <pc:docChg chg="undo custSel modSld">
      <pc:chgData name="Yim Pan Chui, Dr. (CSD)" userId="06f431c5-cc1a-4439-a61b-5f3af947c103" providerId="ADAL" clId="{1233ACE6-ABA3-4C2E-9DF4-48DF7B9A6C0A}" dt="2024-03-25T06:09:08.650" v="326"/>
      <pc:docMkLst>
        <pc:docMk/>
      </pc:docMkLst>
      <pc:sldChg chg="modSp mod">
        <pc:chgData name="Yim Pan Chui, Dr. (CSD)" userId="06f431c5-cc1a-4439-a61b-5f3af947c103" providerId="ADAL" clId="{1233ACE6-ABA3-4C2E-9DF4-48DF7B9A6C0A}" dt="2024-03-22T04:27:39.894" v="230" actId="207"/>
        <pc:sldMkLst>
          <pc:docMk/>
          <pc:sldMk cId="3798170173" sldId="296"/>
        </pc:sldMkLst>
        <pc:spChg chg="mod">
          <ac:chgData name="Yim Pan Chui, Dr. (CSD)" userId="06f431c5-cc1a-4439-a61b-5f3af947c103" providerId="ADAL" clId="{1233ACE6-ABA3-4C2E-9DF4-48DF7B9A6C0A}" dt="2024-03-22T04:27:31.230" v="229" actId="13926"/>
          <ac:spMkLst>
            <pc:docMk/>
            <pc:sldMk cId="3798170173" sldId="296"/>
            <ac:spMk id="3" creationId="{00000000-0000-0000-0000-000000000000}"/>
          </ac:spMkLst>
        </pc:spChg>
        <pc:graphicFrameChg chg="modGraphic">
          <ac:chgData name="Yim Pan Chui, Dr. (CSD)" userId="06f431c5-cc1a-4439-a61b-5f3af947c103" providerId="ADAL" clId="{1233ACE6-ABA3-4C2E-9DF4-48DF7B9A6C0A}" dt="2024-03-22T04:27:39.894" v="230" actId="207"/>
          <ac:graphicFrameMkLst>
            <pc:docMk/>
            <pc:sldMk cId="3798170173" sldId="296"/>
            <ac:graphicFrameMk id="5" creationId="{00000000-0000-0000-0000-000000000000}"/>
          </ac:graphicFrameMkLst>
        </pc:graphicFrameChg>
        <pc:graphicFrameChg chg="modGraphic">
          <ac:chgData name="Yim Pan Chui, Dr. (CSD)" userId="06f431c5-cc1a-4439-a61b-5f3af947c103" providerId="ADAL" clId="{1233ACE6-ABA3-4C2E-9DF4-48DF7B9A6C0A}" dt="2024-03-22T04:27:21.176" v="228" actId="13926"/>
          <ac:graphicFrameMkLst>
            <pc:docMk/>
            <pc:sldMk cId="3798170173" sldId="296"/>
            <ac:graphicFrameMk id="7" creationId="{00000000-0000-0000-0000-000000000000}"/>
          </ac:graphicFrameMkLst>
        </pc:graphicFrameChg>
      </pc:sldChg>
      <pc:sldChg chg="addSp delSp modSp mod">
        <pc:chgData name="Yim Pan Chui, Dr. (CSD)" userId="06f431c5-cc1a-4439-a61b-5f3af947c103" providerId="ADAL" clId="{1233ACE6-ABA3-4C2E-9DF4-48DF7B9A6C0A}" dt="2024-03-22T04:09:59.794" v="198" actId="207"/>
        <pc:sldMkLst>
          <pc:docMk/>
          <pc:sldMk cId="1475132368" sldId="297"/>
        </pc:sldMkLst>
        <pc:spChg chg="mod">
          <ac:chgData name="Yim Pan Chui, Dr. (CSD)" userId="06f431c5-cc1a-4439-a61b-5f3af947c103" providerId="ADAL" clId="{1233ACE6-ABA3-4C2E-9DF4-48DF7B9A6C0A}" dt="2024-03-22T04:06:45" v="150" actId="1036"/>
          <ac:spMkLst>
            <pc:docMk/>
            <pc:sldMk cId="1475132368" sldId="297"/>
            <ac:spMk id="5" creationId="{00000000-0000-0000-0000-000000000000}"/>
          </ac:spMkLst>
        </pc:spChg>
        <pc:spChg chg="mod">
          <ac:chgData name="Yim Pan Chui, Dr. (CSD)" userId="06f431c5-cc1a-4439-a61b-5f3af947c103" providerId="ADAL" clId="{1233ACE6-ABA3-4C2E-9DF4-48DF7B9A6C0A}" dt="2024-03-22T04:06:34.201" v="133" actId="20577"/>
          <ac:spMkLst>
            <pc:docMk/>
            <pc:sldMk cId="1475132368" sldId="297"/>
            <ac:spMk id="7" creationId="{00000000-0000-0000-0000-000000000000}"/>
          </ac:spMkLst>
        </pc:spChg>
        <pc:spChg chg="add mod">
          <ac:chgData name="Yim Pan Chui, Dr. (CSD)" userId="06f431c5-cc1a-4439-a61b-5f3af947c103" providerId="ADAL" clId="{1233ACE6-ABA3-4C2E-9DF4-48DF7B9A6C0A}" dt="2024-03-22T04:07:44.624" v="158" actId="14100"/>
          <ac:spMkLst>
            <pc:docMk/>
            <pc:sldMk cId="1475132368" sldId="297"/>
            <ac:spMk id="10" creationId="{29FCAD1B-F26C-A848-4B4E-8C9C4834C79E}"/>
          </ac:spMkLst>
        </pc:spChg>
        <pc:spChg chg="add mod">
          <ac:chgData name="Yim Pan Chui, Dr. (CSD)" userId="06f431c5-cc1a-4439-a61b-5f3af947c103" providerId="ADAL" clId="{1233ACE6-ABA3-4C2E-9DF4-48DF7B9A6C0A}" dt="2024-03-22T04:07:47.650" v="159" actId="14100"/>
          <ac:spMkLst>
            <pc:docMk/>
            <pc:sldMk cId="1475132368" sldId="297"/>
            <ac:spMk id="12" creationId="{8EDADA5A-05C5-1668-2013-D3A9E560EA3D}"/>
          </ac:spMkLst>
        </pc:spChg>
        <pc:spChg chg="add mod">
          <ac:chgData name="Yim Pan Chui, Dr. (CSD)" userId="06f431c5-cc1a-4439-a61b-5f3af947c103" providerId="ADAL" clId="{1233ACE6-ABA3-4C2E-9DF4-48DF7B9A6C0A}" dt="2024-03-22T04:09:31.593" v="194" actId="14100"/>
          <ac:spMkLst>
            <pc:docMk/>
            <pc:sldMk cId="1475132368" sldId="297"/>
            <ac:spMk id="14" creationId="{134F2C4E-F76C-7B76-9244-6B56A240FB03}"/>
          </ac:spMkLst>
        </pc:spChg>
        <pc:graphicFrameChg chg="add mod modGraphic">
          <ac:chgData name="Yim Pan Chui, Dr. (CSD)" userId="06f431c5-cc1a-4439-a61b-5f3af947c103" providerId="ADAL" clId="{1233ACE6-ABA3-4C2E-9DF4-48DF7B9A6C0A}" dt="2024-03-22T04:09:59.794" v="198" actId="207"/>
          <ac:graphicFrameMkLst>
            <pc:docMk/>
            <pc:sldMk cId="1475132368" sldId="297"/>
            <ac:graphicFrameMk id="3" creationId="{5438EBE8-AC63-073C-8BCD-540A0ED3447E}"/>
          </ac:graphicFrameMkLst>
        </pc:graphicFrameChg>
        <pc:graphicFrameChg chg="add del mod modGraphic">
          <ac:chgData name="Yim Pan Chui, Dr. (CSD)" userId="06f431c5-cc1a-4439-a61b-5f3af947c103" providerId="ADAL" clId="{1233ACE6-ABA3-4C2E-9DF4-48DF7B9A6C0A}" dt="2024-03-22T04:07:50.857" v="160" actId="478"/>
          <ac:graphicFrameMkLst>
            <pc:docMk/>
            <pc:sldMk cId="1475132368" sldId="297"/>
            <ac:graphicFrameMk id="6" creationId="{F9282C37-E567-F371-7AFD-62B57E8C93C5}"/>
          </ac:graphicFrameMkLst>
        </pc:graphicFrameChg>
        <pc:graphicFrameChg chg="add mod modGraphic">
          <ac:chgData name="Yim Pan Chui, Dr. (CSD)" userId="06f431c5-cc1a-4439-a61b-5f3af947c103" providerId="ADAL" clId="{1233ACE6-ABA3-4C2E-9DF4-48DF7B9A6C0A}" dt="2024-03-22T04:09:54.733" v="197" actId="207"/>
          <ac:graphicFrameMkLst>
            <pc:docMk/>
            <pc:sldMk cId="1475132368" sldId="297"/>
            <ac:graphicFrameMk id="11" creationId="{6E1BEFEE-242B-2D5E-6C85-685E140ECF70}"/>
          </ac:graphicFrameMkLst>
        </pc:graphicFrameChg>
        <pc:graphicFrameChg chg="add mod modGraphic">
          <ac:chgData name="Yim Pan Chui, Dr. (CSD)" userId="06f431c5-cc1a-4439-a61b-5f3af947c103" providerId="ADAL" clId="{1233ACE6-ABA3-4C2E-9DF4-48DF7B9A6C0A}" dt="2024-03-22T04:09:49.010" v="196" actId="207"/>
          <ac:graphicFrameMkLst>
            <pc:docMk/>
            <pc:sldMk cId="1475132368" sldId="297"/>
            <ac:graphicFrameMk id="13" creationId="{0C53CF9A-AC42-9977-F4DA-48B712443C00}"/>
          </ac:graphicFrameMkLst>
        </pc:graphicFrameChg>
      </pc:sldChg>
      <pc:sldChg chg="modSp mod">
        <pc:chgData name="Yim Pan Chui, Dr. (CSD)" userId="06f431c5-cc1a-4439-a61b-5f3af947c103" providerId="ADAL" clId="{1233ACE6-ABA3-4C2E-9DF4-48DF7B9A6C0A}" dt="2024-03-22T03:35:25.659" v="8" actId="13926"/>
        <pc:sldMkLst>
          <pc:docMk/>
          <pc:sldMk cId="966279763" sldId="304"/>
        </pc:sldMkLst>
        <pc:spChg chg="mod">
          <ac:chgData name="Yim Pan Chui, Dr. (CSD)" userId="06f431c5-cc1a-4439-a61b-5f3af947c103" providerId="ADAL" clId="{1233ACE6-ABA3-4C2E-9DF4-48DF7B9A6C0A}" dt="2024-03-22T03:35:23.108" v="7" actId="13926"/>
          <ac:spMkLst>
            <pc:docMk/>
            <pc:sldMk cId="966279763" sldId="304"/>
            <ac:spMk id="6" creationId="{00000000-0000-0000-0000-000000000000}"/>
          </ac:spMkLst>
        </pc:spChg>
        <pc:spChg chg="mod">
          <ac:chgData name="Yim Pan Chui, Dr. (CSD)" userId="06f431c5-cc1a-4439-a61b-5f3af947c103" providerId="ADAL" clId="{1233ACE6-ABA3-4C2E-9DF4-48DF7B9A6C0A}" dt="2024-03-22T03:35:25.659" v="8" actId="13926"/>
          <ac:spMkLst>
            <pc:docMk/>
            <pc:sldMk cId="966279763" sldId="304"/>
            <ac:spMk id="10" creationId="{00000000-0000-0000-0000-000000000000}"/>
          </ac:spMkLst>
        </pc:spChg>
      </pc:sldChg>
      <pc:sldChg chg="modSp mod">
        <pc:chgData name="Yim Pan Chui, Dr. (CSD)" userId="06f431c5-cc1a-4439-a61b-5f3af947c103" providerId="ADAL" clId="{1233ACE6-ABA3-4C2E-9DF4-48DF7B9A6C0A}" dt="2024-03-22T03:42:53.454" v="22" actId="13926"/>
        <pc:sldMkLst>
          <pc:docMk/>
          <pc:sldMk cId="3857374457" sldId="305"/>
        </pc:sldMkLst>
        <pc:spChg chg="mod">
          <ac:chgData name="Yim Pan Chui, Dr. (CSD)" userId="06f431c5-cc1a-4439-a61b-5f3af947c103" providerId="ADAL" clId="{1233ACE6-ABA3-4C2E-9DF4-48DF7B9A6C0A}" dt="2024-03-22T03:42:53.454" v="22" actId="13926"/>
          <ac:spMkLst>
            <pc:docMk/>
            <pc:sldMk cId="3857374457" sldId="305"/>
            <ac:spMk id="7" creationId="{00000000-0000-0000-0000-000000000000}"/>
          </ac:spMkLst>
        </pc:spChg>
      </pc:sldChg>
      <pc:sldChg chg="addSp modSp mod modAnim">
        <pc:chgData name="Yim Pan Chui, Dr. (CSD)" userId="06f431c5-cc1a-4439-a61b-5f3af947c103" providerId="ADAL" clId="{1233ACE6-ABA3-4C2E-9DF4-48DF7B9A6C0A}" dt="2024-03-22T04:27:06.291" v="226" actId="20577"/>
        <pc:sldMkLst>
          <pc:docMk/>
          <pc:sldMk cId="3496848778" sldId="307"/>
        </pc:sldMkLst>
        <pc:spChg chg="add mod">
          <ac:chgData name="Yim Pan Chui, Dr. (CSD)" userId="06f431c5-cc1a-4439-a61b-5f3af947c103" providerId="ADAL" clId="{1233ACE6-ABA3-4C2E-9DF4-48DF7B9A6C0A}" dt="2024-03-22T04:26:32.889" v="218" actId="1076"/>
          <ac:spMkLst>
            <pc:docMk/>
            <pc:sldMk cId="3496848778" sldId="307"/>
            <ac:spMk id="3" creationId="{8934D0E3-00E0-0BDF-9238-EF580348A79C}"/>
          </ac:spMkLst>
        </pc:spChg>
        <pc:spChg chg="add mod">
          <ac:chgData name="Yim Pan Chui, Dr. (CSD)" userId="06f431c5-cc1a-4439-a61b-5f3af947c103" providerId="ADAL" clId="{1233ACE6-ABA3-4C2E-9DF4-48DF7B9A6C0A}" dt="2024-03-22T04:26:28.209" v="217" actId="1076"/>
          <ac:spMkLst>
            <pc:docMk/>
            <pc:sldMk cId="3496848778" sldId="307"/>
            <ac:spMk id="5" creationId="{19F15DE5-C3E2-D415-7A34-0BCAAE6B2CE7}"/>
          </ac:spMkLst>
        </pc:spChg>
        <pc:graphicFrameChg chg="add mod modGraphic">
          <ac:chgData name="Yim Pan Chui, Dr. (CSD)" userId="06f431c5-cc1a-4439-a61b-5f3af947c103" providerId="ADAL" clId="{1233ACE6-ABA3-4C2E-9DF4-48DF7B9A6C0A}" dt="2024-03-22T04:27:06.291" v="226" actId="20577"/>
          <ac:graphicFrameMkLst>
            <pc:docMk/>
            <pc:sldMk cId="3496848778" sldId="307"/>
            <ac:graphicFrameMk id="2" creationId="{35CA8287-50AA-1772-9F21-DE5136B8671B}"/>
          </ac:graphicFrameMkLst>
        </pc:graphicFrameChg>
        <pc:graphicFrameChg chg="add mod modGraphic">
          <ac:chgData name="Yim Pan Chui, Dr. (CSD)" userId="06f431c5-cc1a-4439-a61b-5f3af947c103" providerId="ADAL" clId="{1233ACE6-ABA3-4C2E-9DF4-48DF7B9A6C0A}" dt="2024-03-22T04:26:43.146" v="224" actId="20577"/>
          <ac:graphicFrameMkLst>
            <pc:docMk/>
            <pc:sldMk cId="3496848778" sldId="307"/>
            <ac:graphicFrameMk id="4" creationId="{F30FDE77-7391-4300-10D3-3B9205C27CE1}"/>
          </ac:graphicFrameMkLst>
        </pc:graphicFrameChg>
      </pc:sldChg>
      <pc:sldChg chg="addSp modSp mod modAnim">
        <pc:chgData name="Yim Pan Chui, Dr. (CSD)" userId="06f431c5-cc1a-4439-a61b-5f3af947c103" providerId="ADAL" clId="{1233ACE6-ABA3-4C2E-9DF4-48DF7B9A6C0A}" dt="2024-03-22T04:17:26.031" v="213"/>
        <pc:sldMkLst>
          <pc:docMk/>
          <pc:sldMk cId="2130734698" sldId="308"/>
        </pc:sldMkLst>
        <pc:spChg chg="add mod">
          <ac:chgData name="Yim Pan Chui, Dr. (CSD)" userId="06f431c5-cc1a-4439-a61b-5f3af947c103" providerId="ADAL" clId="{1233ACE6-ABA3-4C2E-9DF4-48DF7B9A6C0A}" dt="2024-03-22T04:16:20.861" v="207"/>
          <ac:spMkLst>
            <pc:docMk/>
            <pc:sldMk cId="2130734698" sldId="308"/>
            <ac:spMk id="4" creationId="{81548312-A3B4-EE17-B43A-80E237733D43}"/>
          </ac:spMkLst>
        </pc:spChg>
        <pc:spChg chg="add mod">
          <ac:chgData name="Yim Pan Chui, Dr. (CSD)" userId="06f431c5-cc1a-4439-a61b-5f3af947c103" providerId="ADAL" clId="{1233ACE6-ABA3-4C2E-9DF4-48DF7B9A6C0A}" dt="2024-03-22T04:16:44.141" v="209" actId="1076"/>
          <ac:spMkLst>
            <pc:docMk/>
            <pc:sldMk cId="2130734698" sldId="308"/>
            <ac:spMk id="8" creationId="{DAABBD37-6AC3-0DA6-0C54-5BDFA7EB8AD7}"/>
          </ac:spMkLst>
        </pc:spChg>
        <pc:spChg chg="mod">
          <ac:chgData name="Yim Pan Chui, Dr. (CSD)" userId="06f431c5-cc1a-4439-a61b-5f3af947c103" providerId="ADAL" clId="{1233ACE6-ABA3-4C2E-9DF4-48DF7B9A6C0A}" dt="2024-03-22T03:43:14.454" v="23" actId="13926"/>
          <ac:spMkLst>
            <pc:docMk/>
            <pc:sldMk cId="2130734698" sldId="308"/>
            <ac:spMk id="11268" creationId="{00000000-0000-0000-0000-000000000000}"/>
          </ac:spMkLst>
        </pc:spChg>
        <pc:graphicFrameChg chg="add mod">
          <ac:chgData name="Yim Pan Chui, Dr. (CSD)" userId="06f431c5-cc1a-4439-a61b-5f3af947c103" providerId="ADAL" clId="{1233ACE6-ABA3-4C2E-9DF4-48DF7B9A6C0A}" dt="2024-03-22T04:16:20.861" v="207"/>
          <ac:graphicFrameMkLst>
            <pc:docMk/>
            <pc:sldMk cId="2130734698" sldId="308"/>
            <ac:graphicFrameMk id="3" creationId="{D4F05EAB-12E2-3A08-A533-F24DE0C09CEB}"/>
          </ac:graphicFrameMkLst>
        </pc:graphicFrameChg>
        <pc:graphicFrameChg chg="add mod modGraphic">
          <ac:chgData name="Yim Pan Chui, Dr. (CSD)" userId="06f431c5-cc1a-4439-a61b-5f3af947c103" providerId="ADAL" clId="{1233ACE6-ABA3-4C2E-9DF4-48DF7B9A6C0A}" dt="2024-03-22T04:16:48.792" v="211" actId="20577"/>
          <ac:graphicFrameMkLst>
            <pc:docMk/>
            <pc:sldMk cId="2130734698" sldId="308"/>
            <ac:graphicFrameMk id="5" creationId="{87A9BE68-C104-FA44-B352-4C2283416824}"/>
          </ac:graphicFrameMkLst>
        </pc:graphicFrameChg>
      </pc:sldChg>
      <pc:sldChg chg="addSp modSp mod modAnim">
        <pc:chgData name="Yim Pan Chui, Dr. (CSD)" userId="06f431c5-cc1a-4439-a61b-5f3af947c103" providerId="ADAL" clId="{1233ACE6-ABA3-4C2E-9DF4-48DF7B9A6C0A}" dt="2024-03-22T04:28:30.838" v="233" actId="1076"/>
        <pc:sldMkLst>
          <pc:docMk/>
          <pc:sldMk cId="3091164494" sldId="309"/>
        </pc:sldMkLst>
        <pc:spChg chg="add mod">
          <ac:chgData name="Yim Pan Chui, Dr. (CSD)" userId="06f431c5-cc1a-4439-a61b-5f3af947c103" providerId="ADAL" clId="{1233ACE6-ABA3-4C2E-9DF4-48DF7B9A6C0A}" dt="2024-03-22T04:28:30.838" v="233" actId="1076"/>
          <ac:spMkLst>
            <pc:docMk/>
            <pc:sldMk cId="3091164494" sldId="309"/>
            <ac:spMk id="3" creationId="{AFA590CA-6293-1B41-A63E-1B64939AF74F}"/>
          </ac:spMkLst>
        </pc:spChg>
        <pc:spChg chg="mod">
          <ac:chgData name="Yim Pan Chui, Dr. (CSD)" userId="06f431c5-cc1a-4439-a61b-5f3af947c103" providerId="ADAL" clId="{1233ACE6-ABA3-4C2E-9DF4-48DF7B9A6C0A}" dt="2024-03-22T03:47:47.140" v="49" actId="113"/>
          <ac:spMkLst>
            <pc:docMk/>
            <pc:sldMk cId="3091164494" sldId="309"/>
            <ac:spMk id="11268" creationId="{00000000-0000-0000-0000-000000000000}"/>
          </ac:spMkLst>
        </pc:spChg>
        <pc:graphicFrameChg chg="add mod modGraphic">
          <ac:chgData name="Yim Pan Chui, Dr. (CSD)" userId="06f431c5-cc1a-4439-a61b-5f3af947c103" providerId="ADAL" clId="{1233ACE6-ABA3-4C2E-9DF4-48DF7B9A6C0A}" dt="2024-03-22T04:28:30.838" v="233" actId="1076"/>
          <ac:graphicFrameMkLst>
            <pc:docMk/>
            <pc:sldMk cId="3091164494" sldId="309"/>
            <ac:graphicFrameMk id="2" creationId="{ED2E97D1-48AD-A73A-72BA-9822928DAA43}"/>
          </ac:graphicFrameMkLst>
        </pc:graphicFrameChg>
      </pc:sldChg>
      <pc:sldChg chg="modSp mod">
        <pc:chgData name="Yim Pan Chui, Dr. (CSD)" userId="06f431c5-cc1a-4439-a61b-5f3af947c103" providerId="ADAL" clId="{1233ACE6-ABA3-4C2E-9DF4-48DF7B9A6C0A}" dt="2024-03-22T04:15:52.205" v="206" actId="207"/>
        <pc:sldMkLst>
          <pc:docMk/>
          <pc:sldMk cId="2378207661" sldId="311"/>
        </pc:sldMkLst>
        <pc:graphicFrameChg chg="modGraphic">
          <ac:chgData name="Yim Pan Chui, Dr. (CSD)" userId="06f431c5-cc1a-4439-a61b-5f3af947c103" providerId="ADAL" clId="{1233ACE6-ABA3-4C2E-9DF4-48DF7B9A6C0A}" dt="2024-03-22T04:15:47.465" v="205" actId="207"/>
          <ac:graphicFrameMkLst>
            <pc:docMk/>
            <pc:sldMk cId="2378207661" sldId="311"/>
            <ac:graphicFrameMk id="508933" creationId="{00000000-0000-0000-0000-000000000000}"/>
          </ac:graphicFrameMkLst>
        </pc:graphicFrameChg>
        <pc:graphicFrameChg chg="modGraphic">
          <ac:chgData name="Yim Pan Chui, Dr. (CSD)" userId="06f431c5-cc1a-4439-a61b-5f3af947c103" providerId="ADAL" clId="{1233ACE6-ABA3-4C2E-9DF4-48DF7B9A6C0A}" dt="2024-03-22T04:15:52.205" v="206" actId="207"/>
          <ac:graphicFrameMkLst>
            <pc:docMk/>
            <pc:sldMk cId="2378207661" sldId="311"/>
            <ac:graphicFrameMk id="508946" creationId="{00000000-0000-0000-0000-000000000000}"/>
          </ac:graphicFrameMkLst>
        </pc:graphicFrameChg>
      </pc:sldChg>
      <pc:sldChg chg="modSp mod modNotesTx">
        <pc:chgData name="Yim Pan Chui, Dr. (CSD)" userId="06f431c5-cc1a-4439-a61b-5f3af947c103" providerId="ADAL" clId="{1233ACE6-ABA3-4C2E-9DF4-48DF7B9A6C0A}" dt="2024-03-22T05:03:18.416" v="325" actId="20577"/>
        <pc:sldMkLst>
          <pc:docMk/>
          <pc:sldMk cId="4219756003" sldId="314"/>
        </pc:sldMkLst>
        <pc:graphicFrameChg chg="modGraphic">
          <ac:chgData name="Yim Pan Chui, Dr. (CSD)" userId="06f431c5-cc1a-4439-a61b-5f3af947c103" providerId="ADAL" clId="{1233ACE6-ABA3-4C2E-9DF4-48DF7B9A6C0A}" dt="2024-03-22T05:02:28.712" v="299" actId="14734"/>
          <ac:graphicFrameMkLst>
            <pc:docMk/>
            <pc:sldMk cId="4219756003" sldId="314"/>
            <ac:graphicFrameMk id="497700" creationId="{00000000-0000-0000-0000-000000000000}"/>
          </ac:graphicFrameMkLst>
        </pc:graphicFrameChg>
      </pc:sldChg>
      <pc:sldChg chg="addSp delSp modSp mod delAnim modAnim">
        <pc:chgData name="Yim Pan Chui, Dr. (CSD)" userId="06f431c5-cc1a-4439-a61b-5f3af947c103" providerId="ADAL" clId="{1233ACE6-ABA3-4C2E-9DF4-48DF7B9A6C0A}" dt="2024-03-25T06:09:08.650" v="326"/>
        <pc:sldMkLst>
          <pc:docMk/>
          <pc:sldMk cId="697060923" sldId="318"/>
        </pc:sldMkLst>
        <pc:spChg chg="mod">
          <ac:chgData name="Yim Pan Chui, Dr. (CSD)" userId="06f431c5-cc1a-4439-a61b-5f3af947c103" providerId="ADAL" clId="{1233ACE6-ABA3-4C2E-9DF4-48DF7B9A6C0A}" dt="2024-03-22T04:47:14.295" v="284" actId="13926"/>
          <ac:spMkLst>
            <pc:docMk/>
            <pc:sldMk cId="697060923" sldId="318"/>
            <ac:spMk id="3" creationId="{C50A3CB3-4FBC-4799-A5CA-244DCD0D4540}"/>
          </ac:spMkLst>
        </pc:spChg>
        <pc:spChg chg="add mod">
          <ac:chgData name="Yim Pan Chui, Dr. (CSD)" userId="06f431c5-cc1a-4439-a61b-5f3af947c103" providerId="ADAL" clId="{1233ACE6-ABA3-4C2E-9DF4-48DF7B9A6C0A}" dt="2024-03-22T04:44:26.072" v="248" actId="1076"/>
          <ac:spMkLst>
            <pc:docMk/>
            <pc:sldMk cId="697060923" sldId="318"/>
            <ac:spMk id="4" creationId="{7D09B7DE-8BE3-7B94-3F65-5D831F50F805}"/>
          </ac:spMkLst>
        </pc:spChg>
        <pc:spChg chg="add del mod">
          <ac:chgData name="Yim Pan Chui, Dr. (CSD)" userId="06f431c5-cc1a-4439-a61b-5f3af947c103" providerId="ADAL" clId="{1233ACE6-ABA3-4C2E-9DF4-48DF7B9A6C0A}" dt="2024-03-22T04:44:04.989" v="243" actId="478"/>
          <ac:spMkLst>
            <pc:docMk/>
            <pc:sldMk cId="697060923" sldId="318"/>
            <ac:spMk id="8" creationId="{875259CB-D1A5-DC7A-EA1D-6895680685D1}"/>
          </ac:spMkLst>
        </pc:spChg>
        <pc:spChg chg="add mod">
          <ac:chgData name="Yim Pan Chui, Dr. (CSD)" userId="06f431c5-cc1a-4439-a61b-5f3af947c103" providerId="ADAL" clId="{1233ACE6-ABA3-4C2E-9DF4-48DF7B9A6C0A}" dt="2024-03-22T04:46:34.473" v="280" actId="207"/>
          <ac:spMkLst>
            <pc:docMk/>
            <pc:sldMk cId="697060923" sldId="318"/>
            <ac:spMk id="10" creationId="{0E12E364-E0BA-4587-965E-099BF023EC7F}"/>
          </ac:spMkLst>
        </pc:spChg>
        <pc:spChg chg="add mod">
          <ac:chgData name="Yim Pan Chui, Dr. (CSD)" userId="06f431c5-cc1a-4439-a61b-5f3af947c103" providerId="ADAL" clId="{1233ACE6-ABA3-4C2E-9DF4-48DF7B9A6C0A}" dt="2024-03-22T04:46:19.342" v="275" actId="1035"/>
          <ac:spMkLst>
            <pc:docMk/>
            <pc:sldMk cId="697060923" sldId="318"/>
            <ac:spMk id="11" creationId="{BDEC6957-FB2A-5EAA-E861-A25169302D65}"/>
          </ac:spMkLst>
        </pc:spChg>
        <pc:spChg chg="add mod">
          <ac:chgData name="Yim Pan Chui, Dr. (CSD)" userId="06f431c5-cc1a-4439-a61b-5f3af947c103" providerId="ADAL" clId="{1233ACE6-ABA3-4C2E-9DF4-48DF7B9A6C0A}" dt="2024-03-22T04:46:32.109" v="279" actId="207"/>
          <ac:spMkLst>
            <pc:docMk/>
            <pc:sldMk cId="697060923" sldId="318"/>
            <ac:spMk id="12" creationId="{8D480398-A823-330D-EBF0-658FF3E190D4}"/>
          </ac:spMkLst>
        </pc:spChg>
        <pc:spChg chg="mod">
          <ac:chgData name="Yim Pan Chui, Dr. (CSD)" userId="06f431c5-cc1a-4439-a61b-5f3af947c103" providerId="ADAL" clId="{1233ACE6-ABA3-4C2E-9DF4-48DF7B9A6C0A}" dt="2024-03-22T04:47:08.528" v="283" actId="13926"/>
          <ac:spMkLst>
            <pc:docMk/>
            <pc:sldMk cId="697060923" sldId="318"/>
            <ac:spMk id="11268" creationId="{00000000-0000-0000-0000-000000000000}"/>
          </ac:spMkLst>
        </pc:spChg>
        <pc:graphicFrameChg chg="add mod modGraphic">
          <ac:chgData name="Yim Pan Chui, Dr. (CSD)" userId="06f431c5-cc1a-4439-a61b-5f3af947c103" providerId="ADAL" clId="{1233ACE6-ABA3-4C2E-9DF4-48DF7B9A6C0A}" dt="2024-03-22T04:46:42.264" v="282" actId="20577"/>
          <ac:graphicFrameMkLst>
            <pc:docMk/>
            <pc:sldMk cId="697060923" sldId="318"/>
            <ac:graphicFrameMk id="2" creationId="{7FF84122-E2BF-1975-B7D1-B7ADDE720AE5}"/>
          </ac:graphicFrameMkLst>
        </pc:graphicFrameChg>
        <pc:graphicFrameChg chg="add mod modGraphic">
          <ac:chgData name="Yim Pan Chui, Dr. (CSD)" userId="06f431c5-cc1a-4439-a61b-5f3af947c103" providerId="ADAL" clId="{1233ACE6-ABA3-4C2E-9DF4-48DF7B9A6C0A}" dt="2024-03-22T04:46:19.342" v="275" actId="1035"/>
          <ac:graphicFrameMkLst>
            <pc:docMk/>
            <pc:sldMk cId="697060923" sldId="318"/>
            <ac:graphicFrameMk id="5" creationId="{9B2028F0-AD0A-5987-A0A3-4E2CD2F7BCCC}"/>
          </ac:graphicFrameMkLst>
        </pc:graphicFrameChg>
      </pc:sldChg>
    </pc:docChg>
  </pc:docChgLst>
  <pc:docChgLst>
    <pc:chgData name="Yim Pan Chui, Dr. (CSD)" userId="06f431c5-cc1a-4439-a61b-5f3af947c103" providerId="ADAL" clId="{61F6627C-0A48-418F-B13B-E062D8B5BF62}"/>
    <pc:docChg chg="modSld">
      <pc:chgData name="Yim Pan Chui, Dr. (CSD)" userId="06f431c5-cc1a-4439-a61b-5f3af947c103" providerId="ADAL" clId="{61F6627C-0A48-418F-B13B-E062D8B5BF62}" dt="2024-07-04T07:50:23.861" v="12" actId="20577"/>
      <pc:docMkLst>
        <pc:docMk/>
      </pc:docMkLst>
      <pc:sldChg chg="modSp mod">
        <pc:chgData name="Yim Pan Chui, Dr. (CSD)" userId="06f431c5-cc1a-4439-a61b-5f3af947c103" providerId="ADAL" clId="{61F6627C-0A48-418F-B13B-E062D8B5BF62}" dt="2024-07-04T07:50:23.861" v="12" actId="20577"/>
        <pc:sldMkLst>
          <pc:docMk/>
          <pc:sldMk cId="697060923" sldId="318"/>
        </pc:sldMkLst>
        <pc:graphicFrameChg chg="mod modGraphic">
          <ac:chgData name="Yim Pan Chui, Dr. (CSD)" userId="06f431c5-cc1a-4439-a61b-5f3af947c103" providerId="ADAL" clId="{61F6627C-0A48-418F-B13B-E062D8B5BF62}" dt="2024-07-04T07:50:23.861" v="12" actId="20577"/>
          <ac:graphicFrameMkLst>
            <pc:docMk/>
            <pc:sldMk cId="697060923" sldId="318"/>
            <ac:graphicFrameMk id="5" creationId="{9B2028F0-AD0A-5987-A0A3-4E2CD2F7BCCC}"/>
          </ac:graphicFrameMkLst>
        </pc:graphicFrameChg>
      </pc:sldChg>
    </pc:docChg>
  </pc:docChgLst>
  <pc:docChgLst>
    <pc:chgData name="Chuck jee Chau (CSD)" userId="7aa7a09e-983f-4214-9e5a-071cbb678e81" providerId="ADAL" clId="{1FE9FD97-6869-9847-8380-1958B6BE9027}"/>
    <pc:docChg chg="undo custSel modSld">
      <pc:chgData name="Chuck jee Chau (CSD)" userId="7aa7a09e-983f-4214-9e5a-071cbb678e81" providerId="ADAL" clId="{1FE9FD97-6869-9847-8380-1958B6BE9027}" dt="2019-11-18T10:26:03.209" v="3"/>
      <pc:docMkLst>
        <pc:docMk/>
      </pc:docMkLst>
      <pc:sldChg chg="modSp">
        <pc:chgData name="Chuck jee Chau (CSD)" userId="7aa7a09e-983f-4214-9e5a-071cbb678e81" providerId="ADAL" clId="{1FE9FD97-6869-9847-8380-1958B6BE9027}" dt="2019-11-18T10:26:03.209" v="3"/>
        <pc:sldMkLst>
          <pc:docMk/>
          <pc:sldMk cId="452717289" sldId="257"/>
        </pc:sldMkLst>
        <pc:spChg chg="mod">
          <ac:chgData name="Chuck jee Chau (CSD)" userId="7aa7a09e-983f-4214-9e5a-071cbb678e81" providerId="ADAL" clId="{1FE9FD97-6869-9847-8380-1958B6BE9027}" dt="2019-11-18T10:26:03.209" v="3"/>
          <ac:spMkLst>
            <pc:docMk/>
            <pc:sldMk cId="452717289" sldId="257"/>
            <ac:spMk id="3" creationId="{00000000-0000-0000-0000-000000000000}"/>
          </ac:spMkLst>
        </pc:spChg>
      </pc:sldChg>
      <pc:sldChg chg="modSp">
        <pc:chgData name="Chuck jee Chau (CSD)" userId="7aa7a09e-983f-4214-9e5a-071cbb678e81" providerId="ADAL" clId="{1FE9FD97-6869-9847-8380-1958B6BE9027}" dt="2019-11-18T10:26:03.209" v="3"/>
        <pc:sldMkLst>
          <pc:docMk/>
          <pc:sldMk cId="3798170173" sldId="296"/>
        </pc:sldMkLst>
        <pc:spChg chg="mod">
          <ac:chgData name="Chuck jee Chau (CSD)" userId="7aa7a09e-983f-4214-9e5a-071cbb678e81" providerId="ADAL" clId="{1FE9FD97-6869-9847-8380-1958B6BE9027}" dt="2019-11-18T10:26:03.209" v="3"/>
          <ac:spMkLst>
            <pc:docMk/>
            <pc:sldMk cId="3798170173" sldId="296"/>
            <ac:spMk id="2" creationId="{00000000-0000-0000-0000-000000000000}"/>
          </ac:spMkLst>
        </pc:spChg>
        <pc:spChg chg="mod">
          <ac:chgData name="Chuck jee Chau (CSD)" userId="7aa7a09e-983f-4214-9e5a-071cbb678e81" providerId="ADAL" clId="{1FE9FD97-6869-9847-8380-1958B6BE9027}" dt="2019-11-18T10:26:03.209" v="3"/>
          <ac:spMkLst>
            <pc:docMk/>
            <pc:sldMk cId="3798170173" sldId="296"/>
            <ac:spMk id="3" creationId="{00000000-0000-0000-0000-000000000000}"/>
          </ac:spMkLst>
        </pc:spChg>
      </pc:sldChg>
      <pc:sldChg chg="modSp">
        <pc:chgData name="Chuck jee Chau (CSD)" userId="7aa7a09e-983f-4214-9e5a-071cbb678e81" providerId="ADAL" clId="{1FE9FD97-6869-9847-8380-1958B6BE9027}" dt="2019-11-18T10:26:03.209" v="3"/>
        <pc:sldMkLst>
          <pc:docMk/>
          <pc:sldMk cId="1475132368" sldId="297"/>
        </pc:sldMkLst>
        <pc:spChg chg="mod">
          <ac:chgData name="Chuck jee Chau (CSD)" userId="7aa7a09e-983f-4214-9e5a-071cbb678e81" providerId="ADAL" clId="{1FE9FD97-6869-9847-8380-1958B6BE9027}" dt="2019-11-18T10:26:03.209" v="3"/>
          <ac:spMkLst>
            <pc:docMk/>
            <pc:sldMk cId="1475132368" sldId="297"/>
            <ac:spMk id="2" creationId="{00000000-0000-0000-0000-000000000000}"/>
          </ac:spMkLst>
        </pc:spChg>
        <pc:spChg chg="mod">
          <ac:chgData name="Chuck jee Chau (CSD)" userId="7aa7a09e-983f-4214-9e5a-071cbb678e81" providerId="ADAL" clId="{1FE9FD97-6869-9847-8380-1958B6BE9027}" dt="2019-11-18T10:26:03.209" v="3"/>
          <ac:spMkLst>
            <pc:docMk/>
            <pc:sldMk cId="1475132368" sldId="297"/>
            <ac:spMk id="7" creationId="{00000000-0000-0000-0000-000000000000}"/>
          </ac:spMkLst>
        </pc:spChg>
        <pc:spChg chg="mod">
          <ac:chgData name="Chuck jee Chau (CSD)" userId="7aa7a09e-983f-4214-9e5a-071cbb678e81" providerId="ADAL" clId="{1FE9FD97-6869-9847-8380-1958B6BE9027}" dt="2019-11-18T10:26:03.209" v="3"/>
          <ac:spMkLst>
            <pc:docMk/>
            <pc:sldMk cId="1475132368" sldId="297"/>
            <ac:spMk id="9" creationId="{00000000-0000-0000-0000-000000000000}"/>
          </ac:spMkLst>
        </pc:spChg>
      </pc:sldChg>
      <pc:sldChg chg="modSp">
        <pc:chgData name="Chuck jee Chau (CSD)" userId="7aa7a09e-983f-4214-9e5a-071cbb678e81" providerId="ADAL" clId="{1FE9FD97-6869-9847-8380-1958B6BE9027}" dt="2019-11-18T10:26:03.209" v="3"/>
        <pc:sldMkLst>
          <pc:docMk/>
          <pc:sldMk cId="3699262746" sldId="298"/>
        </pc:sldMkLst>
        <pc:spChg chg="mod">
          <ac:chgData name="Chuck jee Chau (CSD)" userId="7aa7a09e-983f-4214-9e5a-071cbb678e81" providerId="ADAL" clId="{1FE9FD97-6869-9847-8380-1958B6BE9027}" dt="2019-11-18T10:26:03.209" v="3"/>
          <ac:spMkLst>
            <pc:docMk/>
            <pc:sldMk cId="3699262746" sldId="298"/>
            <ac:spMk id="2" creationId="{00000000-0000-0000-0000-000000000000}"/>
          </ac:spMkLst>
        </pc:spChg>
        <pc:spChg chg="mod">
          <ac:chgData name="Chuck jee Chau (CSD)" userId="7aa7a09e-983f-4214-9e5a-071cbb678e81" providerId="ADAL" clId="{1FE9FD97-6869-9847-8380-1958B6BE9027}" dt="2019-11-18T10:26:03.209" v="3"/>
          <ac:spMkLst>
            <pc:docMk/>
            <pc:sldMk cId="3699262746" sldId="298"/>
            <ac:spMk id="3" creationId="{00000000-0000-0000-0000-000000000000}"/>
          </ac:spMkLst>
        </pc:spChg>
      </pc:sldChg>
      <pc:sldChg chg="modSp">
        <pc:chgData name="Chuck jee Chau (CSD)" userId="7aa7a09e-983f-4214-9e5a-071cbb678e81" providerId="ADAL" clId="{1FE9FD97-6869-9847-8380-1958B6BE9027}" dt="2019-11-18T10:26:03.209" v="3"/>
        <pc:sldMkLst>
          <pc:docMk/>
          <pc:sldMk cId="1895192307" sldId="299"/>
        </pc:sldMkLst>
        <pc:spChg chg="mod">
          <ac:chgData name="Chuck jee Chau (CSD)" userId="7aa7a09e-983f-4214-9e5a-071cbb678e81" providerId="ADAL" clId="{1FE9FD97-6869-9847-8380-1958B6BE9027}" dt="2019-11-18T10:26:03.209" v="3"/>
          <ac:spMkLst>
            <pc:docMk/>
            <pc:sldMk cId="1895192307" sldId="299"/>
            <ac:spMk id="2" creationId="{00000000-0000-0000-0000-000000000000}"/>
          </ac:spMkLst>
        </pc:spChg>
        <pc:spChg chg="mod">
          <ac:chgData name="Chuck jee Chau (CSD)" userId="7aa7a09e-983f-4214-9e5a-071cbb678e81" providerId="ADAL" clId="{1FE9FD97-6869-9847-8380-1958B6BE9027}" dt="2019-11-18T10:26:03.209" v="3"/>
          <ac:spMkLst>
            <pc:docMk/>
            <pc:sldMk cId="1895192307" sldId="299"/>
            <ac:spMk id="3" creationId="{00000000-0000-0000-0000-000000000000}"/>
          </ac:spMkLst>
        </pc:spChg>
      </pc:sldChg>
      <pc:sldChg chg="modSp">
        <pc:chgData name="Chuck jee Chau (CSD)" userId="7aa7a09e-983f-4214-9e5a-071cbb678e81" providerId="ADAL" clId="{1FE9FD97-6869-9847-8380-1958B6BE9027}" dt="2019-11-18T10:26:03.209" v="3"/>
        <pc:sldMkLst>
          <pc:docMk/>
          <pc:sldMk cId="586697572" sldId="300"/>
        </pc:sldMkLst>
        <pc:spChg chg="mod">
          <ac:chgData name="Chuck jee Chau (CSD)" userId="7aa7a09e-983f-4214-9e5a-071cbb678e81" providerId="ADAL" clId="{1FE9FD97-6869-9847-8380-1958B6BE9027}" dt="2019-11-18T10:26:03.209" v="3"/>
          <ac:spMkLst>
            <pc:docMk/>
            <pc:sldMk cId="586697572" sldId="300"/>
            <ac:spMk id="11267" creationId="{00000000-0000-0000-0000-000000000000}"/>
          </ac:spMkLst>
        </pc:spChg>
        <pc:spChg chg="mod">
          <ac:chgData name="Chuck jee Chau (CSD)" userId="7aa7a09e-983f-4214-9e5a-071cbb678e81" providerId="ADAL" clId="{1FE9FD97-6869-9847-8380-1958B6BE9027}" dt="2019-11-18T10:26:03.209" v="3"/>
          <ac:spMkLst>
            <pc:docMk/>
            <pc:sldMk cId="586697572" sldId="300"/>
            <ac:spMk id="11268" creationId="{00000000-0000-0000-0000-000000000000}"/>
          </ac:spMkLst>
        </pc:spChg>
      </pc:sldChg>
      <pc:sldChg chg="modSp">
        <pc:chgData name="Chuck jee Chau (CSD)" userId="7aa7a09e-983f-4214-9e5a-071cbb678e81" providerId="ADAL" clId="{1FE9FD97-6869-9847-8380-1958B6BE9027}" dt="2019-11-18T10:26:03.209" v="3"/>
        <pc:sldMkLst>
          <pc:docMk/>
          <pc:sldMk cId="1445429554" sldId="301"/>
        </pc:sldMkLst>
        <pc:spChg chg="mod">
          <ac:chgData name="Chuck jee Chau (CSD)" userId="7aa7a09e-983f-4214-9e5a-071cbb678e81" providerId="ADAL" clId="{1FE9FD97-6869-9847-8380-1958B6BE9027}" dt="2019-11-18T10:26:03.209" v="3"/>
          <ac:spMkLst>
            <pc:docMk/>
            <pc:sldMk cId="1445429554" sldId="301"/>
            <ac:spMk id="16387" creationId="{00000000-0000-0000-0000-000000000000}"/>
          </ac:spMkLst>
        </pc:spChg>
        <pc:spChg chg="mod">
          <ac:chgData name="Chuck jee Chau (CSD)" userId="7aa7a09e-983f-4214-9e5a-071cbb678e81" providerId="ADAL" clId="{1FE9FD97-6869-9847-8380-1958B6BE9027}" dt="2019-11-18T10:26:03.209" v="3"/>
          <ac:spMkLst>
            <pc:docMk/>
            <pc:sldMk cId="1445429554" sldId="301"/>
            <ac:spMk id="16388" creationId="{00000000-0000-0000-0000-000000000000}"/>
          </ac:spMkLst>
        </pc:spChg>
      </pc:sldChg>
      <pc:sldChg chg="modSp">
        <pc:chgData name="Chuck jee Chau (CSD)" userId="7aa7a09e-983f-4214-9e5a-071cbb678e81" providerId="ADAL" clId="{1FE9FD97-6869-9847-8380-1958B6BE9027}" dt="2019-11-18T10:26:03.209" v="3"/>
        <pc:sldMkLst>
          <pc:docMk/>
          <pc:sldMk cId="2740529000" sldId="302"/>
        </pc:sldMkLst>
        <pc:spChg chg="mod">
          <ac:chgData name="Chuck jee Chau (CSD)" userId="7aa7a09e-983f-4214-9e5a-071cbb678e81" providerId="ADAL" clId="{1FE9FD97-6869-9847-8380-1958B6BE9027}" dt="2019-11-18T10:26:03.209" v="3"/>
          <ac:spMkLst>
            <pc:docMk/>
            <pc:sldMk cId="2740529000" sldId="302"/>
            <ac:spMk id="18434" creationId="{00000000-0000-0000-0000-000000000000}"/>
          </ac:spMkLst>
        </pc:spChg>
        <pc:spChg chg="mod">
          <ac:chgData name="Chuck jee Chau (CSD)" userId="7aa7a09e-983f-4214-9e5a-071cbb678e81" providerId="ADAL" clId="{1FE9FD97-6869-9847-8380-1958B6BE9027}" dt="2019-11-18T10:26:03.209" v="3"/>
          <ac:spMkLst>
            <pc:docMk/>
            <pc:sldMk cId="2740529000" sldId="302"/>
            <ac:spMk id="18435" creationId="{00000000-0000-0000-0000-000000000000}"/>
          </ac:spMkLst>
        </pc:spChg>
      </pc:sldChg>
      <pc:sldChg chg="modSp">
        <pc:chgData name="Chuck jee Chau (CSD)" userId="7aa7a09e-983f-4214-9e5a-071cbb678e81" providerId="ADAL" clId="{1FE9FD97-6869-9847-8380-1958B6BE9027}" dt="2019-11-18T10:26:03.209" v="3"/>
        <pc:sldMkLst>
          <pc:docMk/>
          <pc:sldMk cId="966279763" sldId="304"/>
        </pc:sldMkLst>
        <pc:spChg chg="mod">
          <ac:chgData name="Chuck jee Chau (CSD)" userId="7aa7a09e-983f-4214-9e5a-071cbb678e81" providerId="ADAL" clId="{1FE9FD97-6869-9847-8380-1958B6BE9027}" dt="2019-11-18T10:26:03.209" v="3"/>
          <ac:spMkLst>
            <pc:docMk/>
            <pc:sldMk cId="966279763" sldId="304"/>
            <ac:spMk id="6" creationId="{00000000-0000-0000-0000-000000000000}"/>
          </ac:spMkLst>
        </pc:spChg>
        <pc:spChg chg="mod">
          <ac:chgData name="Chuck jee Chau (CSD)" userId="7aa7a09e-983f-4214-9e5a-071cbb678e81" providerId="ADAL" clId="{1FE9FD97-6869-9847-8380-1958B6BE9027}" dt="2019-11-18T10:26:03.209" v="3"/>
          <ac:spMkLst>
            <pc:docMk/>
            <pc:sldMk cId="966279763" sldId="304"/>
            <ac:spMk id="7" creationId="{00000000-0000-0000-0000-000000000000}"/>
          </ac:spMkLst>
        </pc:spChg>
        <pc:spChg chg="mod">
          <ac:chgData name="Chuck jee Chau (CSD)" userId="7aa7a09e-983f-4214-9e5a-071cbb678e81" providerId="ADAL" clId="{1FE9FD97-6869-9847-8380-1958B6BE9027}" dt="2019-11-18T10:26:03.209" v="3"/>
          <ac:spMkLst>
            <pc:docMk/>
            <pc:sldMk cId="966279763" sldId="304"/>
            <ac:spMk id="8" creationId="{00000000-0000-0000-0000-000000000000}"/>
          </ac:spMkLst>
        </pc:spChg>
        <pc:spChg chg="mod">
          <ac:chgData name="Chuck jee Chau (CSD)" userId="7aa7a09e-983f-4214-9e5a-071cbb678e81" providerId="ADAL" clId="{1FE9FD97-6869-9847-8380-1958B6BE9027}" dt="2019-11-18T10:26:03.209" v="3"/>
          <ac:spMkLst>
            <pc:docMk/>
            <pc:sldMk cId="966279763" sldId="304"/>
            <ac:spMk id="10" creationId="{00000000-0000-0000-0000-000000000000}"/>
          </ac:spMkLst>
        </pc:spChg>
        <pc:spChg chg="mod">
          <ac:chgData name="Chuck jee Chau (CSD)" userId="7aa7a09e-983f-4214-9e5a-071cbb678e81" providerId="ADAL" clId="{1FE9FD97-6869-9847-8380-1958B6BE9027}" dt="2019-11-18T10:26:03.209" v="3"/>
          <ac:spMkLst>
            <pc:docMk/>
            <pc:sldMk cId="966279763" sldId="304"/>
            <ac:spMk id="11267" creationId="{00000000-0000-0000-0000-000000000000}"/>
          </ac:spMkLst>
        </pc:spChg>
        <pc:spChg chg="mod">
          <ac:chgData name="Chuck jee Chau (CSD)" userId="7aa7a09e-983f-4214-9e5a-071cbb678e81" providerId="ADAL" clId="{1FE9FD97-6869-9847-8380-1958B6BE9027}" dt="2019-11-18T10:26:03.209" v="3"/>
          <ac:spMkLst>
            <pc:docMk/>
            <pc:sldMk cId="966279763" sldId="304"/>
            <ac:spMk id="11268" creationId="{00000000-0000-0000-0000-000000000000}"/>
          </ac:spMkLst>
        </pc:spChg>
      </pc:sldChg>
      <pc:sldChg chg="modSp">
        <pc:chgData name="Chuck jee Chau (CSD)" userId="7aa7a09e-983f-4214-9e5a-071cbb678e81" providerId="ADAL" clId="{1FE9FD97-6869-9847-8380-1958B6BE9027}" dt="2019-11-18T10:26:03.209" v="3"/>
        <pc:sldMkLst>
          <pc:docMk/>
          <pc:sldMk cId="3857374457" sldId="305"/>
        </pc:sldMkLst>
        <pc:spChg chg="mod">
          <ac:chgData name="Chuck jee Chau (CSD)" userId="7aa7a09e-983f-4214-9e5a-071cbb678e81" providerId="ADAL" clId="{1FE9FD97-6869-9847-8380-1958B6BE9027}" dt="2019-11-18T10:26:03.209" v="3"/>
          <ac:spMkLst>
            <pc:docMk/>
            <pc:sldMk cId="3857374457" sldId="305"/>
            <ac:spMk id="6" creationId="{00000000-0000-0000-0000-000000000000}"/>
          </ac:spMkLst>
        </pc:spChg>
        <pc:spChg chg="mod">
          <ac:chgData name="Chuck jee Chau (CSD)" userId="7aa7a09e-983f-4214-9e5a-071cbb678e81" providerId="ADAL" clId="{1FE9FD97-6869-9847-8380-1958B6BE9027}" dt="2019-11-18T10:26:03.209" v="3"/>
          <ac:spMkLst>
            <pc:docMk/>
            <pc:sldMk cId="3857374457" sldId="305"/>
            <ac:spMk id="7" creationId="{00000000-0000-0000-0000-000000000000}"/>
          </ac:spMkLst>
        </pc:spChg>
        <pc:spChg chg="mod">
          <ac:chgData name="Chuck jee Chau (CSD)" userId="7aa7a09e-983f-4214-9e5a-071cbb678e81" providerId="ADAL" clId="{1FE9FD97-6869-9847-8380-1958B6BE9027}" dt="2019-11-18T10:26:03.209" v="3"/>
          <ac:spMkLst>
            <pc:docMk/>
            <pc:sldMk cId="3857374457" sldId="305"/>
            <ac:spMk id="11267" creationId="{00000000-0000-0000-0000-000000000000}"/>
          </ac:spMkLst>
        </pc:spChg>
        <pc:spChg chg="mod">
          <ac:chgData name="Chuck jee Chau (CSD)" userId="7aa7a09e-983f-4214-9e5a-071cbb678e81" providerId="ADAL" clId="{1FE9FD97-6869-9847-8380-1958B6BE9027}" dt="2019-11-18T10:26:03.209" v="3"/>
          <ac:spMkLst>
            <pc:docMk/>
            <pc:sldMk cId="3857374457" sldId="305"/>
            <ac:spMk id="11268" creationId="{00000000-0000-0000-0000-000000000000}"/>
          </ac:spMkLst>
        </pc:spChg>
      </pc:sldChg>
      <pc:sldChg chg="modSp">
        <pc:chgData name="Chuck jee Chau (CSD)" userId="7aa7a09e-983f-4214-9e5a-071cbb678e81" providerId="ADAL" clId="{1FE9FD97-6869-9847-8380-1958B6BE9027}" dt="2019-11-18T10:26:03.209" v="3"/>
        <pc:sldMkLst>
          <pc:docMk/>
          <pc:sldMk cId="3496848778" sldId="307"/>
        </pc:sldMkLst>
        <pc:spChg chg="mod">
          <ac:chgData name="Chuck jee Chau (CSD)" userId="7aa7a09e-983f-4214-9e5a-071cbb678e81" providerId="ADAL" clId="{1FE9FD97-6869-9847-8380-1958B6BE9027}" dt="2019-11-18T10:26:03.209" v="3"/>
          <ac:spMkLst>
            <pc:docMk/>
            <pc:sldMk cId="3496848778" sldId="307"/>
            <ac:spMk id="7" creationId="{00000000-0000-0000-0000-000000000000}"/>
          </ac:spMkLst>
        </pc:spChg>
        <pc:spChg chg="mod">
          <ac:chgData name="Chuck jee Chau (CSD)" userId="7aa7a09e-983f-4214-9e5a-071cbb678e81" providerId="ADAL" clId="{1FE9FD97-6869-9847-8380-1958B6BE9027}" dt="2019-11-18T10:26:03.209" v="3"/>
          <ac:spMkLst>
            <pc:docMk/>
            <pc:sldMk cId="3496848778" sldId="307"/>
            <ac:spMk id="11267" creationId="{00000000-0000-0000-0000-000000000000}"/>
          </ac:spMkLst>
        </pc:spChg>
        <pc:spChg chg="mod">
          <ac:chgData name="Chuck jee Chau (CSD)" userId="7aa7a09e-983f-4214-9e5a-071cbb678e81" providerId="ADAL" clId="{1FE9FD97-6869-9847-8380-1958B6BE9027}" dt="2019-11-18T10:26:03.209" v="3"/>
          <ac:spMkLst>
            <pc:docMk/>
            <pc:sldMk cId="3496848778" sldId="307"/>
            <ac:spMk id="11268" creationId="{00000000-0000-0000-0000-000000000000}"/>
          </ac:spMkLst>
        </pc:spChg>
      </pc:sldChg>
      <pc:sldChg chg="modSp">
        <pc:chgData name="Chuck jee Chau (CSD)" userId="7aa7a09e-983f-4214-9e5a-071cbb678e81" providerId="ADAL" clId="{1FE9FD97-6869-9847-8380-1958B6BE9027}" dt="2019-11-18T10:26:03.209" v="3"/>
        <pc:sldMkLst>
          <pc:docMk/>
          <pc:sldMk cId="2130734698" sldId="308"/>
        </pc:sldMkLst>
        <pc:spChg chg="mod">
          <ac:chgData name="Chuck jee Chau (CSD)" userId="7aa7a09e-983f-4214-9e5a-071cbb678e81" providerId="ADAL" clId="{1FE9FD97-6869-9847-8380-1958B6BE9027}" dt="2019-11-18T10:26:03.209" v="3"/>
          <ac:spMkLst>
            <pc:docMk/>
            <pc:sldMk cId="2130734698" sldId="308"/>
            <ac:spMk id="2" creationId="{00000000-0000-0000-0000-000000000000}"/>
          </ac:spMkLst>
        </pc:spChg>
        <pc:spChg chg="mod">
          <ac:chgData name="Chuck jee Chau (CSD)" userId="7aa7a09e-983f-4214-9e5a-071cbb678e81" providerId="ADAL" clId="{1FE9FD97-6869-9847-8380-1958B6BE9027}" dt="2019-11-18T10:26:03.209" v="3"/>
          <ac:spMkLst>
            <pc:docMk/>
            <pc:sldMk cId="2130734698" sldId="308"/>
            <ac:spMk id="7" creationId="{00000000-0000-0000-0000-000000000000}"/>
          </ac:spMkLst>
        </pc:spChg>
        <pc:spChg chg="mod">
          <ac:chgData name="Chuck jee Chau (CSD)" userId="7aa7a09e-983f-4214-9e5a-071cbb678e81" providerId="ADAL" clId="{1FE9FD97-6869-9847-8380-1958B6BE9027}" dt="2019-11-18T10:26:03.209" v="3"/>
          <ac:spMkLst>
            <pc:docMk/>
            <pc:sldMk cId="2130734698" sldId="308"/>
            <ac:spMk id="11267" creationId="{00000000-0000-0000-0000-000000000000}"/>
          </ac:spMkLst>
        </pc:spChg>
        <pc:spChg chg="mod">
          <ac:chgData name="Chuck jee Chau (CSD)" userId="7aa7a09e-983f-4214-9e5a-071cbb678e81" providerId="ADAL" clId="{1FE9FD97-6869-9847-8380-1958B6BE9027}" dt="2019-11-18T10:26:03.209" v="3"/>
          <ac:spMkLst>
            <pc:docMk/>
            <pc:sldMk cId="2130734698" sldId="308"/>
            <ac:spMk id="11268" creationId="{00000000-0000-0000-0000-000000000000}"/>
          </ac:spMkLst>
        </pc:spChg>
      </pc:sldChg>
      <pc:sldChg chg="modSp">
        <pc:chgData name="Chuck jee Chau (CSD)" userId="7aa7a09e-983f-4214-9e5a-071cbb678e81" providerId="ADAL" clId="{1FE9FD97-6869-9847-8380-1958B6BE9027}" dt="2019-11-18T10:26:03.209" v="3"/>
        <pc:sldMkLst>
          <pc:docMk/>
          <pc:sldMk cId="3091164494" sldId="309"/>
        </pc:sldMkLst>
        <pc:spChg chg="mod">
          <ac:chgData name="Chuck jee Chau (CSD)" userId="7aa7a09e-983f-4214-9e5a-071cbb678e81" providerId="ADAL" clId="{1FE9FD97-6869-9847-8380-1958B6BE9027}" dt="2019-11-18T10:26:03.209" v="3"/>
          <ac:spMkLst>
            <pc:docMk/>
            <pc:sldMk cId="3091164494" sldId="309"/>
            <ac:spMk id="11267" creationId="{00000000-0000-0000-0000-000000000000}"/>
          </ac:spMkLst>
        </pc:spChg>
        <pc:spChg chg="mod">
          <ac:chgData name="Chuck jee Chau (CSD)" userId="7aa7a09e-983f-4214-9e5a-071cbb678e81" providerId="ADAL" clId="{1FE9FD97-6869-9847-8380-1958B6BE9027}" dt="2019-11-18T10:26:03.209" v="3"/>
          <ac:spMkLst>
            <pc:docMk/>
            <pc:sldMk cId="3091164494" sldId="309"/>
            <ac:spMk id="11268" creationId="{00000000-0000-0000-0000-000000000000}"/>
          </ac:spMkLst>
        </pc:spChg>
      </pc:sldChg>
      <pc:sldChg chg="modSp">
        <pc:chgData name="Chuck jee Chau (CSD)" userId="7aa7a09e-983f-4214-9e5a-071cbb678e81" providerId="ADAL" clId="{1FE9FD97-6869-9847-8380-1958B6BE9027}" dt="2019-11-18T10:26:03.209" v="3"/>
        <pc:sldMkLst>
          <pc:docMk/>
          <pc:sldMk cId="2378207661" sldId="311"/>
        </pc:sldMkLst>
        <pc:spChg chg="mod">
          <ac:chgData name="Chuck jee Chau (CSD)" userId="7aa7a09e-983f-4214-9e5a-071cbb678e81" providerId="ADAL" clId="{1FE9FD97-6869-9847-8380-1958B6BE9027}" dt="2019-11-18T10:26:03.209" v="3"/>
          <ac:spMkLst>
            <pc:docMk/>
            <pc:sldMk cId="2378207661" sldId="311"/>
            <ac:spMk id="32771" creationId="{00000000-0000-0000-0000-000000000000}"/>
          </ac:spMkLst>
        </pc:spChg>
        <pc:spChg chg="mod">
          <ac:chgData name="Chuck jee Chau (CSD)" userId="7aa7a09e-983f-4214-9e5a-071cbb678e81" providerId="ADAL" clId="{1FE9FD97-6869-9847-8380-1958B6BE9027}" dt="2019-11-18T10:26:03.209" v="3"/>
          <ac:spMkLst>
            <pc:docMk/>
            <pc:sldMk cId="2378207661" sldId="311"/>
            <ac:spMk id="508931" creationId="{00000000-0000-0000-0000-000000000000}"/>
          </ac:spMkLst>
        </pc:spChg>
      </pc:sldChg>
      <pc:sldChg chg="modSp">
        <pc:chgData name="Chuck jee Chau (CSD)" userId="7aa7a09e-983f-4214-9e5a-071cbb678e81" providerId="ADAL" clId="{1FE9FD97-6869-9847-8380-1958B6BE9027}" dt="2019-11-18T10:26:03.209" v="3"/>
        <pc:sldMkLst>
          <pc:docMk/>
          <pc:sldMk cId="345672153" sldId="312"/>
        </pc:sldMkLst>
        <pc:spChg chg="mod">
          <ac:chgData name="Chuck jee Chau (CSD)" userId="7aa7a09e-983f-4214-9e5a-071cbb678e81" providerId="ADAL" clId="{1FE9FD97-6869-9847-8380-1958B6BE9027}" dt="2019-11-18T10:26:03.209" v="3"/>
          <ac:spMkLst>
            <pc:docMk/>
            <pc:sldMk cId="345672153" sldId="312"/>
            <ac:spMk id="11267" creationId="{00000000-0000-0000-0000-000000000000}"/>
          </ac:spMkLst>
        </pc:spChg>
        <pc:spChg chg="mod">
          <ac:chgData name="Chuck jee Chau (CSD)" userId="7aa7a09e-983f-4214-9e5a-071cbb678e81" providerId="ADAL" clId="{1FE9FD97-6869-9847-8380-1958B6BE9027}" dt="2019-11-18T10:26:03.209" v="3"/>
          <ac:spMkLst>
            <pc:docMk/>
            <pc:sldMk cId="345672153" sldId="312"/>
            <ac:spMk id="11268" creationId="{00000000-0000-0000-0000-000000000000}"/>
          </ac:spMkLst>
        </pc:spChg>
      </pc:sldChg>
      <pc:sldChg chg="modSp">
        <pc:chgData name="Chuck jee Chau (CSD)" userId="7aa7a09e-983f-4214-9e5a-071cbb678e81" providerId="ADAL" clId="{1FE9FD97-6869-9847-8380-1958B6BE9027}" dt="2019-11-18T10:26:03.209" v="3"/>
        <pc:sldMkLst>
          <pc:docMk/>
          <pc:sldMk cId="1767656348" sldId="313"/>
        </pc:sldMkLst>
        <pc:spChg chg="mod">
          <ac:chgData name="Chuck jee Chau (CSD)" userId="7aa7a09e-983f-4214-9e5a-071cbb678e81" providerId="ADAL" clId="{1FE9FD97-6869-9847-8380-1958B6BE9027}" dt="2019-11-18T10:26:03.209" v="3"/>
          <ac:spMkLst>
            <pc:docMk/>
            <pc:sldMk cId="1767656348" sldId="313"/>
            <ac:spMk id="2" creationId="{00000000-0000-0000-0000-000000000000}"/>
          </ac:spMkLst>
        </pc:spChg>
        <pc:spChg chg="mod">
          <ac:chgData name="Chuck jee Chau (CSD)" userId="7aa7a09e-983f-4214-9e5a-071cbb678e81" providerId="ADAL" clId="{1FE9FD97-6869-9847-8380-1958B6BE9027}" dt="2019-11-18T10:26:03.209" v="3"/>
          <ac:spMkLst>
            <pc:docMk/>
            <pc:sldMk cId="1767656348" sldId="313"/>
            <ac:spMk id="32771" creationId="{00000000-0000-0000-0000-000000000000}"/>
          </ac:spMkLst>
        </pc:spChg>
        <pc:spChg chg="mod">
          <ac:chgData name="Chuck jee Chau (CSD)" userId="7aa7a09e-983f-4214-9e5a-071cbb678e81" providerId="ADAL" clId="{1FE9FD97-6869-9847-8380-1958B6BE9027}" dt="2019-11-18T10:26:03.209" v="3"/>
          <ac:spMkLst>
            <pc:docMk/>
            <pc:sldMk cId="1767656348" sldId="313"/>
            <ac:spMk id="508931" creationId="{00000000-0000-0000-0000-000000000000}"/>
          </ac:spMkLst>
        </pc:spChg>
      </pc:sldChg>
      <pc:sldChg chg="modSp">
        <pc:chgData name="Chuck jee Chau (CSD)" userId="7aa7a09e-983f-4214-9e5a-071cbb678e81" providerId="ADAL" clId="{1FE9FD97-6869-9847-8380-1958B6BE9027}" dt="2019-11-18T10:26:03.209" v="3"/>
        <pc:sldMkLst>
          <pc:docMk/>
          <pc:sldMk cId="4219756003" sldId="314"/>
        </pc:sldMkLst>
        <pc:spChg chg="mod">
          <ac:chgData name="Chuck jee Chau (CSD)" userId="7aa7a09e-983f-4214-9e5a-071cbb678e81" providerId="ADAL" clId="{1FE9FD97-6869-9847-8380-1958B6BE9027}" dt="2019-11-18T10:26:03.209" v="3"/>
          <ac:spMkLst>
            <pc:docMk/>
            <pc:sldMk cId="4219756003" sldId="314"/>
            <ac:spMk id="34849" creationId="{00000000-0000-0000-0000-000000000000}"/>
          </ac:spMkLst>
        </pc:spChg>
        <pc:graphicFrameChg chg="mod">
          <ac:chgData name="Chuck jee Chau (CSD)" userId="7aa7a09e-983f-4214-9e5a-071cbb678e81" providerId="ADAL" clId="{1FE9FD97-6869-9847-8380-1958B6BE9027}" dt="2019-11-18T10:26:03.209" v="3"/>
          <ac:graphicFrameMkLst>
            <pc:docMk/>
            <pc:sldMk cId="4219756003" sldId="314"/>
            <ac:graphicFrameMk id="497700" creationId="{00000000-0000-0000-0000-000000000000}"/>
          </ac:graphicFrameMkLst>
        </pc:graphicFrameChg>
      </pc:sldChg>
      <pc:sldChg chg="modSp">
        <pc:chgData name="Chuck jee Chau (CSD)" userId="7aa7a09e-983f-4214-9e5a-071cbb678e81" providerId="ADAL" clId="{1FE9FD97-6869-9847-8380-1958B6BE9027}" dt="2019-11-18T10:26:03.209" v="3"/>
        <pc:sldMkLst>
          <pc:docMk/>
          <pc:sldMk cId="1524232807" sldId="315"/>
        </pc:sldMkLst>
        <pc:spChg chg="mod">
          <ac:chgData name="Chuck jee Chau (CSD)" userId="7aa7a09e-983f-4214-9e5a-071cbb678e81" providerId="ADAL" clId="{1FE9FD97-6869-9847-8380-1958B6BE9027}" dt="2019-11-18T10:26:03.209" v="3"/>
          <ac:spMkLst>
            <pc:docMk/>
            <pc:sldMk cId="1524232807" sldId="315"/>
            <ac:spMk id="3" creationId="{00000000-0000-0000-0000-000000000000}"/>
          </ac:spMkLst>
        </pc:spChg>
      </pc:sldChg>
      <pc:sldChg chg="modSp">
        <pc:chgData name="Chuck jee Chau (CSD)" userId="7aa7a09e-983f-4214-9e5a-071cbb678e81" providerId="ADAL" clId="{1FE9FD97-6869-9847-8380-1958B6BE9027}" dt="2019-11-18T10:26:03.209" v="3"/>
        <pc:sldMkLst>
          <pc:docMk/>
          <pc:sldMk cId="1700934625" sldId="316"/>
        </pc:sldMkLst>
        <pc:spChg chg="mod">
          <ac:chgData name="Chuck jee Chau (CSD)" userId="7aa7a09e-983f-4214-9e5a-071cbb678e81" providerId="ADAL" clId="{1FE9FD97-6869-9847-8380-1958B6BE9027}" dt="2019-11-18T10:26:03.209" v="3"/>
          <ac:spMkLst>
            <pc:docMk/>
            <pc:sldMk cId="1700934625" sldId="316"/>
            <ac:spMk id="2" creationId="{00000000-0000-0000-0000-000000000000}"/>
          </ac:spMkLst>
        </pc:spChg>
        <pc:spChg chg="mod">
          <ac:chgData name="Chuck jee Chau (CSD)" userId="7aa7a09e-983f-4214-9e5a-071cbb678e81" providerId="ADAL" clId="{1FE9FD97-6869-9847-8380-1958B6BE9027}" dt="2019-11-18T10:26:03.209" v="3"/>
          <ac:spMkLst>
            <pc:docMk/>
            <pc:sldMk cId="1700934625" sldId="316"/>
            <ac:spMk id="3" creationId="{00000000-0000-0000-0000-000000000000}"/>
          </ac:spMkLst>
        </pc:spChg>
      </pc:sldChg>
    </pc:docChg>
  </pc:docChgLst>
  <pc:docChgLst>
    <pc:chgData name="William Hui (IEG)" userId="S::kyhui@cuhk.edu.hk::07728535-8fdc-4325-b24f-20cc4d58a3a3" providerId="AD" clId="Web-{D48FA4E1-8F38-5F89-AC9C-42136BDB4FE7}"/>
    <pc:docChg chg="">
      <pc:chgData name="William Hui (IEG)" userId="S::kyhui@cuhk.edu.hk::07728535-8fdc-4325-b24f-20cc4d58a3a3" providerId="AD" clId="Web-{D48FA4E1-8F38-5F89-AC9C-42136BDB4FE7}" dt="2019-11-05T10:15:57.296" v="0"/>
      <pc:docMkLst>
        <pc:docMk/>
      </pc:docMkLst>
      <pc:sldChg chg="addCm">
        <pc:chgData name="William Hui (IEG)" userId="S::kyhui@cuhk.edu.hk::07728535-8fdc-4325-b24f-20cc4d58a3a3" providerId="AD" clId="Web-{D48FA4E1-8F38-5F89-AC9C-42136BDB4FE7}" dt="2019-11-05T10:15:57.296" v="0"/>
        <pc:sldMkLst>
          <pc:docMk/>
          <pc:sldMk cId="2130734698" sldId="30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3F39E7D-0933-49A8-85E9-DAA850E73190}" type="datetimeFigureOut">
              <a:rPr lang="en-US" smtClean="0"/>
              <a:pPr/>
              <a:t>7/4/2024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6993CB-FC2D-4E9E-AEBC-5A9FE389B43C}" type="slidenum">
              <a:rPr lang="en-US" smtClean="0"/>
              <a:pPr/>
              <a:t>‹#›</a:t>
            </a:fld>
            <a:endParaRPr lang="en-US"/>
          </a:p>
        </p:txBody>
      </p:sp>
    </p:spTree>
    <p:extLst>
      <p:ext uri="{BB962C8B-B14F-4D97-AF65-F5344CB8AC3E}">
        <p14:creationId xmlns:p14="http://schemas.microsoft.com/office/powerpoint/2010/main" val="39469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BC9B9A-975C-46BF-9E10-71766046399C}" type="datetimeFigureOut">
              <a:rPr lang="en-US" smtClean="0"/>
              <a:pPr/>
              <a:t>7/4/2024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68DB09-4D6E-4772-BB61-FE91E715B1E5}" type="slidenum">
              <a:rPr lang="en-US" smtClean="0"/>
              <a:pPr/>
              <a:t>‹#›</a:t>
            </a:fld>
            <a:endParaRPr lang="en-US"/>
          </a:p>
        </p:txBody>
      </p:sp>
    </p:spTree>
    <p:extLst>
      <p:ext uri="{BB962C8B-B14F-4D97-AF65-F5344CB8AC3E}">
        <p14:creationId xmlns:p14="http://schemas.microsoft.com/office/powerpoint/2010/main" val="2732492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4</a:t>
            </a:fld>
            <a:endParaRPr lang="en-US"/>
          </a:p>
        </p:txBody>
      </p:sp>
    </p:spTree>
    <p:extLst>
      <p:ext uri="{BB962C8B-B14F-4D97-AF65-F5344CB8AC3E}">
        <p14:creationId xmlns:p14="http://schemas.microsoft.com/office/powerpoint/2010/main" val="620868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5</a:t>
            </a:fld>
            <a:endParaRPr lang="en-US"/>
          </a:p>
        </p:txBody>
      </p:sp>
    </p:spTree>
    <p:extLst>
      <p:ext uri="{BB962C8B-B14F-4D97-AF65-F5344CB8AC3E}">
        <p14:creationId xmlns:p14="http://schemas.microsoft.com/office/powerpoint/2010/main" val="571162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6</a:t>
            </a:fld>
            <a:endParaRPr lang="en-US"/>
          </a:p>
        </p:txBody>
      </p:sp>
    </p:spTree>
    <p:extLst>
      <p:ext uri="{BB962C8B-B14F-4D97-AF65-F5344CB8AC3E}">
        <p14:creationId xmlns:p14="http://schemas.microsoft.com/office/powerpoint/2010/main" val="328602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char str5[6] = {</a:t>
            </a:r>
            <a:r>
              <a:rPr lang="en-US" altLang="zh-TW" sz="1200" b="0">
                <a:latin typeface="Consolas" panose="020B0609020204030204" pitchFamily="49" charset="0"/>
                <a:ea typeface="新細明體" pitchFamily="18" charset="-120"/>
                <a:cs typeface="Consolas" panose="020B0609020204030204" pitchFamily="49" charset="0"/>
              </a:rPr>
              <a:t> </a:t>
            </a:r>
            <a:r>
              <a:rPr lang="en-US" altLang="zh-TW" sz="1200" b="0">
                <a:solidFill>
                  <a:srgbClr val="3399FF"/>
                </a:solidFill>
                <a:latin typeface="Consolas" panose="020B0609020204030204" pitchFamily="49" charset="0"/>
                <a:ea typeface="新細明體" pitchFamily="18" charset="-120"/>
                <a:cs typeface="Consolas" panose="020B0609020204030204" pitchFamily="49" charset="0"/>
              </a:rPr>
              <a:t>72, 101, 108, 108, 111}; </a:t>
            </a:r>
          </a:p>
          <a:p>
            <a:r>
              <a:rPr lang="en-US" altLang="zh-TW" sz="1200" b="0">
                <a:solidFill>
                  <a:srgbClr val="3399FF"/>
                </a:solidFill>
                <a:latin typeface="Consolas" panose="020B0609020204030204" pitchFamily="49" charset="0"/>
                <a:ea typeface="新細明體" pitchFamily="18" charset="-120"/>
                <a:cs typeface="Consolas" panose="020B0609020204030204" pitchFamily="49" charset="0"/>
              </a:rPr>
              <a:t>It also works, why?</a:t>
            </a:r>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8</a:t>
            </a:fld>
            <a:endParaRPr lang="en-US"/>
          </a:p>
        </p:txBody>
      </p:sp>
    </p:spTree>
    <p:extLst>
      <p:ext uri="{BB962C8B-B14F-4D97-AF65-F5344CB8AC3E}">
        <p14:creationId xmlns:p14="http://schemas.microsoft.com/office/powerpoint/2010/main" val="3133809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9</a:t>
            </a:fld>
            <a:endParaRPr lang="en-US"/>
          </a:p>
        </p:txBody>
      </p:sp>
    </p:spTree>
    <p:extLst>
      <p:ext uri="{BB962C8B-B14F-4D97-AF65-F5344CB8AC3E}">
        <p14:creationId xmlns:p14="http://schemas.microsoft.com/office/powerpoint/2010/main" val="1125784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HK" altLang="zh-HK" b="0" i="0">
                <a:effectLst/>
                <a:latin typeface="euclid_circular_a"/>
              </a:rPr>
              <a:t>The</a:t>
            </a:r>
            <a:r>
              <a:rPr lang="en-US" altLang="zh-HK" b="0" i="0">
                <a:effectLst/>
                <a:latin typeface="euclid_circular_a"/>
              </a:rPr>
              <a:t>re</a:t>
            </a:r>
            <a:r>
              <a:rPr lang="zh-TW" altLang="en-US" b="0" i="0">
                <a:effectLst/>
                <a:latin typeface="euclid_circular_a"/>
              </a:rPr>
              <a:t> </a:t>
            </a:r>
            <a:r>
              <a:rPr lang="en-US" altLang="zh-TW" b="0" i="0">
                <a:effectLst/>
                <a:latin typeface="euclid_circular_a"/>
              </a:rPr>
              <a:t>exists</a:t>
            </a:r>
            <a:r>
              <a:rPr lang="zh-TW" altLang="en-US" b="0" i="0">
                <a:effectLst/>
                <a:latin typeface="euclid_circular_a"/>
              </a:rPr>
              <a:t> </a:t>
            </a:r>
            <a:r>
              <a:rPr lang="en-US" altLang="zh-TW" b="0" i="0">
                <a:effectLst/>
                <a:latin typeface="euclid_circular_a"/>
              </a:rPr>
              <a:t>a</a:t>
            </a:r>
            <a:r>
              <a:rPr lang="zh-TW" altLang="en-US" b="0" i="0">
                <a:effectLst/>
                <a:latin typeface="euclid_circular_a"/>
              </a:rPr>
              <a:t> </a:t>
            </a:r>
            <a:r>
              <a:rPr lang="en-US" altLang="zh-TW" b="0" i="0">
                <a:effectLst/>
                <a:latin typeface="euclid_circular_a"/>
              </a:rPr>
              <a:t>similar function named</a:t>
            </a:r>
            <a:r>
              <a:rPr lang="en-HK" altLang="zh-HK" b="0" i="0">
                <a:effectLst/>
                <a:latin typeface="euclid_circular_a"/>
              </a:rPr>
              <a:t> gets(str) to read characters from stdin and stores them in </a:t>
            </a:r>
            <a:r>
              <a:rPr lang="en-HK" altLang="zh-HK" b="0" i="0">
                <a:effectLst/>
                <a:latin typeface="Droid Sans Mono"/>
              </a:rPr>
              <a:t>str</a:t>
            </a:r>
            <a:r>
              <a:rPr lang="en-HK" altLang="zh-HK" b="0" i="0">
                <a:effectLst/>
                <a:latin typeface="euclid_circular_a"/>
              </a:rPr>
              <a:t> until a newline character or end of file is encountered.</a:t>
            </a:r>
          </a:p>
          <a:p>
            <a:pPr algn="l"/>
            <a:r>
              <a:rPr lang="en-HK" altLang="zh-HK" b="0" i="0">
                <a:effectLst/>
                <a:latin typeface="euclid_circular_a"/>
              </a:rPr>
              <a:t>The gets() function provides no support to prevent "buffer overflow" if a longer than expected input string is supplied, so it is not recommended due to safety and security concern.</a:t>
            </a:r>
          </a:p>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10</a:t>
            </a:fld>
            <a:endParaRPr lang="en-US"/>
          </a:p>
        </p:txBody>
      </p:sp>
    </p:spTree>
    <p:extLst>
      <p:ext uri="{BB962C8B-B14F-4D97-AF65-F5344CB8AC3E}">
        <p14:creationId xmlns:p14="http://schemas.microsoft.com/office/powerpoint/2010/main" val="1779352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b="0" baseline="0"/>
          </a:p>
        </p:txBody>
      </p:sp>
      <p:sp>
        <p:nvSpPr>
          <p:cNvPr id="4" name="Slide Number Placeholder 3"/>
          <p:cNvSpPr>
            <a:spLocks noGrp="1"/>
          </p:cNvSpPr>
          <p:nvPr>
            <p:ph type="sldNum" sz="quarter" idx="10"/>
          </p:nvPr>
        </p:nvSpPr>
        <p:spPr/>
        <p:txBody>
          <a:bodyPr/>
          <a:lstStyle/>
          <a:p>
            <a:fld id="{2568DB09-4D6E-4772-BB61-FE91E715B1E5}" type="slidenum">
              <a:rPr lang="en-US" smtClean="0"/>
              <a:pPr/>
              <a:t>11</a:t>
            </a:fld>
            <a:endParaRPr lang="en-US"/>
          </a:p>
        </p:txBody>
      </p:sp>
    </p:spTree>
    <p:extLst>
      <p:ext uri="{BB962C8B-B14F-4D97-AF65-F5344CB8AC3E}">
        <p14:creationId xmlns:p14="http://schemas.microsoft.com/office/powerpoint/2010/main" val="3154448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12</a:t>
            </a:fld>
            <a:endParaRPr lang="en-US"/>
          </a:p>
        </p:txBody>
      </p:sp>
    </p:spTree>
    <p:extLst>
      <p:ext uri="{BB962C8B-B14F-4D97-AF65-F5344CB8AC3E}">
        <p14:creationId xmlns:p14="http://schemas.microsoft.com/office/powerpoint/2010/main" val="3477911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13</a:t>
            </a:fld>
            <a:endParaRPr lang="en-US"/>
          </a:p>
        </p:txBody>
      </p:sp>
    </p:spTree>
    <p:extLst>
      <p:ext uri="{BB962C8B-B14F-4D97-AF65-F5344CB8AC3E}">
        <p14:creationId xmlns:p14="http://schemas.microsoft.com/office/powerpoint/2010/main" val="2802741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14</a:t>
            </a:fld>
            <a:endParaRPr lang="en-US"/>
          </a:p>
        </p:txBody>
      </p:sp>
    </p:spTree>
    <p:extLst>
      <p:ext uri="{BB962C8B-B14F-4D97-AF65-F5344CB8AC3E}">
        <p14:creationId xmlns:p14="http://schemas.microsoft.com/office/powerpoint/2010/main" val="2479017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15</a:t>
            </a:fld>
            <a:endParaRPr lang="en-US"/>
          </a:p>
        </p:txBody>
      </p:sp>
    </p:spTree>
    <p:extLst>
      <p:ext uri="{BB962C8B-B14F-4D97-AF65-F5344CB8AC3E}">
        <p14:creationId xmlns:p14="http://schemas.microsoft.com/office/powerpoint/2010/main" val="2733481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568DB09-4D6E-4772-BB61-FE91E715B1E5}" type="slidenum">
              <a:rPr lang="en-US" smtClean="0"/>
              <a:pPr/>
              <a:t>16</a:t>
            </a:fld>
            <a:endParaRPr lang="en-US"/>
          </a:p>
        </p:txBody>
      </p:sp>
    </p:spTree>
    <p:extLst>
      <p:ext uri="{BB962C8B-B14F-4D97-AF65-F5344CB8AC3E}">
        <p14:creationId xmlns:p14="http://schemas.microsoft.com/office/powerpoint/2010/main" val="2482507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a:t>1, 2, 3, 4 : -</a:t>
            </a:r>
            <a:r>
              <a:rPr lang="en-US" b="0" dirty="0" err="1"/>
              <a:t>ve</a:t>
            </a:r>
            <a:endParaRPr lang="en-US" b="0" dirty="0"/>
          </a:p>
          <a:p>
            <a:r>
              <a:rPr lang="en-US" b="0" dirty="0"/>
              <a:t>5, 6: +</a:t>
            </a:r>
            <a:r>
              <a:rPr lang="en-US" b="0" dirty="0" err="1"/>
              <a:t>ve</a:t>
            </a:r>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17</a:t>
            </a:fld>
            <a:endParaRPr lang="en-US"/>
          </a:p>
        </p:txBody>
      </p:sp>
    </p:spTree>
    <p:extLst>
      <p:ext uri="{BB962C8B-B14F-4D97-AF65-F5344CB8AC3E}">
        <p14:creationId xmlns:p14="http://schemas.microsoft.com/office/powerpoint/2010/main" val="3001660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eaLnBrk="1" fontAlgn="t" latinLnBrk="0" hangingPunct="1"/>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18</a:t>
            </a:fld>
            <a:endParaRPr lang="en-US"/>
          </a:p>
        </p:txBody>
      </p:sp>
    </p:spTree>
    <p:extLst>
      <p:ext uri="{BB962C8B-B14F-4D97-AF65-F5344CB8AC3E}">
        <p14:creationId xmlns:p14="http://schemas.microsoft.com/office/powerpoint/2010/main" val="3708830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eaLnBrk="1" fontAlgn="t" latinLnBrk="0" hangingPunct="1"/>
            <a:endParaRPr lang="en-US" b="0"/>
          </a:p>
        </p:txBody>
      </p:sp>
      <p:sp>
        <p:nvSpPr>
          <p:cNvPr id="4" name="Slide Number Placeholder 3"/>
          <p:cNvSpPr>
            <a:spLocks noGrp="1"/>
          </p:cNvSpPr>
          <p:nvPr>
            <p:ph type="sldNum" sz="quarter" idx="10"/>
          </p:nvPr>
        </p:nvSpPr>
        <p:spPr/>
        <p:txBody>
          <a:bodyPr/>
          <a:lstStyle/>
          <a:p>
            <a:fld id="{2568DB09-4D6E-4772-BB61-FE91E715B1E5}" type="slidenum">
              <a:rPr lang="en-US" smtClean="0"/>
              <a:pPr/>
              <a:t>19</a:t>
            </a:fld>
            <a:endParaRPr lang="en-US"/>
          </a:p>
        </p:txBody>
      </p:sp>
    </p:spTree>
    <p:extLst>
      <p:ext uri="{BB962C8B-B14F-4D97-AF65-F5344CB8AC3E}">
        <p14:creationId xmlns:p14="http://schemas.microsoft.com/office/powerpoint/2010/main" val="1741535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2A0C27-9874-4A2B-82B4-36D1DE995B6F}" type="slidenum">
              <a:rPr lang="en-US" smtClean="0"/>
              <a:pPr/>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338" y="76200"/>
            <a:ext cx="8997462" cy="838200"/>
          </a:xfrm>
        </p:spPr>
        <p:txBody>
          <a:bodyPr/>
          <a:lstStyle>
            <a:lvl1pPr algn="l">
              <a:defRPr/>
            </a:lvl1pPr>
          </a:lstStyle>
          <a:p>
            <a:r>
              <a:rPr lang="en-US"/>
              <a:t>Click to edit Master title style</a:t>
            </a:r>
          </a:p>
        </p:txBody>
      </p:sp>
      <p:sp>
        <p:nvSpPr>
          <p:cNvPr id="3" name="Content Placeholder 2"/>
          <p:cNvSpPr>
            <a:spLocks noGrp="1"/>
          </p:cNvSpPr>
          <p:nvPr>
            <p:ph idx="1"/>
          </p:nvPr>
        </p:nvSpPr>
        <p:spPr>
          <a:xfrm>
            <a:off x="70338" y="1066800"/>
            <a:ext cx="8932985"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2A0C27-9874-4A2B-82B4-36D1DE995B6F}" type="slidenum">
              <a:rPr lang="en-US" smtClean="0"/>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338" y="76200"/>
            <a:ext cx="8997462" cy="838200"/>
          </a:xfrm>
        </p:spPr>
        <p:txBody>
          <a:bodyPr/>
          <a:lstStyle>
            <a:lvl1pPr algn="l">
              <a:defRPr/>
            </a:lvl1pPr>
          </a:lstStyle>
          <a:p>
            <a:r>
              <a:rPr lang="en-US"/>
              <a:t>Click to edit Master title style</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2A0C27-9874-4A2B-82B4-36D1DE995B6F}" type="slidenum">
              <a:rPr lang="en-US" smtClean="0"/>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9906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6248400"/>
            <a:ext cx="9144000" cy="6096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6200" y="76200"/>
            <a:ext cx="8991600" cy="8382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6200" y="1066800"/>
            <a:ext cx="8991600" cy="5105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2A0C27-9874-4A2B-82B4-36D1DE995B6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fade/>
  </p:transition>
  <p:hf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130427"/>
            <a:ext cx="8534400" cy="2898773"/>
          </a:xfrm>
        </p:spPr>
        <p:txBody>
          <a:bodyPr>
            <a:normAutofit/>
          </a:bodyPr>
          <a:lstStyle/>
          <a:p>
            <a:pPr algn="ctr"/>
            <a:r>
              <a:rPr lang="en-US" altLang="zh-TW" b="1"/>
              <a:t>Strings</a:t>
            </a:r>
            <a:endParaRPr lang="en-US" altLang="zh-TW" b="1">
              <a:ea typeface="新細明體" pitchFamily="18" charset="-120"/>
            </a:endParaRPr>
          </a:p>
        </p:txBody>
      </p:sp>
    </p:spTree>
    <p:extLst>
      <p:ext uri="{BB962C8B-B14F-4D97-AF65-F5344CB8AC3E}">
        <p14:creationId xmlns:p14="http://schemas.microsoft.com/office/powerpoint/2010/main" val="299273753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38" y="76200"/>
            <a:ext cx="8921262" cy="838200"/>
          </a:xfrm>
        </p:spPr>
        <p:txBody>
          <a:bodyPr/>
          <a:lstStyle/>
          <a:p>
            <a:r>
              <a:rPr lang="en-US"/>
              <a:t>Outline</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a:t>Introduction</a:t>
            </a:r>
          </a:p>
          <a:p>
            <a:pPr lvl="1"/>
            <a:r>
              <a:rPr lang="en-US"/>
              <a:t>String representation</a:t>
            </a:r>
          </a:p>
          <a:p>
            <a:pPr marL="514350" indent="-514350">
              <a:buFont typeface="+mj-lt"/>
              <a:buAutoNum type="arabicPeriod"/>
            </a:pPr>
            <a:endParaRPr lang="en-US" altLang="zh-TW">
              <a:ea typeface="新細明體" pitchFamily="18" charset="-120"/>
            </a:endParaRPr>
          </a:p>
          <a:p>
            <a:pPr marL="514350" indent="-514350">
              <a:buFont typeface="+mj-lt"/>
              <a:buAutoNum type="arabicPeriod"/>
            </a:pPr>
            <a:r>
              <a:rPr lang="en-US" altLang="en-US"/>
              <a:t>String Manipulation Basics</a:t>
            </a:r>
            <a:endParaRPr lang="en-US" altLang="zh-TW">
              <a:ea typeface="新細明體" pitchFamily="18" charset="-120"/>
            </a:endParaRPr>
          </a:p>
          <a:p>
            <a:pPr lvl="1"/>
            <a:r>
              <a:rPr lang="en-US" altLang="zh-TW">
                <a:ea typeface="新細明體" pitchFamily="18" charset="-120"/>
              </a:rPr>
              <a:t>Declaring and initializing string variables</a:t>
            </a:r>
          </a:p>
          <a:p>
            <a:pPr lvl="1"/>
            <a:r>
              <a:rPr lang="en-US" altLang="zh-TW">
                <a:ea typeface="新細明體" pitchFamily="18" charset="-120"/>
              </a:rPr>
              <a:t>Input and output of strings</a:t>
            </a:r>
          </a:p>
          <a:p>
            <a:pPr lvl="1"/>
            <a:r>
              <a:rPr lang="en-US" altLang="zh-TW">
                <a:ea typeface="新細明體" pitchFamily="18" charset="-120"/>
              </a:rPr>
              <a:t>Obtaining string length</a:t>
            </a:r>
          </a:p>
          <a:p>
            <a:pPr lvl="1"/>
            <a:r>
              <a:rPr lang="en-US" altLang="zh-TW">
                <a:ea typeface="新細明體" pitchFamily="18" charset="-120"/>
              </a:rPr>
              <a:t>Copying string</a:t>
            </a:r>
          </a:p>
          <a:p>
            <a:pPr lvl="1"/>
            <a:r>
              <a:rPr lang="en-US" altLang="zh-TW">
                <a:ea typeface="新細明體" pitchFamily="18" charset="-120"/>
              </a:rPr>
              <a:t>Concatenating strings</a:t>
            </a:r>
          </a:p>
          <a:p>
            <a:pPr lvl="1"/>
            <a:r>
              <a:rPr lang="en-US" altLang="zh-TW">
                <a:ea typeface="新細明體" pitchFamily="18" charset="-120"/>
              </a:rPr>
              <a:t>Comparing strings</a:t>
            </a:r>
            <a:endParaRPr lang="en-US" altLang="en-US"/>
          </a:p>
        </p:txBody>
      </p:sp>
      <p:sp>
        <p:nvSpPr>
          <p:cNvPr id="6" name="Slide Number Placeholder 5"/>
          <p:cNvSpPr>
            <a:spLocks noGrp="1"/>
          </p:cNvSpPr>
          <p:nvPr>
            <p:ph type="sldNum" sz="quarter" idx="12"/>
          </p:nvPr>
        </p:nvSpPr>
        <p:spPr/>
        <p:txBody>
          <a:bodyPr/>
          <a:lstStyle/>
          <a:p>
            <a:fld id="{E12A0C27-9874-4A2B-82B4-36D1DE995B6F}" type="slidenum">
              <a:rPr lang="en-US" smtClean="0"/>
              <a:pPr/>
              <a:t>2</a:t>
            </a:fld>
            <a:endParaRPr lang="en-US"/>
          </a:p>
        </p:txBody>
      </p:sp>
    </p:spTree>
    <p:extLst>
      <p:ext uri="{BB962C8B-B14F-4D97-AF65-F5344CB8AC3E}">
        <p14:creationId xmlns:p14="http://schemas.microsoft.com/office/powerpoint/2010/main" val="45271728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38" y="76200"/>
            <a:ext cx="8921262" cy="838200"/>
          </a:xfrm>
        </p:spPr>
        <p:txBody>
          <a:bodyPr>
            <a:normAutofit/>
          </a:bodyPr>
          <a:lstStyle/>
          <a:p>
            <a:r>
              <a:rPr lang="en-US" sz="4000"/>
              <a:t>1. Introduction</a:t>
            </a:r>
          </a:p>
        </p:txBody>
      </p:sp>
      <p:sp>
        <p:nvSpPr>
          <p:cNvPr id="3" name="Content Placeholder 2"/>
          <p:cNvSpPr>
            <a:spLocks noGrp="1"/>
          </p:cNvSpPr>
          <p:nvPr>
            <p:ph idx="1"/>
          </p:nvPr>
        </p:nvSpPr>
        <p:spPr/>
        <p:txBody>
          <a:bodyPr/>
          <a:lstStyle/>
          <a:p>
            <a:pPr>
              <a:defRPr/>
            </a:pPr>
            <a:r>
              <a:rPr lang="en-US" altLang="zh-TW">
                <a:ea typeface="新細明體" pitchFamily="18" charset="-120"/>
              </a:rPr>
              <a:t>A </a:t>
            </a:r>
            <a:r>
              <a:rPr lang="en-US" altLang="zh-TW">
                <a:solidFill>
                  <a:srgbClr val="0070C0"/>
                </a:solidFill>
                <a:ea typeface="新細明體" pitchFamily="18" charset="-120"/>
              </a:rPr>
              <a:t>string </a:t>
            </a:r>
            <a:r>
              <a:rPr lang="en-US" altLang="zh-TW">
                <a:ea typeface="新細明體" pitchFamily="18" charset="-120"/>
              </a:rPr>
              <a:t>is a sequence of characters.</a:t>
            </a:r>
          </a:p>
          <a:p>
            <a:pPr lvl="1">
              <a:defRPr/>
            </a:pPr>
            <a:endParaRPr lang="en-US" altLang="zh-TW" sz="2000">
              <a:ea typeface="新細明體" pitchFamily="18" charset="-120"/>
            </a:endParaRPr>
          </a:p>
          <a:p>
            <a:pPr>
              <a:defRPr/>
            </a:pPr>
            <a:r>
              <a:rPr lang="en-US" altLang="zh-TW">
                <a:solidFill>
                  <a:srgbClr val="0070C0"/>
                </a:solidFill>
                <a:ea typeface="新細明體" pitchFamily="18" charset="-120"/>
              </a:rPr>
              <a:t>String length</a:t>
            </a:r>
            <a:r>
              <a:rPr lang="en-US" altLang="zh-TW">
                <a:ea typeface="新細明體" pitchFamily="18" charset="-120"/>
              </a:rPr>
              <a:t> = total number of characters in the string.</a:t>
            </a:r>
          </a:p>
          <a:p>
            <a:pPr lvl="1">
              <a:defRPr/>
            </a:pPr>
            <a:r>
              <a:rPr lang="en-US" altLang="zh-TW">
                <a:ea typeface="新細明體" pitchFamily="18" charset="-120"/>
              </a:rPr>
              <a:t>e.g., </a:t>
            </a:r>
          </a:p>
          <a:p>
            <a:pPr lvl="2">
              <a:defRPr/>
            </a:pPr>
            <a:r>
              <a:rPr lang="en-US" altLang="zh-TW" sz="2400">
                <a:ea typeface="新細明體" pitchFamily="18" charset="-120"/>
              </a:rPr>
              <a:t>Length of </a:t>
            </a:r>
            <a:r>
              <a:rPr lang="en-US" altLang="zh-TW" sz="2400">
                <a:solidFill>
                  <a:srgbClr val="009999"/>
                </a:solidFill>
                <a:latin typeface="Consolas" panose="020B0609020204030204" pitchFamily="49" charset="0"/>
                <a:ea typeface="新細明體" pitchFamily="18" charset="-120"/>
              </a:rPr>
              <a:t>"ABC DEF"</a:t>
            </a:r>
            <a:r>
              <a:rPr lang="en-US" altLang="zh-TW" sz="2400">
                <a:ea typeface="新細明體" pitchFamily="18" charset="-120"/>
              </a:rPr>
              <a:t>  is 7</a:t>
            </a:r>
          </a:p>
          <a:p>
            <a:pPr lvl="2">
              <a:defRPr/>
            </a:pPr>
            <a:r>
              <a:rPr lang="en-US" altLang="zh-TW" sz="2400">
                <a:ea typeface="新細明體" pitchFamily="18" charset="-120"/>
              </a:rPr>
              <a:t>Length of </a:t>
            </a:r>
            <a:r>
              <a:rPr lang="en-US" altLang="zh-TW" sz="2400">
                <a:solidFill>
                  <a:srgbClr val="009999"/>
                </a:solidFill>
                <a:latin typeface="Consolas" panose="020B0609020204030204" pitchFamily="49" charset="0"/>
                <a:ea typeface="新細明體" pitchFamily="18" charset="-120"/>
              </a:rPr>
              <a:t>"\n\\"</a:t>
            </a:r>
            <a:r>
              <a:rPr lang="en-US" altLang="zh-TW" sz="2400">
                <a:ea typeface="新細明體" pitchFamily="18" charset="-120"/>
              </a:rPr>
              <a:t>  is 2</a:t>
            </a:r>
          </a:p>
          <a:p>
            <a:pPr lvl="3">
              <a:defRPr/>
            </a:pPr>
            <a:r>
              <a:rPr lang="en-US" altLang="zh-TW" sz="2200">
                <a:ea typeface="新細明體" pitchFamily="18" charset="-120"/>
              </a:rPr>
              <a:t>Each of </a:t>
            </a:r>
            <a:r>
              <a:rPr lang="en-US" altLang="zh-TW" sz="2200">
                <a:solidFill>
                  <a:srgbClr val="009999"/>
                </a:solidFill>
                <a:latin typeface="Consolas" panose="020B0609020204030204" pitchFamily="49" charset="0"/>
                <a:ea typeface="新細明體" pitchFamily="18" charset="-120"/>
              </a:rPr>
              <a:t>\n</a:t>
            </a:r>
            <a:r>
              <a:rPr lang="en-US" altLang="zh-TW" sz="2200">
                <a:ea typeface="新細明體" pitchFamily="18" charset="-120"/>
              </a:rPr>
              <a:t> and </a:t>
            </a:r>
            <a:r>
              <a:rPr lang="en-US" altLang="zh-TW" sz="2200">
                <a:solidFill>
                  <a:srgbClr val="009999"/>
                </a:solidFill>
                <a:latin typeface="Consolas" panose="020B0609020204030204" pitchFamily="49" charset="0"/>
                <a:ea typeface="新細明體" pitchFamily="18" charset="-120"/>
              </a:rPr>
              <a:t>\\</a:t>
            </a:r>
            <a:r>
              <a:rPr lang="en-US" altLang="zh-TW" sz="2200">
                <a:ea typeface="新細明體" pitchFamily="18" charset="-120"/>
              </a:rPr>
              <a:t> represents only one character in the program; they only appear as two characters in the source code.</a:t>
            </a:r>
            <a:endParaRPr lang="en-US" altLang="zh-TW" sz="2400">
              <a:ea typeface="新細明體" pitchFamily="18" charset="-120"/>
            </a:endParaRPr>
          </a:p>
        </p:txBody>
      </p:sp>
      <p:sp>
        <p:nvSpPr>
          <p:cNvPr id="6" name="Slide Number Placeholder 5"/>
          <p:cNvSpPr>
            <a:spLocks noGrp="1"/>
          </p:cNvSpPr>
          <p:nvPr>
            <p:ph type="sldNum" sz="quarter" idx="12"/>
          </p:nvPr>
        </p:nvSpPr>
        <p:spPr/>
        <p:txBody>
          <a:bodyPr/>
          <a:lstStyle/>
          <a:p>
            <a:fld id="{E12A0C27-9874-4A2B-82B4-36D1DE995B6F}" type="slidenum">
              <a:rPr lang="en-US" smtClean="0"/>
              <a:pPr/>
              <a:t>3</a:t>
            </a:fld>
            <a:endParaRPr lang="en-US"/>
          </a:p>
        </p:txBody>
      </p:sp>
    </p:spTree>
    <p:extLst>
      <p:ext uri="{BB962C8B-B14F-4D97-AF65-F5344CB8AC3E}">
        <p14:creationId xmlns:p14="http://schemas.microsoft.com/office/powerpoint/2010/main" val="369926274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1.1. String Literals vs. Character Constants</a:t>
            </a:r>
          </a:p>
        </p:txBody>
      </p:sp>
      <p:sp>
        <p:nvSpPr>
          <p:cNvPr id="3" name="Content Placeholder 2"/>
          <p:cNvSpPr>
            <a:spLocks noGrp="1"/>
          </p:cNvSpPr>
          <p:nvPr>
            <p:ph idx="1"/>
          </p:nvPr>
        </p:nvSpPr>
        <p:spPr>
          <a:xfrm>
            <a:off x="70338" y="1066800"/>
            <a:ext cx="8932985" cy="5181600"/>
          </a:xfrm>
        </p:spPr>
        <p:txBody>
          <a:bodyPr>
            <a:normAutofit lnSpcReduction="10000"/>
          </a:bodyPr>
          <a:lstStyle/>
          <a:p>
            <a:pPr>
              <a:defRPr/>
            </a:pPr>
            <a:r>
              <a:rPr lang="en-US" altLang="zh-TW">
                <a:solidFill>
                  <a:srgbClr val="0070C0"/>
                </a:solidFill>
                <a:ea typeface="新細明體" pitchFamily="18" charset="-120"/>
              </a:rPr>
              <a:t>String literal</a:t>
            </a:r>
            <a:endParaRPr lang="en-US" altLang="zh-TW">
              <a:ea typeface="新細明體" pitchFamily="18" charset="-120"/>
            </a:endParaRPr>
          </a:p>
          <a:p>
            <a:pPr lvl="1">
              <a:defRPr/>
            </a:pPr>
            <a:r>
              <a:rPr lang="en-US" altLang="zh-TW">
                <a:ea typeface="新細明體" pitchFamily="18" charset="-120"/>
              </a:rPr>
              <a:t>Enclosed by a pair of double quotes (</a:t>
            </a:r>
            <a:r>
              <a:rPr lang="en-US" altLang="zh-TW">
                <a:solidFill>
                  <a:srgbClr val="0070C0"/>
                </a:solidFill>
                <a:latin typeface="Consolas" panose="020B0609020204030204" pitchFamily="49" charset="0"/>
              </a:rPr>
              <a:t>"</a:t>
            </a:r>
            <a:r>
              <a:rPr lang="en-US" altLang="zh-TW">
                <a:ea typeface="新細明體" pitchFamily="18" charset="-120"/>
              </a:rPr>
              <a:t>)</a:t>
            </a:r>
          </a:p>
          <a:p>
            <a:pPr lvl="1">
              <a:defRPr/>
            </a:pPr>
            <a:r>
              <a:rPr lang="en-US" altLang="zh-TW">
                <a:ea typeface="新細明體" pitchFamily="18" charset="-120"/>
              </a:rPr>
              <a:t>Data type is </a:t>
            </a:r>
            <a:r>
              <a:rPr lang="en-US" altLang="zh-TW">
                <a:solidFill>
                  <a:srgbClr val="0070C0"/>
                </a:solidFill>
                <a:ea typeface="新細明體" pitchFamily="18" charset="-120"/>
              </a:rPr>
              <a:t>array of </a:t>
            </a:r>
            <a:r>
              <a:rPr lang="en-US" altLang="zh-TW">
                <a:solidFill>
                  <a:srgbClr val="0070C0"/>
                </a:solidFill>
                <a:latin typeface="Consolas" panose="020B0609020204030204" pitchFamily="49" charset="0"/>
                <a:ea typeface="新細明體" pitchFamily="18" charset="-120"/>
                <a:cs typeface="Consolas" panose="020B0609020204030204" pitchFamily="49" charset="0"/>
              </a:rPr>
              <a:t>char</a:t>
            </a:r>
          </a:p>
          <a:p>
            <a:pPr lvl="1">
              <a:defRPr/>
            </a:pPr>
            <a:endParaRPr lang="en-US" altLang="zh-TW" sz="1600">
              <a:ea typeface="新細明體" pitchFamily="18" charset="-120"/>
            </a:endParaRPr>
          </a:p>
          <a:p>
            <a:pPr>
              <a:defRPr/>
            </a:pPr>
            <a:r>
              <a:rPr lang="en-US" altLang="zh-TW">
                <a:solidFill>
                  <a:srgbClr val="0070C0"/>
                </a:solidFill>
                <a:ea typeface="新細明體" pitchFamily="18" charset="-120"/>
              </a:rPr>
              <a:t>Character constant</a:t>
            </a:r>
          </a:p>
          <a:p>
            <a:pPr lvl="1">
              <a:defRPr/>
            </a:pPr>
            <a:r>
              <a:rPr lang="en-US" altLang="zh-TW">
                <a:ea typeface="新細明體" pitchFamily="18" charset="-120"/>
              </a:rPr>
              <a:t>Enclosed by a pair of single quotes (</a:t>
            </a:r>
            <a:r>
              <a:rPr lang="en-US" altLang="zh-TW">
                <a:solidFill>
                  <a:srgbClr val="0070C0"/>
                </a:solidFill>
                <a:latin typeface="Consolas" panose="020B0609020204030204" pitchFamily="49" charset="0"/>
              </a:rPr>
              <a:t>'</a:t>
            </a:r>
            <a:r>
              <a:rPr lang="en-US" altLang="zh-TW">
                <a:ea typeface="新細明體" pitchFamily="18" charset="-120"/>
              </a:rPr>
              <a:t>)</a:t>
            </a:r>
          </a:p>
          <a:p>
            <a:pPr lvl="1">
              <a:defRPr/>
            </a:pPr>
            <a:r>
              <a:rPr lang="en-US" altLang="zh-TW">
                <a:ea typeface="新細明體" pitchFamily="18" charset="-120"/>
              </a:rPr>
              <a:t>Data type is </a:t>
            </a:r>
            <a:r>
              <a:rPr lang="en-US" altLang="zh-TW">
                <a:solidFill>
                  <a:srgbClr val="0070C0"/>
                </a:solidFill>
                <a:latin typeface="Consolas" panose="020B0609020204030204" pitchFamily="49" charset="0"/>
                <a:ea typeface="新細明體" pitchFamily="18" charset="-120"/>
                <a:cs typeface="Consolas" panose="020B0609020204030204" pitchFamily="49" charset="0"/>
              </a:rPr>
              <a:t>char</a:t>
            </a:r>
            <a:endParaRPr lang="en-US" altLang="zh-TW">
              <a:ea typeface="新細明體" pitchFamily="18" charset="-120"/>
            </a:endParaRPr>
          </a:p>
          <a:p>
            <a:pPr marL="57150" indent="0">
              <a:lnSpc>
                <a:spcPct val="90000"/>
              </a:lnSpc>
              <a:buNone/>
              <a:defRPr/>
            </a:pPr>
            <a:endParaRPr lang="en-US" altLang="zh-TW" sz="1100">
              <a:solidFill>
                <a:srgbClr val="0000FF"/>
              </a:solidFill>
              <a:latin typeface="Consolas" panose="020B0609020204030204" pitchFamily="49" charset="0"/>
              <a:ea typeface="新細明體" pitchFamily="18" charset="-120"/>
            </a:endParaRPr>
          </a:p>
          <a:p>
            <a:pPr marL="57150" indent="0">
              <a:lnSpc>
                <a:spcPct val="90000"/>
              </a:lnSpc>
              <a:buNone/>
              <a:defRPr/>
            </a:pPr>
            <a:r>
              <a:rPr lang="en-US" altLang="zh-TW" sz="2000">
                <a:ea typeface="新細明體" pitchFamily="18" charset="-120"/>
              </a:rPr>
              <a:t>e.g.,</a:t>
            </a:r>
          </a:p>
          <a:p>
            <a:pPr marL="57150" indent="0">
              <a:lnSpc>
                <a:spcPct val="90000"/>
              </a:lnSpc>
              <a:buNone/>
              <a:defRPr/>
            </a:pPr>
            <a:r>
              <a:rPr lang="en-US" altLang="zh-TW" sz="2000">
                <a:solidFill>
                  <a:srgbClr val="0000FF"/>
                </a:solidFill>
                <a:latin typeface="Consolas" panose="020B0609020204030204" pitchFamily="49" charset="0"/>
                <a:ea typeface="新細明體" pitchFamily="18" charset="-120"/>
              </a:rPr>
              <a:t>'A'</a:t>
            </a:r>
            <a:r>
              <a:rPr lang="en-US" altLang="zh-TW" sz="2000">
                <a:ea typeface="新細明體" pitchFamily="18" charset="-120"/>
              </a:rPr>
              <a:t> – A character 'A'</a:t>
            </a:r>
          </a:p>
          <a:p>
            <a:pPr marL="57150" indent="0">
              <a:lnSpc>
                <a:spcPct val="90000"/>
              </a:lnSpc>
              <a:buNone/>
              <a:defRPr/>
            </a:pPr>
            <a:r>
              <a:rPr lang="en-US" altLang="zh-TW" sz="2000">
                <a:solidFill>
                  <a:srgbClr val="0000FF"/>
                </a:solidFill>
                <a:latin typeface="Consolas" panose="020B0609020204030204" pitchFamily="49" charset="0"/>
                <a:ea typeface="新細明體" pitchFamily="18" charset="-120"/>
              </a:rPr>
              <a:t>"A"</a:t>
            </a:r>
            <a:r>
              <a:rPr lang="en-US" altLang="zh-TW" sz="2000">
                <a:ea typeface="新細明體" pitchFamily="18" charset="-120"/>
              </a:rPr>
              <a:t> – A string that contains a single character 'A'</a:t>
            </a:r>
          </a:p>
          <a:p>
            <a:pPr marL="57150" indent="0">
              <a:lnSpc>
                <a:spcPct val="90000"/>
              </a:lnSpc>
              <a:buNone/>
              <a:defRPr/>
            </a:pPr>
            <a:r>
              <a:rPr lang="en-US" altLang="zh-TW" sz="2000">
                <a:solidFill>
                  <a:srgbClr val="0000FF"/>
                </a:solidFill>
                <a:latin typeface="Consolas" panose="020B0609020204030204" pitchFamily="49" charset="0"/>
                <a:ea typeface="新細明體" pitchFamily="18" charset="-120"/>
              </a:rPr>
              <a:t>'\0'</a:t>
            </a:r>
            <a:r>
              <a:rPr lang="en-US" altLang="zh-TW" sz="2000">
                <a:ea typeface="新細明體" pitchFamily="18" charset="-120"/>
              </a:rPr>
              <a:t> – A null character (The character with ASCII code zero)</a:t>
            </a:r>
          </a:p>
          <a:p>
            <a:pPr marL="57150" indent="0">
              <a:lnSpc>
                <a:spcPct val="90000"/>
              </a:lnSpc>
              <a:buNone/>
              <a:defRPr/>
            </a:pPr>
            <a:r>
              <a:rPr lang="en-US" altLang="zh-TW" sz="2000">
                <a:solidFill>
                  <a:srgbClr val="0000FF"/>
                </a:solidFill>
                <a:latin typeface="Consolas" panose="020B0609020204030204" pitchFamily="49" charset="0"/>
                <a:ea typeface="新細明體" pitchFamily="18" charset="-120"/>
              </a:rPr>
              <a:t>""</a:t>
            </a:r>
            <a:r>
              <a:rPr lang="en-US" altLang="zh-TW" sz="2000">
                <a:ea typeface="新細明體" pitchFamily="18" charset="-120"/>
              </a:rPr>
              <a:t> – An empty string (A string that does not contain any character)</a:t>
            </a:r>
          </a:p>
          <a:p>
            <a:pPr marL="57150" indent="0">
              <a:lnSpc>
                <a:spcPct val="90000"/>
              </a:lnSpc>
              <a:buNone/>
              <a:defRPr/>
            </a:pPr>
            <a:r>
              <a:rPr lang="en-US" altLang="zh-TW" sz="2000">
                <a:solidFill>
                  <a:srgbClr val="0000FF"/>
                </a:solidFill>
                <a:latin typeface="Consolas" panose="020B0609020204030204" pitchFamily="49" charset="0"/>
                <a:ea typeface="新細明體" pitchFamily="18" charset="-120"/>
              </a:rPr>
              <a:t>"ABC"</a:t>
            </a:r>
            <a:r>
              <a:rPr lang="en-US" altLang="zh-TW" sz="2000">
                <a:ea typeface="新細明體" pitchFamily="18" charset="-120"/>
              </a:rPr>
              <a:t> – A string that contains three characters</a:t>
            </a:r>
          </a:p>
          <a:p>
            <a:endParaRPr lang="en-US"/>
          </a:p>
        </p:txBody>
      </p:sp>
      <p:sp>
        <p:nvSpPr>
          <p:cNvPr id="4" name="Slide Number Placeholder 3"/>
          <p:cNvSpPr>
            <a:spLocks noGrp="1"/>
          </p:cNvSpPr>
          <p:nvPr>
            <p:ph type="sldNum" sz="quarter" idx="12"/>
          </p:nvPr>
        </p:nvSpPr>
        <p:spPr/>
        <p:txBody>
          <a:bodyPr/>
          <a:lstStyle/>
          <a:p>
            <a:fld id="{E12A0C27-9874-4A2B-82B4-36D1DE995B6F}" type="slidenum">
              <a:rPr lang="en-US" smtClean="0"/>
              <a:pPr/>
              <a:t>4</a:t>
            </a:fld>
            <a:endParaRPr lang="en-US"/>
          </a:p>
        </p:txBody>
      </p:sp>
      <p:sp>
        <p:nvSpPr>
          <p:cNvPr id="5" name="Rounded Rectangle 4"/>
          <p:cNvSpPr/>
          <p:nvPr/>
        </p:nvSpPr>
        <p:spPr>
          <a:xfrm>
            <a:off x="6248400" y="1676400"/>
            <a:ext cx="2754923" cy="1219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Unlike other languages such as Python that treats " and ' similarly!</a:t>
            </a:r>
          </a:p>
        </p:txBody>
      </p:sp>
    </p:spTree>
    <p:extLst>
      <p:ext uri="{BB962C8B-B14F-4D97-AF65-F5344CB8AC3E}">
        <p14:creationId xmlns:p14="http://schemas.microsoft.com/office/powerpoint/2010/main" val="189519230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38" y="76200"/>
            <a:ext cx="8921262" cy="838200"/>
          </a:xfrm>
        </p:spPr>
        <p:txBody>
          <a:bodyPr>
            <a:normAutofit fontScale="90000"/>
          </a:bodyPr>
          <a:lstStyle/>
          <a:p>
            <a:r>
              <a:rPr lang="en-US"/>
              <a:t>1.2. String Representation in C Language</a:t>
            </a:r>
          </a:p>
        </p:txBody>
      </p:sp>
      <p:sp>
        <p:nvSpPr>
          <p:cNvPr id="3" name="Content Placeholder 2"/>
          <p:cNvSpPr>
            <a:spLocks noGrp="1"/>
          </p:cNvSpPr>
          <p:nvPr>
            <p:ph idx="1"/>
          </p:nvPr>
        </p:nvSpPr>
        <p:spPr/>
        <p:txBody>
          <a:bodyPr/>
          <a:lstStyle/>
          <a:p>
            <a:r>
              <a:rPr lang="en-US" altLang="zh-TW" dirty="0"/>
              <a:t>A </a:t>
            </a:r>
            <a:r>
              <a:rPr lang="en-US" altLang="zh-TW" dirty="0">
                <a:ea typeface="新細明體" pitchFamily="18" charset="-120"/>
              </a:rPr>
              <a:t>string is represented as an array of characters in which the first null character (i.e., the null character with the smallest index) in the array indicates the end of the string.</a:t>
            </a:r>
          </a:p>
          <a:p>
            <a:endParaRPr lang="en-US" altLang="zh-TW" dirty="0">
              <a:ea typeface="新細明體" pitchFamily="18" charset="-120"/>
            </a:endParaRPr>
          </a:p>
          <a:p>
            <a:r>
              <a:rPr lang="en-US" altLang="zh-TW" sz="2400" dirty="0">
                <a:ea typeface="新細明體" pitchFamily="18" charset="-120"/>
              </a:rPr>
              <a:t>e.g., </a:t>
            </a:r>
          </a:p>
          <a:p>
            <a:pPr lvl="1">
              <a:buNone/>
            </a:pPr>
            <a:r>
              <a:rPr lang="en-US" altLang="zh-TW" sz="2000" dirty="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dirty="0">
                <a:latin typeface="Consolas" panose="020B0609020204030204" pitchFamily="49" charset="0"/>
                <a:ea typeface="新細明體" pitchFamily="18" charset="-120"/>
                <a:cs typeface="Consolas" panose="020B0609020204030204" pitchFamily="49" charset="0"/>
              </a:rPr>
              <a:t> s1[7] = { </a:t>
            </a:r>
            <a:r>
              <a:rPr lang="en-US" altLang="zh-TW" sz="2000" dirty="0">
                <a:highlight>
                  <a:srgbClr val="00FF00"/>
                </a:highlight>
                <a:latin typeface="Consolas" panose="020B0609020204030204" pitchFamily="49" charset="0"/>
                <a:ea typeface="新細明體" pitchFamily="18" charset="-120"/>
                <a:cs typeface="Consolas" panose="020B0609020204030204" pitchFamily="49" charset="0"/>
              </a:rPr>
              <a:t>'A', 'B', 'C', </a:t>
            </a:r>
            <a:r>
              <a:rPr lang="en-US" altLang="zh-TW" sz="2000" dirty="0">
                <a:highlight>
                  <a:srgbClr val="FFFF00"/>
                </a:highlight>
                <a:latin typeface="Consolas" panose="020B0609020204030204" pitchFamily="49" charset="0"/>
                <a:ea typeface="新細明體" pitchFamily="18" charset="-120"/>
                <a:cs typeface="Consolas" panose="020B0609020204030204" pitchFamily="49" charset="0"/>
              </a:rPr>
              <a:t>'\0',</a:t>
            </a:r>
            <a:r>
              <a:rPr lang="en-US" altLang="zh-TW" sz="2000" dirty="0">
                <a:latin typeface="Consolas" panose="020B0609020204030204" pitchFamily="49" charset="0"/>
                <a:ea typeface="新細明體" pitchFamily="18" charset="-120"/>
                <a:cs typeface="Consolas" panose="020B0609020204030204" pitchFamily="49" charset="0"/>
              </a:rPr>
              <a:t> 'D', 'E', '\0'};</a:t>
            </a:r>
          </a:p>
          <a:p>
            <a:pPr lvl="1">
              <a:buNone/>
            </a:pPr>
            <a:endParaRPr lang="en-US" altLang="zh-TW" sz="900" dirty="0">
              <a:latin typeface="Consolas" panose="020B0609020204030204" pitchFamily="49" charset="0"/>
              <a:ea typeface="新細明體" pitchFamily="18" charset="-120"/>
            </a:endParaRPr>
          </a:p>
          <a:p>
            <a:pPr lvl="1">
              <a:buNone/>
            </a:pPr>
            <a:r>
              <a:rPr lang="en-US" altLang="zh-TW" u="sng" dirty="0">
                <a:ea typeface="新細明體" pitchFamily="18" charset="-120"/>
              </a:rPr>
              <a:t>when treated as a string</a:t>
            </a:r>
            <a:r>
              <a:rPr lang="en-US" altLang="zh-TW" dirty="0">
                <a:ea typeface="新細明體" pitchFamily="18" charset="-120"/>
              </a:rPr>
              <a:t>, represents the string "</a:t>
            </a:r>
            <a:r>
              <a:rPr lang="en-US" altLang="zh-TW" dirty="0">
                <a:highlight>
                  <a:srgbClr val="00FF00"/>
                </a:highlight>
                <a:ea typeface="新細明體" pitchFamily="18" charset="-120"/>
              </a:rPr>
              <a:t>ABC</a:t>
            </a:r>
            <a:r>
              <a:rPr lang="en-US" altLang="zh-TW" dirty="0">
                <a:ea typeface="新細明體" pitchFamily="18" charset="-120"/>
              </a:rPr>
              <a:t>".</a:t>
            </a:r>
          </a:p>
          <a:p>
            <a:endParaRPr lang="en-US" altLang="zh-TW" dirty="0">
              <a:ea typeface="新細明體" pitchFamily="18" charset="-120"/>
            </a:endParaRPr>
          </a:p>
          <a:p>
            <a:pPr>
              <a:defRPr/>
            </a:pPr>
            <a:endParaRPr lang="en-US" altLang="zh-TW" dirty="0"/>
          </a:p>
        </p:txBody>
      </p:sp>
      <p:sp>
        <p:nvSpPr>
          <p:cNvPr id="6" name="Slide Number Placeholder 5"/>
          <p:cNvSpPr>
            <a:spLocks noGrp="1"/>
          </p:cNvSpPr>
          <p:nvPr>
            <p:ph type="sldNum" sz="quarter" idx="12"/>
          </p:nvPr>
        </p:nvSpPr>
        <p:spPr/>
        <p:txBody>
          <a:bodyPr/>
          <a:lstStyle/>
          <a:p>
            <a:fld id="{E12A0C27-9874-4A2B-82B4-36D1DE995B6F}" type="slidenum">
              <a:rPr lang="en-US" smtClean="0"/>
              <a:pPr/>
              <a:t>5</a:t>
            </a:fld>
            <a:endParaRPr lang="en-US"/>
          </a:p>
        </p:txBody>
      </p:sp>
      <p:graphicFrame>
        <p:nvGraphicFramePr>
          <p:cNvPr id="5" name="Group 216"/>
          <p:cNvGraphicFramePr>
            <a:graphicFrameLocks noGrp="1"/>
          </p:cNvGraphicFramePr>
          <p:nvPr>
            <p:extLst>
              <p:ext uri="{D42A27DB-BD31-4B8C-83A1-F6EECF244321}">
                <p14:modId xmlns:p14="http://schemas.microsoft.com/office/powerpoint/2010/main" val="2713359069"/>
              </p:ext>
            </p:extLst>
          </p:nvPr>
        </p:nvGraphicFramePr>
        <p:xfrm>
          <a:off x="3124200" y="4715193"/>
          <a:ext cx="3556000" cy="382587"/>
        </p:xfrm>
        <a:graphic>
          <a:graphicData uri="http://schemas.openxmlformats.org/drawingml/2006/table">
            <a:tbl>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 name="Group 224"/>
          <p:cNvGraphicFramePr>
            <a:graphicFrameLocks noGrp="1"/>
          </p:cNvGraphicFramePr>
          <p:nvPr>
            <p:extLst>
              <p:ext uri="{D42A27DB-BD31-4B8C-83A1-F6EECF244321}">
                <p14:modId xmlns:p14="http://schemas.microsoft.com/office/powerpoint/2010/main" val="3029187635"/>
              </p:ext>
            </p:extLst>
          </p:nvPr>
        </p:nvGraphicFramePr>
        <p:xfrm>
          <a:off x="3124200" y="5137468"/>
          <a:ext cx="3556000" cy="365482"/>
        </p:xfrm>
        <a:graphic>
          <a:graphicData uri="http://schemas.openxmlformats.org/drawingml/2006/table">
            <a:tbl>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tblGrid>
              <a:tr h="3651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a:ln>
                            <a:noFill/>
                          </a:ln>
                          <a:solidFill>
                            <a:schemeClr val="tx1"/>
                          </a:solidFill>
                          <a:effectLst/>
                          <a:latin typeface="Calibri" panose="020F0502020204030204" pitchFamily="34" charset="0"/>
                          <a:ea typeface="新細明體" pitchFamily="18" charset="-120"/>
                          <a:cs typeface="Times New Roman" pitchFamily="18" charset="0"/>
                        </a:rPr>
                        <a:t>0</a:t>
                      </a:r>
                    </a:p>
                  </a:txBody>
                  <a:tcPr marT="45581" marB="4558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a:ln>
                            <a:noFill/>
                          </a:ln>
                          <a:solidFill>
                            <a:schemeClr val="tx1"/>
                          </a:solidFill>
                          <a:effectLst/>
                          <a:latin typeface="Calibri" panose="020F0502020204030204" pitchFamily="34" charset="0"/>
                          <a:ea typeface="新細明體" pitchFamily="18" charset="-120"/>
                          <a:cs typeface="Times New Roman" pitchFamily="18" charset="0"/>
                        </a:rPr>
                        <a:t>1</a:t>
                      </a:r>
                    </a:p>
                  </a:txBody>
                  <a:tcPr marT="45581" marB="4558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a:ln>
                            <a:noFill/>
                          </a:ln>
                          <a:solidFill>
                            <a:schemeClr val="tx1"/>
                          </a:solidFill>
                          <a:effectLst/>
                          <a:latin typeface="Calibri" panose="020F0502020204030204" pitchFamily="34" charset="0"/>
                          <a:ea typeface="新細明體" pitchFamily="18" charset="-120"/>
                          <a:cs typeface="Times New Roman" pitchFamily="18" charset="0"/>
                        </a:rPr>
                        <a:t>2</a:t>
                      </a:r>
                    </a:p>
                  </a:txBody>
                  <a:tcPr marT="45581" marB="4558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chemeClr val="tx1"/>
                          </a:solidFill>
                          <a:effectLst/>
                          <a:latin typeface="Calibri" panose="020F0502020204030204" pitchFamily="34" charset="0"/>
                          <a:ea typeface="新細明體" pitchFamily="18" charset="-120"/>
                          <a:cs typeface="Times New Roman" pitchFamily="18" charset="0"/>
                        </a:rPr>
                        <a:t>3</a:t>
                      </a:r>
                    </a:p>
                  </a:txBody>
                  <a:tcPr marT="45581" marB="4558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a:ln>
                            <a:noFill/>
                          </a:ln>
                          <a:solidFill>
                            <a:schemeClr val="tx1"/>
                          </a:solidFill>
                          <a:effectLst/>
                          <a:latin typeface="Calibri" panose="020F0502020204030204" pitchFamily="34" charset="0"/>
                          <a:ea typeface="新細明體" pitchFamily="18" charset="-120"/>
                          <a:cs typeface="Times New Roman" pitchFamily="18" charset="0"/>
                        </a:rPr>
                        <a:t>4</a:t>
                      </a:r>
                    </a:p>
                  </a:txBody>
                  <a:tcPr marT="45581" marB="4558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a:ln>
                            <a:noFill/>
                          </a:ln>
                          <a:solidFill>
                            <a:schemeClr val="tx1"/>
                          </a:solidFill>
                          <a:effectLst/>
                          <a:latin typeface="Calibri" panose="020F0502020204030204" pitchFamily="34" charset="0"/>
                          <a:ea typeface="新細明體" pitchFamily="18" charset="-120"/>
                          <a:cs typeface="Times New Roman" pitchFamily="18" charset="0"/>
                        </a:rPr>
                        <a:t>5</a:t>
                      </a:r>
                    </a:p>
                  </a:txBody>
                  <a:tcPr marT="45581" marB="4558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chemeClr val="tx1"/>
                          </a:solidFill>
                          <a:effectLst/>
                          <a:latin typeface="Calibri" panose="020F0502020204030204" pitchFamily="34" charset="0"/>
                          <a:ea typeface="新細明體" pitchFamily="18" charset="-120"/>
                          <a:cs typeface="Times New Roman" pitchFamily="18" charset="0"/>
                        </a:rPr>
                        <a:t>6</a:t>
                      </a:r>
                    </a:p>
                  </a:txBody>
                  <a:tcPr marT="45581" marB="4558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Rectangle 213"/>
          <p:cNvSpPr>
            <a:spLocks noChangeArrowheads="1"/>
          </p:cNvSpPr>
          <p:nvPr/>
        </p:nvSpPr>
        <p:spPr bwMode="auto">
          <a:xfrm>
            <a:off x="2279650" y="5137468"/>
            <a:ext cx="8445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1">
                <a:solidFill>
                  <a:schemeClr val="tx1"/>
                </a:solidFill>
                <a:latin typeface="Arial" charset="0"/>
                <a:cs typeface="Times New Roman" pitchFamily="18" charset="0"/>
              </a:defRPr>
            </a:lvl1pPr>
            <a:lvl2pPr marL="742950" indent="-285750">
              <a:defRPr sz="2000" b="1">
                <a:solidFill>
                  <a:schemeClr val="tx1"/>
                </a:solidFill>
                <a:latin typeface="Arial" charset="0"/>
                <a:cs typeface="Times New Roman" pitchFamily="18" charset="0"/>
              </a:defRPr>
            </a:lvl2pPr>
            <a:lvl3pPr marL="1143000" indent="-228600">
              <a:defRPr sz="2000" b="1">
                <a:solidFill>
                  <a:schemeClr val="tx1"/>
                </a:solidFill>
                <a:latin typeface="Arial" charset="0"/>
                <a:cs typeface="Times New Roman" pitchFamily="18" charset="0"/>
              </a:defRPr>
            </a:lvl3pPr>
            <a:lvl4pPr marL="1600200" indent="-228600">
              <a:defRPr sz="2000" b="1">
                <a:solidFill>
                  <a:schemeClr val="tx1"/>
                </a:solidFill>
                <a:latin typeface="Arial" charset="0"/>
                <a:cs typeface="Times New Roman" pitchFamily="18" charset="0"/>
              </a:defRPr>
            </a:lvl4pPr>
            <a:lvl5pPr marL="2057400" indent="-228600">
              <a:defRPr sz="2000" b="1">
                <a:solidFill>
                  <a:schemeClr val="tx1"/>
                </a:solidFill>
                <a:latin typeface="Arial" charset="0"/>
                <a:cs typeface="Times New Roman" pitchFamily="18" charset="0"/>
              </a:defRPr>
            </a:lvl5pPr>
            <a:lvl6pPr marL="2514600" indent="-228600" eaLnBrk="0" fontAlgn="base" hangingPunct="0">
              <a:spcBef>
                <a:spcPct val="0"/>
              </a:spcBef>
              <a:spcAft>
                <a:spcPct val="0"/>
              </a:spcAft>
              <a:defRPr sz="2000" b="1">
                <a:solidFill>
                  <a:schemeClr val="tx1"/>
                </a:solidFill>
                <a:latin typeface="Arial" charset="0"/>
                <a:cs typeface="Times New Roman" pitchFamily="18" charset="0"/>
              </a:defRPr>
            </a:lvl6pPr>
            <a:lvl7pPr marL="2971800" indent="-228600" eaLnBrk="0" fontAlgn="base" hangingPunct="0">
              <a:spcBef>
                <a:spcPct val="0"/>
              </a:spcBef>
              <a:spcAft>
                <a:spcPct val="0"/>
              </a:spcAft>
              <a:defRPr sz="2000" b="1">
                <a:solidFill>
                  <a:schemeClr val="tx1"/>
                </a:solidFill>
                <a:latin typeface="Arial" charset="0"/>
                <a:cs typeface="Times New Roman" pitchFamily="18" charset="0"/>
              </a:defRPr>
            </a:lvl7pPr>
            <a:lvl8pPr marL="3429000" indent="-228600" eaLnBrk="0" fontAlgn="base" hangingPunct="0">
              <a:spcBef>
                <a:spcPct val="0"/>
              </a:spcBef>
              <a:spcAft>
                <a:spcPct val="0"/>
              </a:spcAft>
              <a:defRPr sz="2000" b="1">
                <a:solidFill>
                  <a:schemeClr val="tx1"/>
                </a:solidFill>
                <a:latin typeface="Arial" charset="0"/>
                <a:cs typeface="Times New Roman" pitchFamily="18" charset="0"/>
              </a:defRPr>
            </a:lvl8pPr>
            <a:lvl9pPr marL="3886200" indent="-228600" eaLnBrk="0" fontAlgn="base" hangingPunct="0">
              <a:spcBef>
                <a:spcPct val="0"/>
              </a:spcBef>
              <a:spcAft>
                <a:spcPct val="0"/>
              </a:spcAft>
              <a:defRPr sz="2000" b="1">
                <a:solidFill>
                  <a:schemeClr val="tx1"/>
                </a:solidFill>
                <a:latin typeface="Arial" charset="0"/>
                <a:cs typeface="Times New Roman" pitchFamily="18" charset="0"/>
              </a:defRPr>
            </a:lvl9pPr>
          </a:lstStyle>
          <a:p>
            <a:pPr eaLnBrk="1" hangingPunct="1">
              <a:spcBef>
                <a:spcPct val="20000"/>
              </a:spcBef>
              <a:buClr>
                <a:schemeClr val="accent1"/>
              </a:buClr>
              <a:buFont typeface="Wingdings" pitchFamily="2" charset="2"/>
              <a:buNone/>
            </a:pPr>
            <a:r>
              <a:rPr lang="en-US" altLang="zh-TW" sz="1800" b="0">
                <a:latin typeface="Calibri" panose="020F0502020204030204" pitchFamily="34" charset="0"/>
                <a:ea typeface="新細明體" pitchFamily="18" charset="-120"/>
              </a:rPr>
              <a:t>Index</a:t>
            </a:r>
            <a:endParaRPr lang="en-US" altLang="zh-TW" sz="1800" b="0" u="sng">
              <a:latin typeface="Calibri" panose="020F0502020204030204" pitchFamily="34" charset="0"/>
              <a:ea typeface="新細明體" pitchFamily="18" charset="-120"/>
            </a:endParaRPr>
          </a:p>
        </p:txBody>
      </p:sp>
    </p:spTree>
    <p:extLst>
      <p:ext uri="{BB962C8B-B14F-4D97-AF65-F5344CB8AC3E}">
        <p14:creationId xmlns:p14="http://schemas.microsoft.com/office/powerpoint/2010/main" val="379817017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normAutofit/>
          </a:bodyPr>
          <a:lstStyle/>
          <a:p>
            <a:pPr eaLnBrk="1" hangingPunct="1"/>
            <a:r>
              <a:rPr lang="en-US" altLang="zh-TW" sz="4000">
                <a:ea typeface="新細明體" pitchFamily="18" charset="-120"/>
              </a:rPr>
              <a:t>1.3. String Processing</a:t>
            </a:r>
            <a:endParaRPr lang="en-US" altLang="zh-TW" sz="3600">
              <a:solidFill>
                <a:srgbClr val="FF0000"/>
              </a:solidFill>
              <a:latin typeface="Consolas" panose="020B0609020204030204" pitchFamily="49" charset="0"/>
              <a:ea typeface="新細明體" pitchFamily="18" charset="-120"/>
            </a:endParaRPr>
          </a:p>
        </p:txBody>
      </p:sp>
      <p:sp>
        <p:nvSpPr>
          <p:cNvPr id="16388" name="Rectangle 3"/>
          <p:cNvSpPr>
            <a:spLocks noGrp="1" noChangeArrowheads="1"/>
          </p:cNvSpPr>
          <p:nvPr>
            <p:ph type="body" idx="1"/>
          </p:nvPr>
        </p:nvSpPr>
        <p:spPr>
          <a:xfrm>
            <a:off x="309563" y="990600"/>
            <a:ext cx="8640762" cy="5181600"/>
          </a:xfrm>
          <a:ln>
            <a:noFill/>
            <a:miter lim="800000"/>
            <a:headEnd/>
            <a:tailEnd/>
          </a:ln>
        </p:spPr>
        <p:txBody>
          <a:bodyPr>
            <a:normAutofit/>
          </a:bodyPr>
          <a:lstStyle/>
          <a:p>
            <a:pPr eaLnBrk="1" hangingPunct="1"/>
            <a:r>
              <a:rPr lang="en-US" altLang="zh-TW">
                <a:ea typeface="新細明體" pitchFamily="18" charset="-120"/>
              </a:rPr>
              <a:t>Processing a string is basically processing an array of characters.</a:t>
            </a:r>
          </a:p>
          <a:p>
            <a:pPr eaLnBrk="1" hangingPunct="1"/>
            <a:endParaRPr lang="en-US" altLang="zh-TW" sz="1600">
              <a:ea typeface="新細明體" pitchFamily="18" charset="-120"/>
            </a:endParaRPr>
          </a:p>
          <a:p>
            <a:pPr eaLnBrk="1" hangingPunct="1"/>
            <a:r>
              <a:rPr lang="en-US" altLang="zh-TW">
                <a:ea typeface="新細明體" pitchFamily="18" charset="-120"/>
              </a:rPr>
              <a:t>There are built-in functions to support common string operations: copying strings, comparing strings, etc.</a:t>
            </a:r>
          </a:p>
          <a:p>
            <a:pPr eaLnBrk="1" hangingPunct="1"/>
            <a:endParaRPr lang="en-US" altLang="zh-TW" sz="1600">
              <a:ea typeface="新細明體" pitchFamily="18" charset="-120"/>
            </a:endParaRPr>
          </a:p>
          <a:p>
            <a:pPr eaLnBrk="1" hangingPunct="1"/>
            <a:r>
              <a:rPr lang="en-US" altLang="zh-TW">
                <a:ea typeface="新細明體" pitchFamily="18" charset="-120"/>
              </a:rPr>
              <a:t>Pay attention!</a:t>
            </a:r>
          </a:p>
          <a:p>
            <a:pPr lvl="1" eaLnBrk="1" hangingPunct="1"/>
            <a:r>
              <a:rPr lang="en-US" altLang="zh-TW">
                <a:ea typeface="新細明體" pitchFamily="18" charset="-120"/>
              </a:rPr>
              <a:t>A string must be terminated by a </a:t>
            </a:r>
            <a:r>
              <a:rPr lang="en-US" altLang="zh-TW">
                <a:solidFill>
                  <a:srgbClr val="0070C0"/>
                </a:solidFill>
                <a:ea typeface="新細明體" pitchFamily="18" charset="-120"/>
              </a:rPr>
              <a:t>null</a:t>
            </a:r>
            <a:r>
              <a:rPr lang="en-US" altLang="zh-TW">
                <a:ea typeface="新細明體" pitchFamily="18" charset="-120"/>
              </a:rPr>
              <a:t> character.</a:t>
            </a:r>
          </a:p>
          <a:p>
            <a:pPr lvl="1" eaLnBrk="1" hangingPunct="1"/>
            <a:r>
              <a:rPr lang="en-US" altLang="zh-TW">
                <a:ea typeface="新細明體" pitchFamily="18" charset="-120"/>
              </a:rPr>
              <a:t>The array for storing a string must be large enough.</a:t>
            </a:r>
          </a:p>
          <a:p>
            <a:pPr lvl="2" eaLnBrk="1" hangingPunct="1"/>
            <a:r>
              <a:rPr lang="en-US" altLang="zh-TW">
                <a:ea typeface="新細明體" pitchFamily="18" charset="-120"/>
              </a:rPr>
              <a:t>An array of size N can store a string containing up to N-1 characters. (One more space needed for the terminating null character.)</a:t>
            </a:r>
          </a:p>
        </p:txBody>
      </p:sp>
      <p:sp>
        <p:nvSpPr>
          <p:cNvPr id="5" name="Slide Number Placeholder 5">
            <a:extLst>
              <a:ext uri="{FF2B5EF4-FFF2-40B4-BE49-F238E27FC236}">
                <a16:creationId xmlns:a16="http://schemas.microsoft.com/office/drawing/2014/main" id="{30212223-56BA-C64B-9CCA-3A4B48A9212B}"/>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6</a:t>
            </a:fld>
            <a:endParaRPr lang="en-US"/>
          </a:p>
        </p:txBody>
      </p:sp>
    </p:spTree>
    <p:extLst>
      <p:ext uri="{BB962C8B-B14F-4D97-AF65-F5344CB8AC3E}">
        <p14:creationId xmlns:p14="http://schemas.microsoft.com/office/powerpoint/2010/main" val="144542955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a:bodyPr>
          <a:lstStyle/>
          <a:p>
            <a:r>
              <a:rPr lang="en-US" altLang="en-US" sz="4000"/>
              <a:t>2. String Manipulation Basics</a:t>
            </a:r>
          </a:p>
        </p:txBody>
      </p:sp>
      <p:sp>
        <p:nvSpPr>
          <p:cNvPr id="18435" name="Content Placeholder 2"/>
          <p:cNvSpPr>
            <a:spLocks noGrp="1"/>
          </p:cNvSpPr>
          <p:nvPr>
            <p:ph idx="1"/>
          </p:nvPr>
        </p:nvSpPr>
        <p:spPr/>
        <p:txBody>
          <a:bodyPr/>
          <a:lstStyle/>
          <a:p>
            <a:pPr>
              <a:lnSpc>
                <a:spcPct val="150000"/>
              </a:lnSpc>
            </a:pPr>
            <a:r>
              <a:rPr lang="en-US" altLang="zh-TW">
                <a:ea typeface="新細明體" pitchFamily="18" charset="-120"/>
              </a:rPr>
              <a:t>Declaring and initializing string variables</a:t>
            </a:r>
          </a:p>
          <a:p>
            <a:pPr>
              <a:lnSpc>
                <a:spcPct val="150000"/>
              </a:lnSpc>
            </a:pPr>
            <a:r>
              <a:rPr lang="en-US" altLang="zh-TW">
                <a:ea typeface="新細明體" pitchFamily="18" charset="-120"/>
              </a:rPr>
              <a:t>Input and output of strings</a:t>
            </a:r>
          </a:p>
          <a:p>
            <a:pPr>
              <a:lnSpc>
                <a:spcPct val="150000"/>
              </a:lnSpc>
            </a:pPr>
            <a:r>
              <a:rPr lang="en-US" altLang="zh-TW">
                <a:ea typeface="新細明體" pitchFamily="18" charset="-120"/>
              </a:rPr>
              <a:t>Obtaining string length</a:t>
            </a:r>
          </a:p>
          <a:p>
            <a:pPr>
              <a:lnSpc>
                <a:spcPct val="150000"/>
              </a:lnSpc>
            </a:pPr>
            <a:r>
              <a:rPr lang="en-US" altLang="zh-TW">
                <a:ea typeface="新細明體" pitchFamily="18" charset="-120"/>
              </a:rPr>
              <a:t>Copying string</a:t>
            </a:r>
          </a:p>
          <a:p>
            <a:pPr>
              <a:lnSpc>
                <a:spcPct val="150000"/>
              </a:lnSpc>
            </a:pPr>
            <a:r>
              <a:rPr lang="en-US" altLang="zh-TW">
                <a:ea typeface="新細明體" pitchFamily="18" charset="-120"/>
              </a:rPr>
              <a:t>Concatenating string </a:t>
            </a:r>
            <a:br>
              <a:rPr lang="en-US" altLang="zh-TW">
                <a:ea typeface="新細明體" pitchFamily="18" charset="-120"/>
              </a:rPr>
            </a:br>
            <a:r>
              <a:rPr lang="en-US" altLang="zh-TW">
                <a:ea typeface="新細明體" pitchFamily="18" charset="-120"/>
              </a:rPr>
              <a:t>(appending one string to another string)</a:t>
            </a:r>
          </a:p>
          <a:p>
            <a:pPr>
              <a:lnSpc>
                <a:spcPct val="150000"/>
              </a:lnSpc>
            </a:pPr>
            <a:r>
              <a:rPr lang="en-US" altLang="zh-TW">
                <a:ea typeface="新細明體" pitchFamily="18" charset="-120"/>
              </a:rPr>
              <a:t>Comparing String</a:t>
            </a:r>
            <a:endParaRPr lang="en-US" altLang="en-US"/>
          </a:p>
        </p:txBody>
      </p:sp>
      <p:sp>
        <p:nvSpPr>
          <p:cNvPr id="5" name="Slide Number Placeholder 5">
            <a:extLst>
              <a:ext uri="{FF2B5EF4-FFF2-40B4-BE49-F238E27FC236}">
                <a16:creationId xmlns:a16="http://schemas.microsoft.com/office/drawing/2014/main" id="{06C550DE-0863-3748-B4ED-F6F5CC2A0B1F}"/>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7</a:t>
            </a:fld>
            <a:endParaRPr lang="en-US"/>
          </a:p>
        </p:txBody>
      </p:sp>
    </p:spTree>
    <p:extLst>
      <p:ext uri="{BB962C8B-B14F-4D97-AF65-F5344CB8AC3E}">
        <p14:creationId xmlns:p14="http://schemas.microsoft.com/office/powerpoint/2010/main" val="274052900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76200" y="152400"/>
            <a:ext cx="8915400" cy="762000"/>
          </a:xfrm>
        </p:spPr>
        <p:txBody>
          <a:bodyPr>
            <a:noAutofit/>
          </a:bodyPr>
          <a:lstStyle/>
          <a:p>
            <a:r>
              <a:rPr lang="en-US" altLang="zh-TW" sz="3600">
                <a:ea typeface="新細明體" pitchFamily="18" charset="-120"/>
              </a:rPr>
              <a:t>2.1. Declaring and initializing string variables</a:t>
            </a:r>
          </a:p>
        </p:txBody>
      </p:sp>
      <p:sp>
        <p:nvSpPr>
          <p:cNvPr id="11268" name="Rectangle 3"/>
          <p:cNvSpPr>
            <a:spLocks noChangeArrowheads="1"/>
          </p:cNvSpPr>
          <p:nvPr/>
        </p:nvSpPr>
        <p:spPr bwMode="auto">
          <a:xfrm>
            <a:off x="457200" y="990600"/>
            <a:ext cx="8686800" cy="5410200"/>
          </a:xfrm>
          <a:prstGeom prst="rect">
            <a:avLst/>
          </a:prstGeom>
          <a:solidFill>
            <a:schemeClr val="bg1"/>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All the following three variables are initialized to </a:t>
            </a: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represent the string "Hello". </a:t>
            </a: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The size of str1[] is 100; it can store a string of </a:t>
            </a: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length up to 99 (i.e., 99 characters + 1 null character). </a:t>
            </a: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b="0">
                <a:latin typeface="Consolas" panose="020B0609020204030204" pitchFamily="49" charset="0"/>
                <a:ea typeface="新細明體" pitchFamily="18" charset="-120"/>
                <a:cs typeface="Consolas" panose="020B0609020204030204" pitchFamily="49" charset="0"/>
              </a:rPr>
              <a:t> str1[100] = </a:t>
            </a:r>
            <a:r>
              <a:rPr lang="en-US" altLang="zh-TW" sz="2000" b="0">
                <a:solidFill>
                  <a:srgbClr val="3399FF"/>
                </a:solidFill>
                <a:latin typeface="Consolas" panose="020B0609020204030204" pitchFamily="49" charset="0"/>
                <a:ea typeface="新細明體" pitchFamily="18" charset="-120"/>
                <a:cs typeface="Consolas" panose="020B0609020204030204" pitchFamily="49" charset="0"/>
              </a:rPr>
              <a:t>"Hello"</a:t>
            </a: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The size of str2[] will be set to 6 by the compiler</a:t>
            </a: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(i.e., length of "Hello" + 1 null character).</a:t>
            </a: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b="0">
                <a:latin typeface="Consolas" panose="020B0609020204030204" pitchFamily="49" charset="0"/>
                <a:ea typeface="新細明體" pitchFamily="18" charset="-120"/>
                <a:cs typeface="Consolas" panose="020B0609020204030204" pitchFamily="49" charset="0"/>
              </a:rPr>
              <a:t> str2[] = </a:t>
            </a:r>
            <a:r>
              <a:rPr lang="en-US" altLang="zh-TW" sz="2000" b="0">
                <a:solidFill>
                  <a:srgbClr val="3399FF"/>
                </a:solidFill>
                <a:latin typeface="Consolas" panose="020B0609020204030204" pitchFamily="49" charset="0"/>
                <a:ea typeface="新細明體" pitchFamily="18" charset="-120"/>
                <a:cs typeface="Consolas" panose="020B0609020204030204" pitchFamily="49" charset="0"/>
              </a:rPr>
              <a:t>"Hello"</a:t>
            </a: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The array size is 6. With this approach, we need to</a:t>
            </a: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manually set the terminating null character. </a:t>
            </a: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b="0">
                <a:latin typeface="Consolas" panose="020B0609020204030204" pitchFamily="49" charset="0"/>
                <a:ea typeface="新細明體" pitchFamily="18" charset="-120"/>
                <a:cs typeface="Consolas" panose="020B0609020204030204" pitchFamily="49" charset="0"/>
              </a:rPr>
              <a:t> str3[] = { </a:t>
            </a:r>
            <a:r>
              <a:rPr lang="en-US" altLang="zh-TW" sz="2000" b="0">
                <a:solidFill>
                  <a:srgbClr val="3399FF"/>
                </a:solidFill>
                <a:latin typeface="Consolas" panose="020B0609020204030204" pitchFamily="49" charset="0"/>
                <a:ea typeface="新細明體" pitchFamily="18" charset="-120"/>
                <a:cs typeface="Consolas" panose="020B0609020204030204" pitchFamily="49" charset="0"/>
              </a:rPr>
              <a:t>'H', 'e', 'l', 'l', 'o', '\0' </a:t>
            </a: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Initial via the ASCII code, note that null char equal 0. </a:t>
            </a: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b="0">
                <a:latin typeface="Consolas" panose="020B0609020204030204" pitchFamily="49" charset="0"/>
                <a:ea typeface="新細明體" pitchFamily="18" charset="-120"/>
                <a:cs typeface="Consolas" panose="020B0609020204030204" pitchFamily="49" charset="0"/>
              </a:rPr>
              <a:t> str4[] = { </a:t>
            </a:r>
            <a:r>
              <a:rPr lang="en-US" altLang="zh-TW" sz="2000" b="0">
                <a:solidFill>
                  <a:srgbClr val="3399FF"/>
                </a:solidFill>
                <a:latin typeface="Consolas" panose="020B0609020204030204" pitchFamily="49" charset="0"/>
                <a:ea typeface="新細明體" pitchFamily="18" charset="-120"/>
                <a:cs typeface="Consolas" panose="020B0609020204030204" pitchFamily="49" charset="0"/>
              </a:rPr>
              <a:t>72, 101, 108, 108, 111, 0 </a:t>
            </a: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p:txBody>
      </p:sp>
      <p:sp>
        <p:nvSpPr>
          <p:cNvPr id="11269" name="Rectangle 4"/>
          <p:cNvSpPr>
            <a:spLocks noChangeArrowheads="1"/>
          </p:cNvSpPr>
          <p:nvPr/>
        </p:nvSpPr>
        <p:spPr bwMode="auto">
          <a:xfrm>
            <a:off x="0" y="990600"/>
            <a:ext cx="461963" cy="5410200"/>
          </a:xfrm>
          <a:prstGeom prst="rect">
            <a:avLst/>
          </a:prstGeom>
          <a:solidFill>
            <a:schemeClr val="bg1"/>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12</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13</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16</a:t>
            </a:r>
          </a:p>
        </p:txBody>
      </p:sp>
      <p:sp>
        <p:nvSpPr>
          <p:cNvPr id="6" name="Slide Number Placeholder 5">
            <a:extLst>
              <a:ext uri="{FF2B5EF4-FFF2-40B4-BE49-F238E27FC236}">
                <a16:creationId xmlns:a16="http://schemas.microsoft.com/office/drawing/2014/main" id="{911B3CCC-2F97-0249-9D9F-321BE0149101}"/>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8</a:t>
            </a:fld>
            <a:endParaRPr lang="en-US"/>
          </a:p>
        </p:txBody>
      </p:sp>
    </p:spTree>
    <p:extLst>
      <p:ext uri="{BB962C8B-B14F-4D97-AF65-F5344CB8AC3E}">
        <p14:creationId xmlns:p14="http://schemas.microsoft.com/office/powerpoint/2010/main" val="58669757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76200" y="152400"/>
            <a:ext cx="8915400" cy="762000"/>
          </a:xfrm>
        </p:spPr>
        <p:txBody>
          <a:bodyPr>
            <a:noAutofit/>
          </a:bodyPr>
          <a:lstStyle/>
          <a:p>
            <a:r>
              <a:rPr lang="en-US" altLang="zh-TW" sz="3600">
                <a:ea typeface="新細明體" pitchFamily="18" charset="-120"/>
              </a:rPr>
              <a:t>2.2. String I/O with </a:t>
            </a:r>
            <a:r>
              <a:rPr lang="en-US" altLang="zh-TW" sz="3600" err="1">
                <a:latin typeface="Consolas" panose="020B0609020204030204" pitchFamily="49" charset="0"/>
                <a:ea typeface="新細明體" pitchFamily="18" charset="-120"/>
                <a:cs typeface="Consolas" panose="020B0609020204030204" pitchFamily="49" charset="0"/>
              </a:rPr>
              <a:t>scanf</a:t>
            </a:r>
            <a:r>
              <a:rPr lang="en-US" altLang="zh-TW" sz="3600">
                <a:latin typeface="Consolas" panose="020B0609020204030204" pitchFamily="49" charset="0"/>
                <a:ea typeface="新細明體" pitchFamily="18" charset="-120"/>
                <a:cs typeface="Consolas" panose="020B0609020204030204" pitchFamily="49" charset="0"/>
              </a:rPr>
              <a:t>()</a:t>
            </a:r>
            <a:r>
              <a:rPr lang="en-US" altLang="zh-TW" sz="3600">
                <a:ea typeface="新細明體" pitchFamily="18" charset="-120"/>
              </a:rPr>
              <a:t> and </a:t>
            </a:r>
            <a:r>
              <a:rPr lang="en-US" altLang="zh-TW" sz="3600" err="1">
                <a:latin typeface="Consolas" panose="020B0609020204030204" pitchFamily="49" charset="0"/>
                <a:ea typeface="新細明體" pitchFamily="18" charset="-120"/>
                <a:cs typeface="Consolas" panose="020B0609020204030204" pitchFamily="49" charset="0"/>
              </a:rPr>
              <a:t>printf</a:t>
            </a:r>
            <a:r>
              <a:rPr lang="en-US" altLang="zh-TW" sz="3600">
                <a:latin typeface="Consolas" panose="020B0609020204030204" pitchFamily="49" charset="0"/>
                <a:ea typeface="新細明體" pitchFamily="18" charset="-120"/>
                <a:cs typeface="Consolas" panose="020B0609020204030204" pitchFamily="49" charset="0"/>
              </a:rPr>
              <a:t>() </a:t>
            </a:r>
          </a:p>
        </p:txBody>
      </p:sp>
      <p:sp>
        <p:nvSpPr>
          <p:cNvPr id="11268" name="Rectangle 3"/>
          <p:cNvSpPr>
            <a:spLocks noChangeArrowheads="1"/>
          </p:cNvSpPr>
          <p:nvPr/>
        </p:nvSpPr>
        <p:spPr bwMode="auto">
          <a:xfrm>
            <a:off x="457200" y="990600"/>
            <a:ext cx="8686800" cy="5410200"/>
          </a:xfrm>
          <a:prstGeom prst="rect">
            <a:avLst/>
          </a:prstGeom>
          <a:solidFill>
            <a:schemeClr val="bg1"/>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b="0">
                <a:latin typeface="Consolas" panose="020B0609020204030204" pitchFamily="49" charset="0"/>
                <a:ea typeface="新細明體" pitchFamily="18" charset="-120"/>
                <a:cs typeface="Consolas" panose="020B0609020204030204" pitchFamily="49" charset="0"/>
              </a:rPr>
              <a:t> </a:t>
            </a:r>
            <a:r>
              <a:rPr lang="en-US" altLang="zh-TW" sz="2000" b="0" err="1">
                <a:latin typeface="Consolas" panose="020B0609020204030204" pitchFamily="49" charset="0"/>
                <a:ea typeface="新細明體" pitchFamily="18" charset="-120"/>
                <a:cs typeface="Consolas" panose="020B0609020204030204" pitchFamily="49" charset="0"/>
              </a:rPr>
              <a:t>str</a:t>
            </a:r>
            <a:r>
              <a:rPr lang="en-US" altLang="zh-TW" sz="2000" b="0">
                <a:latin typeface="Consolas" panose="020B0609020204030204" pitchFamily="49" charset="0"/>
                <a:ea typeface="新細明體" pitchFamily="18" charset="-120"/>
                <a:cs typeface="Consolas" panose="020B0609020204030204" pitchFamily="49" charset="0"/>
              </a:rPr>
              <a:t>[100];</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err="1">
                <a:latin typeface="Consolas" panose="020B0609020204030204" pitchFamily="49" charset="0"/>
                <a:ea typeface="新細明體" pitchFamily="18" charset="-120"/>
                <a:cs typeface="Consolas" panose="020B0609020204030204" pitchFamily="49" charset="0"/>
              </a:rPr>
              <a:t>printf</a:t>
            </a:r>
            <a:r>
              <a:rPr lang="en-US" altLang="zh-TW" sz="2000" b="0">
                <a:latin typeface="Consolas" panose="020B0609020204030204" pitchFamily="49" charset="0"/>
                <a:ea typeface="新細明體" pitchFamily="18" charset="-120"/>
                <a:cs typeface="Consolas" panose="020B0609020204030204" pitchFamily="49" charset="0"/>
              </a:rPr>
              <a:t>("Input: ");</a:t>
            </a:r>
          </a:p>
          <a:p>
            <a:pPr>
              <a:lnSpc>
                <a:spcPct val="110000"/>
              </a:lnSpc>
            </a:pPr>
            <a:r>
              <a:rPr lang="en-US" altLang="zh-TW" sz="2000" b="0" err="1">
                <a:latin typeface="Consolas" panose="020B0609020204030204" pitchFamily="49" charset="0"/>
                <a:ea typeface="新細明體" pitchFamily="18" charset="-120"/>
                <a:cs typeface="Consolas" panose="020B0609020204030204" pitchFamily="49" charset="0"/>
              </a:rPr>
              <a:t>scanf</a:t>
            </a:r>
            <a:r>
              <a:rPr lang="en-US" altLang="zh-TW" sz="2000" b="0">
                <a:latin typeface="Consolas" panose="020B0609020204030204" pitchFamily="49" charset="0"/>
                <a:ea typeface="新細明體" pitchFamily="18" charset="-120"/>
                <a:cs typeface="Consolas" panose="020B0609020204030204" pitchFamily="49" charset="0"/>
              </a:rPr>
              <a:t>("</a:t>
            </a: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%s</a:t>
            </a:r>
            <a:r>
              <a:rPr lang="en-US" altLang="zh-TW" sz="2000" b="0">
                <a:latin typeface="Consolas" panose="020B0609020204030204" pitchFamily="49" charset="0"/>
                <a:ea typeface="新細明體" pitchFamily="18" charset="-120"/>
                <a:cs typeface="Consolas" panose="020B0609020204030204" pitchFamily="49" charset="0"/>
              </a:rPr>
              <a:t>", </a:t>
            </a:r>
            <a:r>
              <a:rPr lang="en-US" altLang="zh-TW" sz="2000" b="0" err="1">
                <a:latin typeface="Consolas" panose="020B0609020204030204" pitchFamily="49" charset="0"/>
                <a:ea typeface="新細明體" pitchFamily="18" charset="-120"/>
                <a:cs typeface="Consolas" panose="020B0609020204030204" pitchFamily="49" charset="0"/>
              </a:rPr>
              <a:t>str</a:t>
            </a: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err="1">
                <a:latin typeface="Consolas" panose="020B0609020204030204" pitchFamily="49" charset="0"/>
                <a:ea typeface="新細明體" pitchFamily="18" charset="-120"/>
                <a:cs typeface="Consolas" panose="020B0609020204030204" pitchFamily="49" charset="0"/>
              </a:rPr>
              <a:t>printf</a:t>
            </a:r>
            <a:r>
              <a:rPr lang="en-US" altLang="zh-TW" sz="2000" b="0">
                <a:latin typeface="Consolas" panose="020B0609020204030204" pitchFamily="49" charset="0"/>
                <a:ea typeface="新細明體" pitchFamily="18" charset="-120"/>
                <a:cs typeface="Consolas" panose="020B0609020204030204" pitchFamily="49" charset="0"/>
              </a:rPr>
              <a:t>("You have entered: </a:t>
            </a: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%s</a:t>
            </a:r>
            <a:r>
              <a:rPr lang="en-US" altLang="zh-TW" sz="2000" b="0">
                <a:latin typeface="Consolas" panose="020B0609020204030204" pitchFamily="49" charset="0"/>
                <a:ea typeface="新細明體" pitchFamily="18" charset="-120"/>
                <a:cs typeface="Consolas" panose="020B0609020204030204" pitchFamily="49" charset="0"/>
              </a:rPr>
              <a:t>\n", </a:t>
            </a:r>
            <a:r>
              <a:rPr lang="en-US" altLang="zh-TW" sz="2000" b="0" err="1">
                <a:latin typeface="Consolas" panose="020B0609020204030204" pitchFamily="49" charset="0"/>
                <a:ea typeface="新細明體" pitchFamily="18" charset="-120"/>
                <a:cs typeface="Consolas" panose="020B0609020204030204" pitchFamily="49" charset="0"/>
              </a:rPr>
              <a:t>str</a:t>
            </a:r>
            <a:r>
              <a:rPr lang="en-US" altLang="zh-TW" sz="2000" b="0">
                <a:latin typeface="Consolas" panose="020B0609020204030204" pitchFamily="49" charset="0"/>
                <a:ea typeface="新細明體" pitchFamily="18" charset="-120"/>
                <a:cs typeface="Consolas" panose="020B0609020204030204" pitchFamily="49" charset="0"/>
              </a:rPr>
              <a:t>);</a:t>
            </a:r>
          </a:p>
        </p:txBody>
      </p:sp>
      <p:sp>
        <p:nvSpPr>
          <p:cNvPr id="11269" name="Rectangle 4"/>
          <p:cNvSpPr>
            <a:spLocks noChangeArrowheads="1"/>
          </p:cNvSpPr>
          <p:nvPr/>
        </p:nvSpPr>
        <p:spPr bwMode="auto">
          <a:xfrm>
            <a:off x="0" y="990600"/>
            <a:ext cx="461963" cy="5410200"/>
          </a:xfrm>
          <a:prstGeom prst="rect">
            <a:avLst/>
          </a:prstGeom>
          <a:solidFill>
            <a:schemeClr val="bg1"/>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12</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13</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16</a:t>
            </a:r>
          </a:p>
        </p:txBody>
      </p:sp>
      <p:sp>
        <p:nvSpPr>
          <p:cNvPr id="6" name="Rectangle 5"/>
          <p:cNvSpPr>
            <a:spLocks noChangeArrowheads="1"/>
          </p:cNvSpPr>
          <p:nvPr/>
        </p:nvSpPr>
        <p:spPr bwMode="auto">
          <a:xfrm>
            <a:off x="609600" y="5186476"/>
            <a:ext cx="3733800" cy="998538"/>
          </a:xfrm>
          <a:prstGeom prst="rect">
            <a:avLst/>
          </a:prstGeom>
          <a:solidFill>
            <a:srgbClr val="CCCCFF"/>
          </a:solidFill>
          <a:ln w="9525" algn="ctr">
            <a:solidFill>
              <a:schemeClr val="tx1"/>
            </a:solidFill>
            <a:miter lim="800000"/>
            <a:headEnd/>
            <a:tailEnd/>
          </a:ln>
        </p:spPr>
        <p:txBody>
          <a:bodyPr tIns="91440" bIns="91440"/>
          <a:lstStyle>
            <a:lvl1pPr>
              <a:tabLst>
                <a:tab pos="461963" algn="l"/>
                <a:tab pos="914400" algn="l"/>
                <a:tab pos="1376363" algn="l"/>
              </a:tabLst>
              <a:defRPr b="1">
                <a:solidFill>
                  <a:schemeClr val="tx1"/>
                </a:solidFill>
                <a:latin typeface="Arial" charset="0"/>
                <a:cs typeface="Times New Roman" pitchFamily="18" charset="0"/>
              </a:defRPr>
            </a:lvl1pPr>
            <a:lvl2pPr marL="742950" indent="-285750">
              <a:tabLst>
                <a:tab pos="461963" algn="l"/>
                <a:tab pos="914400" algn="l"/>
                <a:tab pos="1376363" algn="l"/>
              </a:tabLst>
              <a:defRPr b="1">
                <a:solidFill>
                  <a:schemeClr val="tx1"/>
                </a:solidFill>
                <a:latin typeface="Arial" charset="0"/>
                <a:cs typeface="Times New Roman" pitchFamily="18" charset="0"/>
              </a:defRPr>
            </a:lvl2pPr>
            <a:lvl3pPr marL="1143000" indent="-228600">
              <a:tabLst>
                <a:tab pos="461963" algn="l"/>
                <a:tab pos="914400" algn="l"/>
                <a:tab pos="1376363" algn="l"/>
              </a:tabLst>
              <a:defRPr b="1">
                <a:solidFill>
                  <a:schemeClr val="tx1"/>
                </a:solidFill>
                <a:latin typeface="Arial" charset="0"/>
                <a:cs typeface="Times New Roman" pitchFamily="18" charset="0"/>
              </a:defRPr>
            </a:lvl3pPr>
            <a:lvl4pPr marL="1600200" indent="-228600">
              <a:tabLst>
                <a:tab pos="461963" algn="l"/>
                <a:tab pos="914400" algn="l"/>
                <a:tab pos="1376363" algn="l"/>
              </a:tabLst>
              <a:defRPr b="1">
                <a:solidFill>
                  <a:schemeClr val="tx1"/>
                </a:solidFill>
                <a:latin typeface="Arial" charset="0"/>
                <a:cs typeface="Times New Roman" pitchFamily="18" charset="0"/>
              </a:defRPr>
            </a:lvl4pPr>
            <a:lvl5pPr marL="2057400" indent="-228600">
              <a:tabLst>
                <a:tab pos="461963" algn="l"/>
                <a:tab pos="914400" algn="l"/>
                <a:tab pos="1376363" algn="l"/>
              </a:tabLst>
              <a:defRPr b="1">
                <a:solidFill>
                  <a:schemeClr val="tx1"/>
                </a:solidFill>
                <a:latin typeface="Arial" charset="0"/>
                <a:cs typeface="Times New Roman" pitchFamily="18" charset="0"/>
              </a:defRPr>
            </a:lvl5pPr>
            <a:lvl6pPr marL="25146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6pPr>
            <a:lvl7pPr marL="29718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7pPr>
            <a:lvl8pPr marL="34290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8pPr>
            <a:lvl9pPr marL="38862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9pPr>
          </a:lstStyle>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Input: </a:t>
            </a:r>
            <a:r>
              <a:rPr lang="en-US" altLang="zh-TW" sz="2000" b="0" dirty="0">
                <a:solidFill>
                  <a:srgbClr val="0000FF"/>
                </a:solidFill>
                <a:highlight>
                  <a:srgbClr val="FFFF00"/>
                </a:highlight>
                <a:latin typeface="Consolas" panose="020B0609020204030204" pitchFamily="49" charset="0"/>
                <a:ea typeface="新細明體" pitchFamily="18" charset="-120"/>
                <a:cs typeface="Consolas" panose="020B0609020204030204" pitchFamily="49" charset="0"/>
              </a:rPr>
              <a:t>Apple</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Orange</a:t>
            </a: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You have entered Apple</a:t>
            </a:r>
          </a:p>
        </p:txBody>
      </p:sp>
      <p:sp>
        <p:nvSpPr>
          <p:cNvPr id="7" name="Rectangle 7"/>
          <p:cNvSpPr txBox="1">
            <a:spLocks noChangeArrowheads="1"/>
          </p:cNvSpPr>
          <p:nvPr/>
        </p:nvSpPr>
        <p:spPr>
          <a:xfrm>
            <a:off x="3581400" y="990600"/>
            <a:ext cx="5424488" cy="1981200"/>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a:ea typeface="新細明體" pitchFamily="18" charset="-120"/>
                <a:cs typeface="Times New Roman" pitchFamily="18" charset="0"/>
              </a:rPr>
              <a:t>The format specifier "</a:t>
            </a:r>
            <a:r>
              <a:rPr kumimoji="1" lang="en-US" altLang="zh-TW" sz="2400" b="1">
                <a:latin typeface="Consolas" panose="020B0609020204030204" pitchFamily="49" charset="0"/>
                <a:ea typeface="新細明體" pitchFamily="18" charset="-120"/>
                <a:cs typeface="Consolas" panose="020B0609020204030204" pitchFamily="49" charset="0"/>
              </a:rPr>
              <a:t>%s</a:t>
            </a:r>
            <a:r>
              <a:rPr kumimoji="1" lang="en-US" altLang="zh-TW" sz="2400">
                <a:ea typeface="新細明體" pitchFamily="18" charset="-120"/>
                <a:cs typeface="Times New Roman" pitchFamily="18" charset="0"/>
              </a:rPr>
              <a:t>" tells </a:t>
            </a:r>
            <a:r>
              <a:rPr kumimoji="1" lang="en-US" altLang="zh-TW" sz="2400" err="1">
                <a:latin typeface="Consolas" panose="020B0609020204030204" pitchFamily="49" charset="0"/>
                <a:ea typeface="新細明體" pitchFamily="18" charset="-120"/>
                <a:cs typeface="Consolas" panose="020B0609020204030204" pitchFamily="49" charset="0"/>
              </a:rPr>
              <a:t>scanf</a:t>
            </a:r>
            <a:r>
              <a:rPr kumimoji="1" lang="en-US" altLang="zh-TW" sz="2400">
                <a:latin typeface="Consolas" panose="020B0609020204030204" pitchFamily="49" charset="0"/>
                <a:ea typeface="新細明體" pitchFamily="18" charset="-120"/>
                <a:cs typeface="Consolas" panose="020B0609020204030204" pitchFamily="49" charset="0"/>
              </a:rPr>
              <a:t>()</a:t>
            </a:r>
            <a:r>
              <a:rPr kumimoji="1" lang="en-US" altLang="zh-TW" sz="2400">
                <a:ea typeface="新細明體" pitchFamily="18" charset="-120"/>
                <a:cs typeface="Times New Roman" pitchFamily="18" charset="0"/>
              </a:rPr>
              <a:t> to read a string made up of </a:t>
            </a:r>
            <a:r>
              <a:rPr kumimoji="1" lang="en-US" altLang="zh-TW" sz="2400" u="sng">
                <a:ea typeface="新細明體" pitchFamily="18" charset="-120"/>
                <a:cs typeface="Times New Roman" pitchFamily="18" charset="0"/>
              </a:rPr>
              <a:t>non-whitespace characters</a:t>
            </a:r>
            <a:r>
              <a:rPr kumimoji="1" lang="en-US" altLang="zh-TW" sz="2400">
                <a:ea typeface="新細明體" pitchFamily="18" charset="-120"/>
                <a:cs typeface="Times New Roman" pitchFamily="18" charset="0"/>
              </a:rPr>
              <a:t>. </a:t>
            </a:r>
          </a:p>
          <a:p>
            <a:pPr marL="0" indent="0">
              <a:spcBef>
                <a:spcPct val="0"/>
              </a:spcBef>
              <a:buFontTx/>
              <a:buNone/>
            </a:pPr>
            <a:endParaRPr kumimoji="1" lang="en-US" altLang="zh-TW" sz="2400">
              <a:ea typeface="新細明體" pitchFamily="18" charset="-120"/>
              <a:cs typeface="Times New Roman" pitchFamily="18" charset="0"/>
            </a:endParaRPr>
          </a:p>
          <a:p>
            <a:pPr marL="0" indent="0">
              <a:spcBef>
                <a:spcPct val="0"/>
              </a:spcBef>
              <a:buFontTx/>
              <a:buNone/>
            </a:pPr>
            <a:r>
              <a:rPr kumimoji="1" lang="en-US" altLang="zh-TW" sz="2400">
                <a:ea typeface="新細明體" pitchFamily="18" charset="-120"/>
                <a:cs typeface="Times New Roman" pitchFamily="18" charset="0"/>
              </a:rPr>
              <a:t>Note: There is no </a:t>
            </a:r>
            <a:r>
              <a:rPr kumimoji="1" lang="en-US" altLang="zh-TW" sz="2400">
                <a:solidFill>
                  <a:srgbClr val="0000FF"/>
                </a:solidFill>
                <a:latin typeface="Consolas" panose="020B0609020204030204" pitchFamily="49" charset="0"/>
                <a:ea typeface="新細明體" pitchFamily="18" charset="-120"/>
                <a:cs typeface="Consolas" panose="020B0609020204030204" pitchFamily="49" charset="0"/>
              </a:rPr>
              <a:t>&amp;</a:t>
            </a:r>
            <a:r>
              <a:rPr kumimoji="1" lang="en-US" altLang="zh-TW" sz="2400">
                <a:ea typeface="新細明體" pitchFamily="18" charset="-120"/>
                <a:cs typeface="Times New Roman" pitchFamily="18" charset="0"/>
              </a:rPr>
              <a:t> before </a:t>
            </a:r>
            <a:r>
              <a:rPr kumimoji="1" lang="en-US" altLang="zh-TW" sz="2400">
                <a:solidFill>
                  <a:srgbClr val="0000FF"/>
                </a:solidFill>
                <a:latin typeface="Consolas" panose="020B0609020204030204" pitchFamily="49" charset="0"/>
                <a:ea typeface="新細明體" pitchFamily="18" charset="-120"/>
                <a:cs typeface="Consolas" panose="020B0609020204030204" pitchFamily="49" charset="0"/>
              </a:rPr>
              <a:t>str</a:t>
            </a:r>
            <a:r>
              <a:rPr kumimoji="1" lang="en-US" altLang="zh-TW" sz="2400">
                <a:ea typeface="新細明體" pitchFamily="18" charset="-120"/>
                <a:cs typeface="Times New Roman" pitchFamily="18" charset="0"/>
              </a:rPr>
              <a:t>.</a:t>
            </a:r>
          </a:p>
        </p:txBody>
      </p:sp>
      <p:sp>
        <p:nvSpPr>
          <p:cNvPr id="8" name="Rectangle 7"/>
          <p:cNvSpPr txBox="1">
            <a:spLocks noChangeArrowheads="1"/>
          </p:cNvSpPr>
          <p:nvPr/>
        </p:nvSpPr>
        <p:spPr>
          <a:xfrm>
            <a:off x="3617686" y="3429000"/>
            <a:ext cx="5424488" cy="914400"/>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a:ea typeface="新細明體" pitchFamily="18" charset="-120"/>
                <a:cs typeface="Times New Roman" pitchFamily="18" charset="0"/>
              </a:rPr>
              <a:t>The format specifier "</a:t>
            </a:r>
            <a:r>
              <a:rPr kumimoji="1" lang="en-US" altLang="zh-TW" sz="2400" b="1">
                <a:latin typeface="Consolas" panose="020B0609020204030204" pitchFamily="49" charset="0"/>
                <a:ea typeface="新細明體" pitchFamily="18" charset="-120"/>
                <a:cs typeface="Consolas" panose="020B0609020204030204" pitchFamily="49" charset="0"/>
              </a:rPr>
              <a:t>%s</a:t>
            </a:r>
            <a:r>
              <a:rPr kumimoji="1" lang="en-US" altLang="zh-TW" sz="2400">
                <a:ea typeface="新細明體" pitchFamily="18" charset="-120"/>
                <a:cs typeface="Times New Roman" pitchFamily="18" charset="0"/>
              </a:rPr>
              <a:t>" tells </a:t>
            </a:r>
            <a:r>
              <a:rPr kumimoji="1" lang="en-US" altLang="zh-TW" sz="2400" err="1">
                <a:latin typeface="Consolas" panose="020B0609020204030204" pitchFamily="49" charset="0"/>
                <a:ea typeface="新細明體" pitchFamily="18" charset="-120"/>
                <a:cs typeface="Consolas" panose="020B0609020204030204" pitchFamily="49" charset="0"/>
              </a:rPr>
              <a:t>printf</a:t>
            </a:r>
            <a:r>
              <a:rPr kumimoji="1" lang="en-US" altLang="zh-TW" sz="2400">
                <a:latin typeface="Consolas" panose="020B0609020204030204" pitchFamily="49" charset="0"/>
                <a:ea typeface="新細明體" pitchFamily="18" charset="-120"/>
                <a:cs typeface="Consolas" panose="020B0609020204030204" pitchFamily="49" charset="0"/>
              </a:rPr>
              <a:t>()</a:t>
            </a:r>
            <a:r>
              <a:rPr kumimoji="1" lang="en-US" altLang="zh-TW" sz="2400">
                <a:ea typeface="新細明體" pitchFamily="18" charset="-120"/>
                <a:cs typeface="Times New Roman" pitchFamily="18" charset="0"/>
              </a:rPr>
              <a:t> to format and output a string. </a:t>
            </a:r>
          </a:p>
        </p:txBody>
      </p:sp>
      <p:sp>
        <p:nvSpPr>
          <p:cNvPr id="9" name="Line 9"/>
          <p:cNvSpPr>
            <a:spLocks noChangeShapeType="1"/>
          </p:cNvSpPr>
          <p:nvPr/>
        </p:nvSpPr>
        <p:spPr bwMode="auto">
          <a:xfrm flipH="1">
            <a:off x="2476500" y="5186476"/>
            <a:ext cx="2324100" cy="70757"/>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wrap="square">
            <a:spAutoFit/>
          </a:bodyPr>
          <a:lstStyle/>
          <a:p>
            <a:endParaRPr lang="en-US"/>
          </a:p>
        </p:txBody>
      </p:sp>
      <p:sp>
        <p:nvSpPr>
          <p:cNvPr id="10" name="Rectangle 7"/>
          <p:cNvSpPr txBox="1">
            <a:spLocks noChangeArrowheads="1"/>
          </p:cNvSpPr>
          <p:nvPr/>
        </p:nvSpPr>
        <p:spPr>
          <a:xfrm>
            <a:off x="4800600" y="4495800"/>
            <a:ext cx="4205288" cy="1524000"/>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dirty="0">
                <a:ea typeface="新細明體" pitchFamily="18" charset="-120"/>
                <a:cs typeface="Times New Roman" pitchFamily="18" charset="0"/>
              </a:rPr>
              <a:t>In this example, the </a:t>
            </a:r>
            <a:r>
              <a:rPr kumimoji="1" lang="en-US" altLang="zh-TW" sz="2400" dirty="0" err="1">
                <a:latin typeface="Consolas" panose="020B0609020204030204" pitchFamily="49" charset="0"/>
                <a:ea typeface="新細明體" pitchFamily="18" charset="-120"/>
                <a:cs typeface="Consolas" panose="020B0609020204030204" pitchFamily="49" charset="0"/>
              </a:rPr>
              <a:t>scanf</a:t>
            </a:r>
            <a:r>
              <a:rPr kumimoji="1" lang="en-US" altLang="zh-TW" sz="2400" dirty="0">
                <a:latin typeface="Consolas" panose="020B0609020204030204" pitchFamily="49" charset="0"/>
                <a:ea typeface="新細明體" pitchFamily="18" charset="-120"/>
                <a:cs typeface="Consolas" panose="020B0609020204030204" pitchFamily="49" charset="0"/>
              </a:rPr>
              <a:t>()</a:t>
            </a:r>
            <a:r>
              <a:rPr kumimoji="1" lang="en-US" altLang="zh-TW" sz="2400" dirty="0">
                <a:ea typeface="新細明體" pitchFamily="18" charset="-120"/>
                <a:cs typeface="Times New Roman" pitchFamily="18" charset="0"/>
              </a:rPr>
              <a:t> will only read "</a:t>
            </a:r>
            <a:r>
              <a:rPr kumimoji="1" lang="en-US" altLang="zh-TW" sz="2400" dirty="0">
                <a:highlight>
                  <a:srgbClr val="FFFF00"/>
                </a:highlight>
                <a:ea typeface="新細明體" pitchFamily="18" charset="-120"/>
                <a:cs typeface="Times New Roman" pitchFamily="18" charset="0"/>
              </a:rPr>
              <a:t>Apple</a:t>
            </a:r>
            <a:r>
              <a:rPr kumimoji="1" lang="en-US" altLang="zh-TW" sz="2400" dirty="0">
                <a:ea typeface="新細明體" pitchFamily="18" charset="-120"/>
                <a:cs typeface="Times New Roman" pitchFamily="18" charset="0"/>
              </a:rPr>
              <a:t>" from the input.</a:t>
            </a:r>
          </a:p>
        </p:txBody>
      </p:sp>
      <p:sp>
        <p:nvSpPr>
          <p:cNvPr id="11" name="Line 9"/>
          <p:cNvSpPr>
            <a:spLocks noChangeShapeType="1"/>
          </p:cNvSpPr>
          <p:nvPr/>
        </p:nvSpPr>
        <p:spPr bwMode="auto">
          <a:xfrm flipH="1">
            <a:off x="1981200" y="1981200"/>
            <a:ext cx="1585686" cy="15240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wrap="square">
            <a:spAutoFit/>
          </a:bodyPr>
          <a:lstStyle/>
          <a:p>
            <a:endParaRPr lang="en-US"/>
          </a:p>
        </p:txBody>
      </p:sp>
      <p:sp>
        <p:nvSpPr>
          <p:cNvPr id="12" name="Line 9"/>
          <p:cNvSpPr>
            <a:spLocks noChangeShapeType="1"/>
          </p:cNvSpPr>
          <p:nvPr/>
        </p:nvSpPr>
        <p:spPr bwMode="auto">
          <a:xfrm flipV="1">
            <a:off x="3810000" y="3276601"/>
            <a:ext cx="304799" cy="152399"/>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wrap="square">
            <a:spAutoFit/>
          </a:bodyPr>
          <a:lstStyle/>
          <a:p>
            <a:endParaRPr lang="en-US"/>
          </a:p>
        </p:txBody>
      </p:sp>
      <p:sp>
        <p:nvSpPr>
          <p:cNvPr id="13" name="Slide Number Placeholder 5">
            <a:extLst>
              <a:ext uri="{FF2B5EF4-FFF2-40B4-BE49-F238E27FC236}">
                <a16:creationId xmlns:a16="http://schemas.microsoft.com/office/drawing/2014/main" id="{54C5873E-6629-264B-98C3-1AB8461E1B0C}"/>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9</a:t>
            </a:fld>
            <a:endParaRPr lang="en-US"/>
          </a:p>
        </p:txBody>
      </p:sp>
    </p:spTree>
    <p:extLst>
      <p:ext uri="{BB962C8B-B14F-4D97-AF65-F5344CB8AC3E}">
        <p14:creationId xmlns:p14="http://schemas.microsoft.com/office/powerpoint/2010/main" val="9662797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57200" y="2010229"/>
            <a:ext cx="3276600" cy="381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Rectangle 2"/>
          <p:cNvSpPr>
            <a:spLocks noGrp="1" noChangeArrowheads="1"/>
          </p:cNvSpPr>
          <p:nvPr>
            <p:ph type="title"/>
          </p:nvPr>
        </p:nvSpPr>
        <p:spPr>
          <a:xfrm>
            <a:off x="76200" y="152400"/>
            <a:ext cx="8915400" cy="762000"/>
          </a:xfrm>
        </p:spPr>
        <p:txBody>
          <a:bodyPr>
            <a:noAutofit/>
          </a:bodyPr>
          <a:lstStyle/>
          <a:p>
            <a:r>
              <a:rPr lang="en-US" altLang="zh-TW" sz="4000">
                <a:ea typeface="新細明體" pitchFamily="18" charset="-120"/>
              </a:rPr>
              <a:t>2.2. Reading a line of text using </a:t>
            </a:r>
            <a:r>
              <a:rPr lang="en-US" altLang="zh-TW" sz="4000" err="1">
                <a:latin typeface="Consolas" panose="020B0609020204030204" pitchFamily="49" charset="0"/>
                <a:ea typeface="新細明體" pitchFamily="18" charset="-120"/>
                <a:cs typeface="Consolas" panose="020B0609020204030204" pitchFamily="49" charset="0"/>
              </a:rPr>
              <a:t>fgets</a:t>
            </a:r>
            <a:r>
              <a:rPr lang="en-US" altLang="zh-TW" sz="4000">
                <a:latin typeface="Consolas" panose="020B0609020204030204" pitchFamily="49" charset="0"/>
                <a:ea typeface="新細明體" pitchFamily="18" charset="-120"/>
                <a:cs typeface="Consolas" panose="020B0609020204030204" pitchFamily="49" charset="0"/>
              </a:rPr>
              <a:t>()</a:t>
            </a:r>
            <a:endParaRPr lang="en-US" altLang="zh-TW" sz="4000">
              <a:solidFill>
                <a:srgbClr val="C00000"/>
              </a:solidFill>
              <a:ea typeface="新細明體" pitchFamily="18" charset="-120"/>
            </a:endParaRPr>
          </a:p>
        </p:txBody>
      </p:sp>
      <p:sp>
        <p:nvSpPr>
          <p:cNvPr id="11268" name="Rectangle 3"/>
          <p:cNvSpPr>
            <a:spLocks noChangeArrowheads="1"/>
          </p:cNvSpPr>
          <p:nvPr/>
        </p:nvSpPr>
        <p:spPr bwMode="auto">
          <a:xfrm>
            <a:off x="457200" y="990600"/>
            <a:ext cx="8686800" cy="2438400"/>
          </a:xfrm>
          <a:prstGeom prst="rect">
            <a:avLst/>
          </a:prstGeom>
          <a:no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b="0" dirty="0">
                <a:latin typeface="Consolas" panose="020B0609020204030204" pitchFamily="49" charset="0"/>
                <a:ea typeface="新細明體" pitchFamily="18" charset="-120"/>
                <a:cs typeface="Consolas" panose="020B0609020204030204" pitchFamily="49" charset="0"/>
              </a:rPr>
              <a:t> str[100];</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err="1">
                <a:latin typeface="Consolas" panose="020B0609020204030204" pitchFamily="49" charset="0"/>
                <a:ea typeface="新細明體" pitchFamily="18" charset="-120"/>
                <a:cs typeface="Consolas" panose="020B0609020204030204" pitchFamily="49" charset="0"/>
              </a:rPr>
              <a:t>printf</a:t>
            </a:r>
            <a:r>
              <a:rPr lang="en-US" altLang="zh-TW" sz="2000" b="0" dirty="0">
                <a:latin typeface="Consolas" panose="020B0609020204030204" pitchFamily="49" charset="0"/>
                <a:ea typeface="新細明體" pitchFamily="18" charset="-120"/>
                <a:cs typeface="Consolas" panose="020B0609020204030204" pitchFamily="49" charset="0"/>
              </a:rPr>
              <a:t>("Input: ");</a:t>
            </a:r>
          </a:p>
          <a:p>
            <a:pPr>
              <a:lnSpc>
                <a:spcPct val="110000"/>
              </a:lnSpc>
            </a:pPr>
            <a:r>
              <a:rPr lang="en-US" altLang="zh-TW" sz="2000" b="0" dirty="0" err="1">
                <a:latin typeface="Consolas" panose="020B0609020204030204" pitchFamily="49" charset="0"/>
                <a:ea typeface="新細明體" pitchFamily="18" charset="-120"/>
                <a:cs typeface="Consolas" panose="020B0609020204030204" pitchFamily="49" charset="0"/>
              </a:rPr>
              <a:t>fgets</a:t>
            </a:r>
            <a:r>
              <a:rPr lang="en-US" altLang="zh-TW" sz="2000" b="0" dirty="0">
                <a:latin typeface="Consolas" panose="020B0609020204030204" pitchFamily="49" charset="0"/>
                <a:ea typeface="新細明體" pitchFamily="18" charset="-120"/>
                <a:cs typeface="Consolas" panose="020B0609020204030204" pitchFamily="49" charset="0"/>
              </a:rPr>
              <a:t>(str, 100, stdin);</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err="1">
                <a:latin typeface="Consolas" panose="020B0609020204030204" pitchFamily="49" charset="0"/>
                <a:ea typeface="新細明體" pitchFamily="18" charset="-120"/>
                <a:cs typeface="Consolas" panose="020B0609020204030204" pitchFamily="49" charset="0"/>
              </a:rPr>
              <a:t>printf</a:t>
            </a:r>
            <a:r>
              <a:rPr lang="en-US" altLang="zh-TW" sz="2000" b="0" dirty="0">
                <a:latin typeface="Consolas" panose="020B0609020204030204" pitchFamily="49" charset="0"/>
                <a:ea typeface="新細明體" pitchFamily="18" charset="-120"/>
                <a:cs typeface="Consolas" panose="020B0609020204030204" pitchFamily="49" charset="0"/>
              </a:rPr>
              <a:t>("You have entered: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%s</a:t>
            </a:r>
            <a:r>
              <a:rPr lang="en-US" altLang="zh-TW" sz="2000" b="0" dirty="0">
                <a:latin typeface="Consolas" panose="020B0609020204030204" pitchFamily="49" charset="0"/>
                <a:ea typeface="新細明體" pitchFamily="18" charset="-120"/>
                <a:cs typeface="Consolas" panose="020B0609020204030204" pitchFamily="49" charset="0"/>
              </a:rPr>
              <a:t>\n", str);</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1269" name="Rectangle 4"/>
          <p:cNvSpPr>
            <a:spLocks noChangeArrowheads="1"/>
          </p:cNvSpPr>
          <p:nvPr/>
        </p:nvSpPr>
        <p:spPr bwMode="auto">
          <a:xfrm>
            <a:off x="0" y="990600"/>
            <a:ext cx="461963" cy="2438400"/>
          </a:xfrm>
          <a:prstGeom prst="rect">
            <a:avLst/>
          </a:prstGeom>
          <a:no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p:txBody>
      </p:sp>
      <p:sp>
        <p:nvSpPr>
          <p:cNvPr id="6" name="Rectangle 5"/>
          <p:cNvSpPr>
            <a:spLocks noChangeArrowheads="1"/>
          </p:cNvSpPr>
          <p:nvPr/>
        </p:nvSpPr>
        <p:spPr bwMode="auto">
          <a:xfrm>
            <a:off x="4267200" y="1202191"/>
            <a:ext cx="4572000" cy="998538"/>
          </a:xfrm>
          <a:prstGeom prst="rect">
            <a:avLst/>
          </a:prstGeom>
          <a:solidFill>
            <a:srgbClr val="CCCCFF"/>
          </a:solidFill>
          <a:ln w="9525" algn="ctr">
            <a:solidFill>
              <a:schemeClr val="tx1"/>
            </a:solidFill>
            <a:miter lim="800000"/>
            <a:headEnd/>
            <a:tailEnd/>
          </a:ln>
        </p:spPr>
        <p:txBody>
          <a:bodyPr tIns="91440" bIns="91440"/>
          <a:lstStyle>
            <a:lvl1pPr>
              <a:tabLst>
                <a:tab pos="461963" algn="l"/>
                <a:tab pos="914400" algn="l"/>
                <a:tab pos="1376363" algn="l"/>
              </a:tabLst>
              <a:defRPr b="1">
                <a:solidFill>
                  <a:schemeClr val="tx1"/>
                </a:solidFill>
                <a:latin typeface="Arial" charset="0"/>
                <a:cs typeface="Times New Roman" pitchFamily="18" charset="0"/>
              </a:defRPr>
            </a:lvl1pPr>
            <a:lvl2pPr marL="742950" indent="-285750">
              <a:tabLst>
                <a:tab pos="461963" algn="l"/>
                <a:tab pos="914400" algn="l"/>
                <a:tab pos="1376363" algn="l"/>
              </a:tabLst>
              <a:defRPr b="1">
                <a:solidFill>
                  <a:schemeClr val="tx1"/>
                </a:solidFill>
                <a:latin typeface="Arial" charset="0"/>
                <a:cs typeface="Times New Roman" pitchFamily="18" charset="0"/>
              </a:defRPr>
            </a:lvl2pPr>
            <a:lvl3pPr marL="1143000" indent="-228600">
              <a:tabLst>
                <a:tab pos="461963" algn="l"/>
                <a:tab pos="914400" algn="l"/>
                <a:tab pos="1376363" algn="l"/>
              </a:tabLst>
              <a:defRPr b="1">
                <a:solidFill>
                  <a:schemeClr val="tx1"/>
                </a:solidFill>
                <a:latin typeface="Arial" charset="0"/>
                <a:cs typeface="Times New Roman" pitchFamily="18" charset="0"/>
              </a:defRPr>
            </a:lvl3pPr>
            <a:lvl4pPr marL="1600200" indent="-228600">
              <a:tabLst>
                <a:tab pos="461963" algn="l"/>
                <a:tab pos="914400" algn="l"/>
                <a:tab pos="1376363" algn="l"/>
              </a:tabLst>
              <a:defRPr b="1">
                <a:solidFill>
                  <a:schemeClr val="tx1"/>
                </a:solidFill>
                <a:latin typeface="Arial" charset="0"/>
                <a:cs typeface="Times New Roman" pitchFamily="18" charset="0"/>
              </a:defRPr>
            </a:lvl4pPr>
            <a:lvl5pPr marL="2057400" indent="-228600">
              <a:tabLst>
                <a:tab pos="461963" algn="l"/>
                <a:tab pos="914400" algn="l"/>
                <a:tab pos="1376363" algn="l"/>
              </a:tabLst>
              <a:defRPr b="1">
                <a:solidFill>
                  <a:schemeClr val="tx1"/>
                </a:solidFill>
                <a:latin typeface="Arial" charset="0"/>
                <a:cs typeface="Times New Roman" pitchFamily="18" charset="0"/>
              </a:defRPr>
            </a:lvl5pPr>
            <a:lvl6pPr marL="25146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6pPr>
            <a:lvl7pPr marL="29718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7pPr>
            <a:lvl8pPr marL="34290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8pPr>
            <a:lvl9pPr marL="38862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9pPr>
          </a:lstStyle>
          <a:p>
            <a:pPr eaLnBrk="1" hangingPunct="1">
              <a:lnSpc>
                <a:spcPct val="80000"/>
              </a:lnSpc>
              <a:spcBef>
                <a:spcPct val="20000"/>
              </a:spcBef>
            </a:pPr>
            <a:r>
              <a:rPr lang="en-US" altLang="zh-TW" sz="2000" b="0">
                <a:solidFill>
                  <a:srgbClr val="000000"/>
                </a:solidFill>
                <a:latin typeface="Consolas" panose="020B0609020204030204" pitchFamily="49" charset="0"/>
                <a:ea typeface="新細明體" pitchFamily="18" charset="-120"/>
                <a:cs typeface="Consolas" panose="020B0609020204030204" pitchFamily="49" charset="0"/>
              </a:rPr>
              <a:t>Input: </a:t>
            </a: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Apple Orange</a:t>
            </a:r>
          </a:p>
          <a:p>
            <a:pPr eaLnBrk="1" hangingPunct="1">
              <a:lnSpc>
                <a:spcPct val="80000"/>
              </a:lnSpc>
              <a:spcBef>
                <a:spcPct val="20000"/>
              </a:spcBef>
            </a:pPr>
            <a:r>
              <a:rPr lang="en-US" altLang="zh-TW" sz="2000" b="0">
                <a:solidFill>
                  <a:srgbClr val="000000"/>
                </a:solidFill>
                <a:latin typeface="Consolas" panose="020B0609020204030204" pitchFamily="49" charset="0"/>
                <a:ea typeface="新細明體" pitchFamily="18" charset="-120"/>
                <a:cs typeface="Consolas" panose="020B0609020204030204" pitchFamily="49" charset="0"/>
              </a:rPr>
              <a:t>You have entered Apple Orange</a:t>
            </a:r>
          </a:p>
        </p:txBody>
      </p:sp>
      <p:sp>
        <p:nvSpPr>
          <p:cNvPr id="7" name="Rectangle 7"/>
          <p:cNvSpPr txBox="1">
            <a:spLocks noChangeArrowheads="1"/>
          </p:cNvSpPr>
          <p:nvPr/>
        </p:nvSpPr>
        <p:spPr>
          <a:xfrm>
            <a:off x="209210" y="3124201"/>
            <a:ext cx="8934790" cy="3232151"/>
          </a:xfrm>
          <a:prstGeom prst="rect">
            <a:avLst/>
          </a:prstGeom>
          <a:solidFill>
            <a:srgbClr val="CCFFCC"/>
          </a:solidFill>
          <a:ln cap="flat" algn="ctr">
            <a:solidFill>
              <a:schemeClr val="tx1"/>
            </a:solidFill>
            <a:miter lim="800000"/>
            <a:headEnd/>
            <a:tailEnd/>
          </a:ln>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dirty="0">
                <a:ea typeface="新細明體" pitchFamily="18" charset="-120"/>
                <a:cs typeface="Times New Roman" pitchFamily="18" charset="0"/>
              </a:rPr>
              <a:t>Here </a:t>
            </a:r>
            <a:r>
              <a:rPr kumimoji="1" lang="en-US" altLang="zh-TW" sz="2400" dirty="0" err="1">
                <a:latin typeface="Consolas" panose="020B0609020204030204" pitchFamily="49" charset="0"/>
                <a:ea typeface="新細明體" pitchFamily="18" charset="-120"/>
                <a:cs typeface="Times New Roman" pitchFamily="18" charset="0"/>
              </a:rPr>
              <a:t>fgets</a:t>
            </a:r>
            <a:r>
              <a:rPr kumimoji="1" lang="en-US" altLang="zh-TW" sz="2400" dirty="0">
                <a:latin typeface="Consolas" panose="020B0609020204030204" pitchFamily="49" charset="0"/>
                <a:ea typeface="新細明體" pitchFamily="18" charset="-120"/>
                <a:cs typeface="Times New Roman" pitchFamily="18" charset="0"/>
              </a:rPr>
              <a:t>()</a:t>
            </a:r>
            <a:r>
              <a:rPr kumimoji="1" lang="en-US" altLang="zh-TW" sz="2400" dirty="0">
                <a:ea typeface="新細明體" pitchFamily="18" charset="-120"/>
                <a:cs typeface="Times New Roman" pitchFamily="18" charset="0"/>
              </a:rPr>
              <a:t> reads </a:t>
            </a:r>
            <a:r>
              <a:rPr kumimoji="1" lang="en-US" altLang="zh-TW" sz="2400" dirty="0">
                <a:highlight>
                  <a:srgbClr val="FFFF00"/>
                </a:highlight>
                <a:ea typeface="新細明體" pitchFamily="18" charset="-120"/>
                <a:cs typeface="Times New Roman" pitchFamily="18" charset="0"/>
              </a:rPr>
              <a:t>at most 99 characters </a:t>
            </a:r>
            <a:r>
              <a:rPr kumimoji="1" lang="en-US" altLang="zh-TW" sz="2400" dirty="0">
                <a:ea typeface="新細明體" pitchFamily="18" charset="-120"/>
                <a:cs typeface="Times New Roman" pitchFamily="18" charset="0"/>
              </a:rPr>
              <a:t>from the input </a:t>
            </a:r>
            <a:r>
              <a:rPr kumimoji="1" lang="en-US" altLang="zh-TW" sz="2400" dirty="0">
                <a:highlight>
                  <a:srgbClr val="FFFF00"/>
                </a:highlight>
                <a:ea typeface="新細明體" pitchFamily="18" charset="-120"/>
                <a:cs typeface="Times New Roman" pitchFamily="18" charset="0"/>
              </a:rPr>
              <a:t>or until a newline </a:t>
            </a:r>
            <a:r>
              <a:rPr kumimoji="1" lang="en-US" altLang="zh-TW" sz="2400" dirty="0">
                <a:ea typeface="新細明體" pitchFamily="18" charset="-120"/>
                <a:cs typeface="Times New Roman" pitchFamily="18" charset="0"/>
              </a:rPr>
              <a:t>character is encountered in the input (whichever happens first), and stores the characters (</a:t>
            </a:r>
            <a:r>
              <a:rPr kumimoji="1" lang="en-US" altLang="zh-TW" sz="2400" dirty="0">
                <a:highlight>
                  <a:srgbClr val="FFFF00"/>
                </a:highlight>
                <a:ea typeface="新細明體" pitchFamily="18" charset="-120"/>
                <a:cs typeface="Times New Roman" pitchFamily="18" charset="0"/>
              </a:rPr>
              <a:t>including the newline character</a:t>
            </a:r>
            <a:r>
              <a:rPr kumimoji="1" lang="en-US" altLang="zh-TW" sz="2400" dirty="0">
                <a:ea typeface="新細明體" pitchFamily="18" charset="-120"/>
                <a:cs typeface="Times New Roman" pitchFamily="18" charset="0"/>
              </a:rPr>
              <a:t>, if any) in </a:t>
            </a:r>
            <a:r>
              <a:rPr kumimoji="1" lang="en-US" altLang="zh-TW" sz="2400" dirty="0">
                <a:latin typeface="Consolas" panose="020B0609020204030204" pitchFamily="49" charset="0"/>
                <a:ea typeface="新細明體" pitchFamily="18" charset="-120"/>
                <a:cs typeface="Consolas" panose="020B0609020204030204" pitchFamily="49" charset="0"/>
              </a:rPr>
              <a:t>str[]</a:t>
            </a:r>
            <a:r>
              <a:rPr kumimoji="1" lang="en-US" altLang="zh-TW" sz="2400" dirty="0">
                <a:cs typeface="Times New Roman" pitchFamily="18" charset="0"/>
              </a:rPr>
              <a:t>.</a:t>
            </a:r>
          </a:p>
          <a:p>
            <a:pPr marL="0" indent="0">
              <a:spcBef>
                <a:spcPct val="0"/>
              </a:spcBef>
              <a:buFontTx/>
              <a:buNone/>
            </a:pPr>
            <a:endParaRPr kumimoji="1" lang="en-US" altLang="zh-TW" sz="2400" dirty="0">
              <a:latin typeface="Consolas" panose="020B0609020204030204" pitchFamily="49" charset="0"/>
              <a:ea typeface="新細明體" pitchFamily="18" charset="-120"/>
              <a:cs typeface="Consolas" panose="020B0609020204030204" pitchFamily="49" charset="0"/>
            </a:endParaRPr>
          </a:p>
          <a:p>
            <a:pPr marL="0" indent="0">
              <a:spcBef>
                <a:spcPct val="0"/>
              </a:spcBef>
              <a:buFontTx/>
              <a:buNone/>
            </a:pPr>
            <a:r>
              <a:rPr kumimoji="1" lang="en-US" altLang="zh-TW" sz="2400" dirty="0">
                <a:ea typeface="新細明體" pitchFamily="18" charset="-120"/>
                <a:cs typeface="Times New Roman" pitchFamily="18" charset="0"/>
              </a:rPr>
              <a:t>		</a:t>
            </a:r>
            <a:r>
              <a:rPr kumimoji="1" lang="en-US" altLang="zh-TW" sz="2400" dirty="0">
                <a:solidFill>
                  <a:srgbClr val="FF0000"/>
                </a:solidFill>
                <a:ea typeface="新細明體" pitchFamily="18" charset="-120"/>
                <a:cs typeface="Times New Roman" pitchFamily="18" charset="0"/>
              </a:rPr>
              <a:t>1</a:t>
            </a:r>
            <a:r>
              <a:rPr kumimoji="1" lang="en-US" altLang="zh-TW" sz="2400" baseline="30000" dirty="0">
                <a:solidFill>
                  <a:srgbClr val="FF0000"/>
                </a:solidFill>
                <a:ea typeface="新細明體" pitchFamily="18" charset="-120"/>
                <a:cs typeface="Times New Roman" pitchFamily="18" charset="0"/>
              </a:rPr>
              <a:t>st</a:t>
            </a:r>
            <a:r>
              <a:rPr kumimoji="1" lang="en-US" altLang="zh-TW" sz="2400" dirty="0">
                <a:solidFill>
                  <a:srgbClr val="FF0000"/>
                </a:solidFill>
                <a:ea typeface="新細明體" pitchFamily="18" charset="-120"/>
                <a:cs typeface="Times New Roman" pitchFamily="18" charset="0"/>
              </a:rPr>
              <a:t> argument – the array to store the input string</a:t>
            </a:r>
          </a:p>
          <a:p>
            <a:pPr marL="2695575" indent="0">
              <a:spcBef>
                <a:spcPct val="0"/>
              </a:spcBef>
              <a:buFontTx/>
              <a:buNone/>
            </a:pPr>
            <a:r>
              <a:rPr kumimoji="1" lang="en-US" altLang="zh-TW" sz="2400" dirty="0">
                <a:solidFill>
                  <a:srgbClr val="0070C0"/>
                </a:solidFill>
                <a:highlight>
                  <a:srgbClr val="00FF00"/>
                </a:highlight>
                <a:ea typeface="新細明體" pitchFamily="18" charset="-120"/>
                <a:cs typeface="Times New Roman" pitchFamily="18" charset="0"/>
              </a:rPr>
              <a:t>2</a:t>
            </a:r>
            <a:r>
              <a:rPr kumimoji="1" lang="en-US" altLang="zh-TW" sz="2400" baseline="30000" dirty="0">
                <a:solidFill>
                  <a:srgbClr val="0070C0"/>
                </a:solidFill>
                <a:highlight>
                  <a:srgbClr val="00FF00"/>
                </a:highlight>
                <a:ea typeface="新細明體" pitchFamily="18" charset="-120"/>
                <a:cs typeface="Times New Roman" pitchFamily="18" charset="0"/>
              </a:rPr>
              <a:t>nd</a:t>
            </a:r>
            <a:r>
              <a:rPr kumimoji="1" lang="en-US" altLang="zh-TW" sz="2400" dirty="0">
                <a:solidFill>
                  <a:srgbClr val="0070C0"/>
                </a:solidFill>
                <a:highlight>
                  <a:srgbClr val="00FF00"/>
                </a:highlight>
                <a:ea typeface="新細明體" pitchFamily="18" charset="-120"/>
                <a:cs typeface="Times New Roman" pitchFamily="18" charset="0"/>
              </a:rPr>
              <a:t> argument – the size of the array in the 1</a:t>
            </a:r>
            <a:r>
              <a:rPr kumimoji="1" lang="en-US" altLang="zh-TW" sz="2400" baseline="30000" dirty="0">
                <a:solidFill>
                  <a:srgbClr val="0070C0"/>
                </a:solidFill>
                <a:highlight>
                  <a:srgbClr val="00FF00"/>
                </a:highlight>
                <a:ea typeface="新細明體" pitchFamily="18" charset="-120"/>
                <a:cs typeface="Times New Roman" pitchFamily="18" charset="0"/>
              </a:rPr>
              <a:t>st</a:t>
            </a:r>
            <a:r>
              <a:rPr kumimoji="1" lang="en-US" altLang="zh-TW" sz="2400" dirty="0">
                <a:solidFill>
                  <a:srgbClr val="0070C0"/>
                </a:solidFill>
                <a:highlight>
                  <a:srgbClr val="00FF00"/>
                </a:highlight>
                <a:ea typeface="新細明體" pitchFamily="18" charset="-120"/>
                <a:cs typeface="Times New Roman" pitchFamily="18" charset="0"/>
              </a:rPr>
              <a:t> argument (can also be used to control the maximum number of characters to read)</a:t>
            </a:r>
          </a:p>
          <a:p>
            <a:pPr marL="3676650" indent="0">
              <a:spcBef>
                <a:spcPct val="0"/>
              </a:spcBef>
              <a:buFontTx/>
              <a:buNone/>
            </a:pPr>
            <a:r>
              <a:rPr kumimoji="1" lang="en-US" altLang="zh-TW" sz="2400" dirty="0">
                <a:solidFill>
                  <a:srgbClr val="750F6D"/>
                </a:solidFill>
                <a:ea typeface="新細明體" pitchFamily="18" charset="-120"/>
                <a:cs typeface="Times New Roman" pitchFamily="18" charset="0"/>
              </a:rPr>
              <a:t>3</a:t>
            </a:r>
            <a:r>
              <a:rPr kumimoji="1" lang="en-US" altLang="zh-TW" sz="2400" baseline="30000" dirty="0">
                <a:solidFill>
                  <a:srgbClr val="750F6D"/>
                </a:solidFill>
                <a:ea typeface="新細明體" pitchFamily="18" charset="-120"/>
                <a:cs typeface="Times New Roman" pitchFamily="18" charset="0"/>
              </a:rPr>
              <a:t>rd</a:t>
            </a:r>
            <a:r>
              <a:rPr kumimoji="1" lang="en-US" altLang="zh-TW" sz="2400" dirty="0">
                <a:solidFill>
                  <a:srgbClr val="750F6D"/>
                </a:solidFill>
                <a:ea typeface="新細明體" pitchFamily="18" charset="-120"/>
                <a:cs typeface="Times New Roman" pitchFamily="18" charset="0"/>
              </a:rPr>
              <a:t> argument – from where to read the input. </a:t>
            </a:r>
            <a:r>
              <a:rPr kumimoji="1" lang="en-US" altLang="zh-TW" sz="2400" dirty="0">
                <a:solidFill>
                  <a:srgbClr val="750F6D"/>
                </a:solidFill>
                <a:highlight>
                  <a:srgbClr val="00FFFF"/>
                </a:highlight>
                <a:latin typeface="Consolas" panose="020B0609020204030204" pitchFamily="49" charset="0"/>
                <a:ea typeface="新細明體" pitchFamily="18" charset="-120"/>
                <a:cs typeface="Consolas" panose="020B0609020204030204" pitchFamily="49" charset="0"/>
              </a:rPr>
              <a:t>stdin</a:t>
            </a:r>
            <a:r>
              <a:rPr kumimoji="1" lang="en-US" altLang="zh-TW" sz="2400" dirty="0">
                <a:solidFill>
                  <a:srgbClr val="750F6D"/>
                </a:solidFill>
                <a:ea typeface="新細明體" pitchFamily="18" charset="-120"/>
                <a:cs typeface="Times New Roman" pitchFamily="18" charset="0"/>
              </a:rPr>
              <a:t> represents the "</a:t>
            </a:r>
            <a:r>
              <a:rPr kumimoji="1" lang="en-US" altLang="zh-TW" sz="2400" dirty="0">
                <a:solidFill>
                  <a:srgbClr val="750F6D"/>
                </a:solidFill>
                <a:highlight>
                  <a:srgbClr val="00FFFF"/>
                </a:highlight>
                <a:ea typeface="新細明體" pitchFamily="18" charset="-120"/>
                <a:cs typeface="Times New Roman" pitchFamily="18" charset="0"/>
              </a:rPr>
              <a:t>console input</a:t>
            </a:r>
            <a:r>
              <a:rPr kumimoji="1" lang="en-US" altLang="zh-TW" sz="2400" dirty="0">
                <a:solidFill>
                  <a:srgbClr val="750F6D"/>
                </a:solidFill>
                <a:ea typeface="新細明體" pitchFamily="18" charset="-120"/>
                <a:cs typeface="Times New Roman" pitchFamily="18" charset="0"/>
              </a:rPr>
              <a:t>".</a:t>
            </a:r>
          </a:p>
          <a:p>
            <a:pPr marL="0" indent="0">
              <a:spcBef>
                <a:spcPct val="0"/>
              </a:spcBef>
              <a:buNone/>
            </a:pPr>
            <a:r>
              <a:rPr lang="en-US" altLang="zh-TW" b="1" dirty="0" err="1">
                <a:latin typeface="Consolas" panose="020B0609020204030204" pitchFamily="49" charset="0"/>
                <a:cs typeface="Consolas" panose="020B0609020204030204" pitchFamily="49" charset="0"/>
              </a:rPr>
              <a:t>fgets</a:t>
            </a:r>
            <a:r>
              <a:rPr lang="en-US" altLang="zh-TW" b="1" dirty="0">
                <a:latin typeface="Consolas" panose="020B0609020204030204" pitchFamily="49" charset="0"/>
                <a:cs typeface="Consolas" panose="020B0609020204030204" pitchFamily="49" charset="0"/>
              </a:rPr>
              <a:t>(</a:t>
            </a:r>
            <a:r>
              <a:rPr lang="en-US" altLang="zh-TW" dirty="0">
                <a:solidFill>
                  <a:srgbClr val="FF0000"/>
                </a:solidFill>
                <a:latin typeface="Consolas" panose="020B0609020204030204" pitchFamily="49" charset="0"/>
                <a:cs typeface="Consolas" panose="020B0609020204030204" pitchFamily="49" charset="0"/>
              </a:rPr>
              <a:t>str</a:t>
            </a:r>
            <a:r>
              <a:rPr lang="en-US" altLang="zh-TW" dirty="0">
                <a:latin typeface="Consolas" panose="020B0609020204030204" pitchFamily="49" charset="0"/>
                <a:cs typeface="Consolas" panose="020B0609020204030204" pitchFamily="49" charset="0"/>
              </a:rPr>
              <a:t>, </a:t>
            </a:r>
            <a:r>
              <a:rPr lang="en-US" altLang="zh-TW" dirty="0">
                <a:solidFill>
                  <a:srgbClr val="0070C0"/>
                </a:solidFill>
                <a:highlight>
                  <a:srgbClr val="00FF00"/>
                </a:highlight>
                <a:latin typeface="Consolas" panose="020B0609020204030204" pitchFamily="49" charset="0"/>
                <a:cs typeface="Consolas" panose="020B0609020204030204" pitchFamily="49" charset="0"/>
              </a:rPr>
              <a:t>100</a:t>
            </a:r>
            <a:r>
              <a:rPr lang="en-US" altLang="zh-TW" dirty="0">
                <a:latin typeface="Consolas" panose="020B0609020204030204" pitchFamily="49" charset="0"/>
                <a:cs typeface="Consolas" panose="020B0609020204030204" pitchFamily="49" charset="0"/>
              </a:rPr>
              <a:t>, </a:t>
            </a:r>
            <a:r>
              <a:rPr lang="en-US" altLang="zh-TW" dirty="0">
                <a:solidFill>
                  <a:srgbClr val="750F6D"/>
                </a:solidFill>
                <a:latin typeface="Consolas" panose="020B0609020204030204" pitchFamily="49" charset="0"/>
                <a:cs typeface="Consolas" panose="020B0609020204030204" pitchFamily="49" charset="0"/>
              </a:rPr>
              <a:t>stdin</a:t>
            </a:r>
            <a:r>
              <a:rPr lang="en-US" altLang="zh-TW" b="1" dirty="0">
                <a:latin typeface="Consolas" panose="020B0609020204030204" pitchFamily="49" charset="0"/>
                <a:cs typeface="Consolas" panose="020B0609020204030204" pitchFamily="49" charset="0"/>
              </a:rPr>
              <a:t>);</a:t>
            </a:r>
            <a:endParaRPr kumimoji="1" lang="en-US" altLang="zh-TW" b="1" dirty="0">
              <a:cs typeface="Times New Roman" pitchFamily="18" charset="0"/>
            </a:endParaRPr>
          </a:p>
          <a:p>
            <a:pPr marL="4486275" indent="0">
              <a:spcBef>
                <a:spcPct val="0"/>
              </a:spcBef>
              <a:buFontTx/>
              <a:buNone/>
            </a:pPr>
            <a:endParaRPr kumimoji="1" lang="en-US" altLang="zh-TW" sz="2400" dirty="0">
              <a:ea typeface="新細明體" pitchFamily="18" charset="-120"/>
              <a:cs typeface="Times New Roman" pitchFamily="18" charset="0"/>
            </a:endParaRPr>
          </a:p>
        </p:txBody>
      </p:sp>
      <p:sp>
        <p:nvSpPr>
          <p:cNvPr id="9" name="Slide Number Placeholder 5">
            <a:extLst>
              <a:ext uri="{FF2B5EF4-FFF2-40B4-BE49-F238E27FC236}">
                <a16:creationId xmlns:a16="http://schemas.microsoft.com/office/drawing/2014/main" id="{8E7A05C5-40D4-E140-9686-78CFBCDD4402}"/>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10</a:t>
            </a:fld>
            <a:endParaRPr lang="en-US"/>
          </a:p>
        </p:txBody>
      </p:sp>
      <p:sp>
        <p:nvSpPr>
          <p:cNvPr id="13" name="Bent Arrow 12"/>
          <p:cNvSpPr/>
          <p:nvPr/>
        </p:nvSpPr>
        <p:spPr>
          <a:xfrm rot="5400000" flipV="1">
            <a:off x="1009480" y="4781551"/>
            <a:ext cx="1447802" cy="571500"/>
          </a:xfrm>
          <a:prstGeom prst="bentArrow">
            <a:avLst>
              <a:gd name="adj1" fmla="val 25000"/>
              <a:gd name="adj2" fmla="val 32143"/>
              <a:gd name="adj3" fmla="val 25000"/>
              <a:gd name="adj4" fmla="val 4375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8" name="Bent Arrow 17"/>
          <p:cNvSpPr/>
          <p:nvPr/>
        </p:nvSpPr>
        <p:spPr>
          <a:xfrm rot="5400000" flipV="1">
            <a:off x="2033587" y="4900612"/>
            <a:ext cx="1228725" cy="571500"/>
          </a:xfrm>
          <a:prstGeom prst="bentArrow">
            <a:avLst>
              <a:gd name="adj1" fmla="val 25000"/>
              <a:gd name="adj2" fmla="val 32143"/>
              <a:gd name="adj3" fmla="val 25000"/>
              <a:gd name="adj4" fmla="val 4375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9" name="Bent Arrow 18"/>
          <p:cNvSpPr/>
          <p:nvPr/>
        </p:nvSpPr>
        <p:spPr>
          <a:xfrm rot="5400000" flipV="1">
            <a:off x="3405272" y="5319797"/>
            <a:ext cx="390525" cy="571331"/>
          </a:xfrm>
          <a:prstGeom prst="bentArrow">
            <a:avLst>
              <a:gd name="adj1" fmla="val 25000"/>
              <a:gd name="adj2" fmla="val 37021"/>
              <a:gd name="adj3" fmla="val 25000"/>
              <a:gd name="adj4" fmla="val 4375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5737445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0" y="3354615"/>
            <a:ext cx="1972694" cy="381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Rectangle 2"/>
          <p:cNvSpPr>
            <a:spLocks noGrp="1" noChangeArrowheads="1"/>
          </p:cNvSpPr>
          <p:nvPr>
            <p:ph type="title"/>
          </p:nvPr>
        </p:nvSpPr>
        <p:spPr>
          <a:xfrm>
            <a:off x="76200" y="152400"/>
            <a:ext cx="8915400" cy="762000"/>
          </a:xfrm>
        </p:spPr>
        <p:txBody>
          <a:bodyPr>
            <a:noAutofit/>
          </a:bodyPr>
          <a:lstStyle/>
          <a:p>
            <a:r>
              <a:rPr lang="en-US" altLang="zh-TW" sz="4000">
                <a:ea typeface="新細明體" pitchFamily="18" charset="-120"/>
              </a:rPr>
              <a:t>2.3. Obtaining string length</a:t>
            </a:r>
          </a:p>
        </p:txBody>
      </p:sp>
      <p:sp>
        <p:nvSpPr>
          <p:cNvPr id="11268" name="Rectangle 3"/>
          <p:cNvSpPr>
            <a:spLocks noChangeArrowheads="1"/>
          </p:cNvSpPr>
          <p:nvPr/>
        </p:nvSpPr>
        <p:spPr bwMode="auto">
          <a:xfrm>
            <a:off x="457200" y="990600"/>
            <a:ext cx="8686800" cy="5410200"/>
          </a:xfrm>
          <a:prstGeom prst="rect">
            <a:avLst/>
          </a:prstGeom>
          <a:solidFill>
            <a:schemeClr val="bg1"/>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#include &lt;</a:t>
            </a:r>
            <a:r>
              <a:rPr lang="en-US" altLang="zh-TW" sz="2000" b="0" dirty="0" err="1">
                <a:latin typeface="Consolas" panose="020B0609020204030204" pitchFamily="49" charset="0"/>
                <a:ea typeface="新細明體" pitchFamily="18" charset="-120"/>
                <a:cs typeface="Consolas" panose="020B0609020204030204" pitchFamily="49" charset="0"/>
              </a:rPr>
              <a:t>stdio.h</a:t>
            </a:r>
            <a:r>
              <a:rPr lang="en-US" altLang="zh-TW" sz="2000" b="0" dirty="0">
                <a:latin typeface="Consolas" panose="020B0609020204030204" pitchFamily="49" charset="0"/>
                <a:ea typeface="新細明體" pitchFamily="18" charset="-120"/>
                <a:cs typeface="Consolas" panose="020B0609020204030204" pitchFamily="49" charset="0"/>
              </a:rPr>
              <a:t>&gt;</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#include &lt;</a:t>
            </a:r>
            <a:r>
              <a:rPr lang="en-US" altLang="zh-TW" sz="2000" b="0" dirty="0" err="1">
                <a:latin typeface="Consolas" panose="020B0609020204030204" pitchFamily="49" charset="0"/>
                <a:ea typeface="新細明體" pitchFamily="18" charset="-120"/>
                <a:cs typeface="Consolas" panose="020B0609020204030204" pitchFamily="49" charset="0"/>
              </a:rPr>
              <a:t>string.h</a:t>
            </a:r>
            <a:r>
              <a:rPr lang="en-US" altLang="zh-TW" sz="2000" b="0" dirty="0">
                <a:latin typeface="Consolas" panose="020B0609020204030204" pitchFamily="49" charset="0"/>
                <a:ea typeface="新細明體" pitchFamily="18" charset="-120"/>
                <a:cs typeface="Consolas" panose="020B0609020204030204" pitchFamily="49" charset="0"/>
              </a:rPr>
              <a:t>&gt;</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int </a:t>
            </a:r>
            <a:r>
              <a:rPr lang="en-US" altLang="zh-TW" sz="2000" b="0" dirty="0">
                <a:latin typeface="Consolas" panose="020B0609020204030204" pitchFamily="49" charset="0"/>
                <a:ea typeface="新細明體" pitchFamily="18" charset="-120"/>
                <a:cs typeface="Consolas" panose="020B0609020204030204" pitchFamily="49" charset="0"/>
              </a:rPr>
              <a:t>main(</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void</a:t>
            </a:r>
            <a:r>
              <a:rPr lang="en-US" altLang="zh-TW" sz="2000" b="0" dirty="0">
                <a:latin typeface="Consolas" panose="020B0609020204030204" pitchFamily="49" charset="0"/>
                <a:ea typeface="新細明體" pitchFamily="18" charset="-120"/>
                <a:cs typeface="Consolas" panose="020B0609020204030204" pitchFamily="49" charset="0"/>
              </a:rPr>
              <a:t>) {</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char</a:t>
            </a:r>
            <a:r>
              <a:rPr lang="en-US" altLang="zh-TW" sz="2000" b="0" dirty="0">
                <a:latin typeface="Consolas" panose="020B0609020204030204" pitchFamily="49" charset="0"/>
                <a:ea typeface="新細明體" pitchFamily="18" charset="-120"/>
                <a:cs typeface="Consolas" panose="020B0609020204030204" pitchFamily="49" charset="0"/>
              </a:rPr>
              <a:t> str1[100] = </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"Hello\n"</a:t>
            </a:r>
            <a:r>
              <a:rPr lang="en-US" altLang="zh-TW" sz="2000" b="0" dirty="0">
                <a:latin typeface="Consolas" panose="020B0609020204030204" pitchFamily="49" charset="0"/>
                <a:ea typeface="新細明體" pitchFamily="18" charset="-120"/>
                <a:cs typeface="Consolas" panose="020B0609020204030204" pitchFamily="49" charset="0"/>
              </a:rPr>
              <a:t>;</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int</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N;</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return type of </a:t>
            </a:r>
            <a:r>
              <a:rPr lang="en-US" altLang="zh-TW" sz="2000" b="0" dirty="0" err="1">
                <a:solidFill>
                  <a:srgbClr val="00B050"/>
                </a:solidFill>
                <a:latin typeface="Consolas" panose="020B0609020204030204" pitchFamily="49" charset="0"/>
                <a:ea typeface="新細明體" pitchFamily="18" charset="-120"/>
                <a:cs typeface="Consolas" panose="020B0609020204030204" pitchFamily="49" charset="0"/>
              </a:rPr>
              <a:t>strlen</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is </a:t>
            </a:r>
            <a:r>
              <a:rPr lang="en-US" altLang="zh-TW" sz="2000" b="0" dirty="0" err="1">
                <a:solidFill>
                  <a:srgbClr val="FF0000"/>
                </a:solidFill>
                <a:latin typeface="Consolas" panose="020B0609020204030204" pitchFamily="49" charset="0"/>
                <a:ea typeface="新細明體" pitchFamily="18" charset="-120"/>
                <a:cs typeface="Consolas" panose="020B0609020204030204" pitchFamily="49" charset="0"/>
              </a:rPr>
              <a:t>size_t</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an </a:t>
            </a:r>
            <a:r>
              <a:rPr lang="en-US" altLang="zh-TW" sz="2000" b="0" dirty="0">
                <a:solidFill>
                  <a:srgbClr val="FF0000"/>
                </a:solidFill>
                <a:latin typeface="Consolas" panose="020B0609020204030204" pitchFamily="49" charset="0"/>
                <a:ea typeface="新細明體" pitchFamily="18" charset="-120"/>
                <a:cs typeface="Consolas" panose="020B0609020204030204" pitchFamily="49" charset="0"/>
              </a:rPr>
              <a:t>unsigned int</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N = </a:t>
            </a:r>
            <a:r>
              <a:rPr lang="en-US" altLang="zh-TW" sz="2000" b="0" u="sng" dirty="0">
                <a:latin typeface="Consolas" panose="020B0609020204030204" pitchFamily="49" charset="0"/>
                <a:ea typeface="新細明體" pitchFamily="18" charset="-120"/>
                <a:cs typeface="Consolas" panose="020B0609020204030204" pitchFamily="49" charset="0"/>
              </a:rPr>
              <a:t>(</a:t>
            </a:r>
            <a:r>
              <a:rPr lang="en-US" altLang="zh-TW" sz="2000" b="0" u="sng" dirty="0">
                <a:solidFill>
                  <a:srgbClr val="0000FF"/>
                </a:solidFill>
                <a:latin typeface="Consolas" panose="020B0609020204030204" pitchFamily="49" charset="0"/>
                <a:ea typeface="新細明體" pitchFamily="18" charset="-120"/>
                <a:cs typeface="Consolas" panose="020B0609020204030204" pitchFamily="49" charset="0"/>
              </a:rPr>
              <a:t>int</a:t>
            </a:r>
            <a:r>
              <a:rPr lang="en-US" altLang="zh-TW" sz="2000" b="0" u="sng" dirty="0">
                <a:latin typeface="Consolas" panose="020B0609020204030204" pitchFamily="49" charset="0"/>
                <a:ea typeface="新細明體" pitchFamily="18" charset="-120"/>
                <a:cs typeface="Consolas" panose="020B0609020204030204" pitchFamily="49" charset="0"/>
              </a:rPr>
              <a:t>)</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dirty="0" err="1">
                <a:highlight>
                  <a:srgbClr val="FFFF00"/>
                </a:highlight>
                <a:latin typeface="Consolas" panose="020B0609020204030204" pitchFamily="49" charset="0"/>
                <a:ea typeface="新細明體" pitchFamily="18" charset="-120"/>
                <a:cs typeface="Consolas" panose="020B0609020204030204" pitchFamily="49" charset="0"/>
              </a:rPr>
              <a:t>strlen</a:t>
            </a:r>
            <a:r>
              <a:rPr lang="en-US" altLang="zh-TW" sz="2000" b="0" dirty="0">
                <a:latin typeface="Consolas" panose="020B0609020204030204" pitchFamily="49" charset="0"/>
                <a:ea typeface="新細明體" pitchFamily="18" charset="-120"/>
                <a:cs typeface="Consolas" panose="020B0609020204030204" pitchFamily="49" charset="0"/>
              </a:rPr>
              <a:t>(str1);  </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apply int type casting</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 Print the characters in the string one by one in the</a:t>
            </a:r>
          </a:p>
          <a:p>
            <a:pPr>
              <a:lnSpc>
                <a:spcPct val="110000"/>
              </a:lnSpc>
            </a:pP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 reverse order</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for</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 N-1;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&gt;= 0;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printf</a:t>
            </a:r>
            <a:r>
              <a:rPr lang="en-US" altLang="zh-TW" sz="2000" b="0" dirty="0">
                <a:latin typeface="Consolas" panose="020B0609020204030204" pitchFamily="49" charset="0"/>
                <a:ea typeface="新細明體" pitchFamily="18" charset="-120"/>
                <a:cs typeface="Consolas" panose="020B0609020204030204" pitchFamily="49" charset="0"/>
              </a:rPr>
              <a:t>("%c", str1[</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return</a:t>
            </a:r>
            <a:r>
              <a:rPr lang="en-US" altLang="zh-TW" sz="2000" b="0" dirty="0">
                <a:latin typeface="Consolas" panose="020B0609020204030204" pitchFamily="49" charset="0"/>
                <a:ea typeface="新細明體" pitchFamily="18" charset="-120"/>
                <a:cs typeface="Consolas" panose="020B0609020204030204" pitchFamily="49" charset="0"/>
              </a:rPr>
              <a:t> 0;</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p:txBody>
      </p:sp>
      <p:sp>
        <p:nvSpPr>
          <p:cNvPr id="11269" name="Rectangle 4"/>
          <p:cNvSpPr>
            <a:spLocks noChangeArrowheads="1"/>
          </p:cNvSpPr>
          <p:nvPr/>
        </p:nvSpPr>
        <p:spPr bwMode="auto">
          <a:xfrm>
            <a:off x="0" y="990600"/>
            <a:ext cx="461963" cy="5410200"/>
          </a:xfrm>
          <a:prstGeom prst="rect">
            <a:avLst/>
          </a:prstGeom>
          <a:solidFill>
            <a:schemeClr val="bg1"/>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12</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13</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16</a:t>
            </a:r>
          </a:p>
        </p:txBody>
      </p:sp>
      <p:sp>
        <p:nvSpPr>
          <p:cNvPr id="7" name="Rectangle 7"/>
          <p:cNvSpPr txBox="1">
            <a:spLocks noChangeArrowheads="1"/>
          </p:cNvSpPr>
          <p:nvPr/>
        </p:nvSpPr>
        <p:spPr>
          <a:xfrm>
            <a:off x="3719512" y="1037771"/>
            <a:ext cx="5424488" cy="914400"/>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a:ea typeface="新細明體" pitchFamily="18" charset="-120"/>
                <a:cs typeface="Times New Roman" pitchFamily="18" charset="0"/>
              </a:rPr>
              <a:t>Need to include </a:t>
            </a:r>
            <a:r>
              <a:rPr kumimoji="1" lang="en-US" altLang="zh-TW" sz="2400">
                <a:solidFill>
                  <a:srgbClr val="C00000"/>
                </a:solidFill>
                <a:latin typeface="Consolas" panose="020B0609020204030204" pitchFamily="49" charset="0"/>
                <a:ea typeface="新細明體" pitchFamily="18" charset="-120"/>
                <a:cs typeface="Consolas" panose="020B0609020204030204" pitchFamily="49" charset="0"/>
              </a:rPr>
              <a:t>&lt;</a:t>
            </a:r>
            <a:r>
              <a:rPr kumimoji="1" lang="en-US" altLang="zh-TW" sz="2400" err="1">
                <a:solidFill>
                  <a:srgbClr val="C00000"/>
                </a:solidFill>
                <a:latin typeface="Consolas" panose="020B0609020204030204" pitchFamily="49" charset="0"/>
                <a:ea typeface="新細明體" pitchFamily="18" charset="-120"/>
                <a:cs typeface="Consolas" panose="020B0609020204030204" pitchFamily="49" charset="0"/>
              </a:rPr>
              <a:t>string.h</a:t>
            </a:r>
            <a:r>
              <a:rPr kumimoji="1" lang="en-US" altLang="zh-TW" sz="2400">
                <a:solidFill>
                  <a:srgbClr val="C00000"/>
                </a:solidFill>
                <a:latin typeface="Consolas" panose="020B0609020204030204" pitchFamily="49" charset="0"/>
                <a:ea typeface="新細明體" pitchFamily="18" charset="-120"/>
                <a:cs typeface="Consolas" panose="020B0609020204030204" pitchFamily="49" charset="0"/>
              </a:rPr>
              <a:t>&gt;</a:t>
            </a:r>
            <a:r>
              <a:rPr kumimoji="1" lang="en-US" altLang="zh-TW" sz="2400">
                <a:ea typeface="新細明體" pitchFamily="18" charset="-120"/>
                <a:cs typeface="Times New Roman" pitchFamily="18" charset="0"/>
              </a:rPr>
              <a:t> to use the built-in string related functions.</a:t>
            </a:r>
          </a:p>
        </p:txBody>
      </p:sp>
      <p:sp>
        <p:nvSpPr>
          <p:cNvPr id="2" name="TextBox 1"/>
          <p:cNvSpPr txBox="1"/>
          <p:nvPr/>
        </p:nvSpPr>
        <p:spPr>
          <a:xfrm>
            <a:off x="480332" y="6451600"/>
            <a:ext cx="4556184" cy="369332"/>
          </a:xfrm>
          <a:prstGeom prst="rect">
            <a:avLst/>
          </a:prstGeom>
          <a:noFill/>
        </p:spPr>
        <p:txBody>
          <a:bodyPr wrap="none" rtlCol="0">
            <a:spAutoFit/>
          </a:bodyPr>
          <a:lstStyle/>
          <a:p>
            <a:r>
              <a:rPr lang="en-US" b="1"/>
              <a:t>Think: What is the value of N in this example?</a:t>
            </a:r>
          </a:p>
        </p:txBody>
      </p:sp>
      <p:sp>
        <p:nvSpPr>
          <p:cNvPr id="9" name="Slide Number Placeholder 5">
            <a:extLst>
              <a:ext uri="{FF2B5EF4-FFF2-40B4-BE49-F238E27FC236}">
                <a16:creationId xmlns:a16="http://schemas.microsoft.com/office/drawing/2014/main" id="{D7682415-0C82-6A40-B7C2-BED3D726A187}"/>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11</a:t>
            </a:fld>
            <a:endParaRPr lang="en-US"/>
          </a:p>
        </p:txBody>
      </p:sp>
      <p:graphicFrame>
        <p:nvGraphicFramePr>
          <p:cNvPr id="5" name="Group 216">
            <a:extLst>
              <a:ext uri="{FF2B5EF4-FFF2-40B4-BE49-F238E27FC236}">
                <a16:creationId xmlns:a16="http://schemas.microsoft.com/office/drawing/2014/main" id="{87A9BE68-C104-FA44-B352-4C2283416824}"/>
              </a:ext>
            </a:extLst>
          </p:cNvPr>
          <p:cNvGraphicFramePr>
            <a:graphicFrameLocks noGrp="1"/>
          </p:cNvGraphicFramePr>
          <p:nvPr>
            <p:extLst>
              <p:ext uri="{D42A27DB-BD31-4B8C-83A1-F6EECF244321}">
                <p14:modId xmlns:p14="http://schemas.microsoft.com/office/powerpoint/2010/main" val="2239648830"/>
              </p:ext>
            </p:extLst>
          </p:nvPr>
        </p:nvGraphicFramePr>
        <p:xfrm>
          <a:off x="4258694" y="2542610"/>
          <a:ext cx="3252656" cy="382587"/>
        </p:xfrm>
        <a:graphic>
          <a:graphicData uri="http://schemas.openxmlformats.org/drawingml/2006/table">
            <a:tbl>
              <a:tblPr/>
              <a:tblGrid>
                <a:gridCol w="406582">
                  <a:extLst>
                    <a:ext uri="{9D8B030D-6E8A-4147-A177-3AD203B41FA5}">
                      <a16:colId xmlns:a16="http://schemas.microsoft.com/office/drawing/2014/main" val="20000"/>
                    </a:ext>
                  </a:extLst>
                </a:gridCol>
                <a:gridCol w="406582">
                  <a:extLst>
                    <a:ext uri="{9D8B030D-6E8A-4147-A177-3AD203B41FA5}">
                      <a16:colId xmlns:a16="http://schemas.microsoft.com/office/drawing/2014/main" val="20001"/>
                    </a:ext>
                  </a:extLst>
                </a:gridCol>
                <a:gridCol w="406582">
                  <a:extLst>
                    <a:ext uri="{9D8B030D-6E8A-4147-A177-3AD203B41FA5}">
                      <a16:colId xmlns:a16="http://schemas.microsoft.com/office/drawing/2014/main" val="20002"/>
                    </a:ext>
                  </a:extLst>
                </a:gridCol>
                <a:gridCol w="406582">
                  <a:extLst>
                    <a:ext uri="{9D8B030D-6E8A-4147-A177-3AD203B41FA5}">
                      <a16:colId xmlns:a16="http://schemas.microsoft.com/office/drawing/2014/main" val="20003"/>
                    </a:ext>
                  </a:extLst>
                </a:gridCol>
                <a:gridCol w="406582">
                  <a:extLst>
                    <a:ext uri="{9D8B030D-6E8A-4147-A177-3AD203B41FA5}">
                      <a16:colId xmlns:a16="http://schemas.microsoft.com/office/drawing/2014/main" val="20004"/>
                    </a:ext>
                  </a:extLst>
                </a:gridCol>
                <a:gridCol w="406582">
                  <a:extLst>
                    <a:ext uri="{9D8B030D-6E8A-4147-A177-3AD203B41FA5}">
                      <a16:colId xmlns:a16="http://schemas.microsoft.com/office/drawing/2014/main" val="643481606"/>
                    </a:ext>
                  </a:extLst>
                </a:gridCol>
                <a:gridCol w="406582">
                  <a:extLst>
                    <a:ext uri="{9D8B030D-6E8A-4147-A177-3AD203B41FA5}">
                      <a16:colId xmlns:a16="http://schemas.microsoft.com/office/drawing/2014/main" val="20005"/>
                    </a:ext>
                  </a:extLst>
                </a:gridCol>
                <a:gridCol w="406582">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矩形 7">
            <a:extLst>
              <a:ext uri="{FF2B5EF4-FFF2-40B4-BE49-F238E27FC236}">
                <a16:creationId xmlns:a16="http://schemas.microsoft.com/office/drawing/2014/main" id="{DAABBD37-6AC3-0DA6-0C54-5BDFA7EB8AD7}"/>
              </a:ext>
            </a:extLst>
          </p:cNvPr>
          <p:cNvSpPr/>
          <p:nvPr/>
        </p:nvSpPr>
        <p:spPr>
          <a:xfrm>
            <a:off x="7528358" y="2542610"/>
            <a:ext cx="1111160" cy="382587"/>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spTree>
    <p:extLst>
      <p:ext uri="{BB962C8B-B14F-4D97-AF65-F5344CB8AC3E}">
        <p14:creationId xmlns:p14="http://schemas.microsoft.com/office/powerpoint/2010/main" val="2130734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90600" y="3354615"/>
            <a:ext cx="2971800" cy="381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05114" y="4419600"/>
            <a:ext cx="2971800" cy="381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Rectangle 2"/>
          <p:cNvSpPr>
            <a:spLocks noGrp="1" noChangeArrowheads="1"/>
          </p:cNvSpPr>
          <p:nvPr>
            <p:ph type="title"/>
          </p:nvPr>
        </p:nvSpPr>
        <p:spPr>
          <a:xfrm>
            <a:off x="76200" y="152400"/>
            <a:ext cx="8915400" cy="762000"/>
          </a:xfrm>
        </p:spPr>
        <p:txBody>
          <a:bodyPr>
            <a:noAutofit/>
          </a:bodyPr>
          <a:lstStyle/>
          <a:p>
            <a:r>
              <a:rPr lang="en-US" altLang="zh-TW" sz="4000">
                <a:ea typeface="新細明體" pitchFamily="18" charset="-120"/>
              </a:rPr>
              <a:t>2.3. Copying strings</a:t>
            </a:r>
          </a:p>
        </p:txBody>
      </p:sp>
      <p:sp>
        <p:nvSpPr>
          <p:cNvPr id="11268" name="Rectangle 3"/>
          <p:cNvSpPr>
            <a:spLocks noChangeArrowheads="1"/>
          </p:cNvSpPr>
          <p:nvPr/>
        </p:nvSpPr>
        <p:spPr bwMode="auto">
          <a:xfrm>
            <a:off x="457200" y="990600"/>
            <a:ext cx="8686800" cy="5410200"/>
          </a:xfrm>
          <a:prstGeom prst="rect">
            <a:avLst/>
          </a:prstGeom>
          <a:solidFill>
            <a:schemeClr val="bg1"/>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#include &lt;</a:t>
            </a:r>
            <a:r>
              <a:rPr lang="en-US" altLang="zh-TW" sz="2000" b="0" dirty="0" err="1">
                <a:latin typeface="Consolas" panose="020B0609020204030204" pitchFamily="49" charset="0"/>
                <a:ea typeface="新細明體" pitchFamily="18" charset="-120"/>
                <a:cs typeface="Consolas" panose="020B0609020204030204" pitchFamily="49" charset="0"/>
              </a:rPr>
              <a:t>stdio.h</a:t>
            </a:r>
            <a:r>
              <a:rPr lang="en-US" altLang="zh-TW" sz="2000" b="0" dirty="0">
                <a:latin typeface="Consolas" panose="020B0609020204030204" pitchFamily="49" charset="0"/>
                <a:ea typeface="新細明體" pitchFamily="18" charset="-120"/>
                <a:cs typeface="Consolas" panose="020B0609020204030204" pitchFamily="49" charset="0"/>
              </a:rPr>
              <a:t>&gt;</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#include &lt;</a:t>
            </a:r>
            <a:r>
              <a:rPr lang="en-US" altLang="zh-TW" sz="2000" b="0" dirty="0" err="1">
                <a:latin typeface="Consolas" panose="020B0609020204030204" pitchFamily="49" charset="0"/>
                <a:ea typeface="新細明體" pitchFamily="18" charset="-120"/>
                <a:cs typeface="Consolas" panose="020B0609020204030204" pitchFamily="49" charset="0"/>
              </a:rPr>
              <a:t>string.h</a:t>
            </a:r>
            <a:r>
              <a:rPr lang="en-US" altLang="zh-TW" sz="2000" b="0" dirty="0">
                <a:latin typeface="Consolas" panose="020B0609020204030204" pitchFamily="49" charset="0"/>
                <a:ea typeface="新細明體" pitchFamily="18" charset="-120"/>
                <a:cs typeface="Consolas" panose="020B0609020204030204" pitchFamily="49" charset="0"/>
              </a:rPr>
              <a:t>&gt;</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int </a:t>
            </a:r>
            <a:r>
              <a:rPr lang="en-US" altLang="zh-TW" sz="2000" b="0" dirty="0">
                <a:latin typeface="Consolas" panose="020B0609020204030204" pitchFamily="49" charset="0"/>
                <a:ea typeface="新細明體" pitchFamily="18" charset="-120"/>
                <a:cs typeface="Consolas" panose="020B0609020204030204" pitchFamily="49" charset="0"/>
              </a:rPr>
              <a:t>main(</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void</a:t>
            </a:r>
            <a:r>
              <a:rPr lang="en-US" altLang="zh-TW" sz="2000" b="0" dirty="0">
                <a:latin typeface="Consolas" panose="020B0609020204030204" pitchFamily="49" charset="0"/>
                <a:ea typeface="新細明體" pitchFamily="18" charset="-120"/>
                <a:cs typeface="Consolas" panose="020B0609020204030204" pitchFamily="49" charset="0"/>
              </a:rPr>
              <a:t>) {</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char</a:t>
            </a:r>
            <a:r>
              <a:rPr lang="en-US" altLang="zh-TW" sz="2000" b="0" dirty="0">
                <a:latin typeface="Consolas" panose="020B0609020204030204" pitchFamily="49" charset="0"/>
                <a:ea typeface="新細明體" pitchFamily="18" charset="-120"/>
                <a:cs typeface="Consolas" panose="020B0609020204030204" pitchFamily="49" charset="0"/>
              </a:rPr>
              <a:t> str1[100], str2[100];</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 Assign "Foo" to str1</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dirty="0" err="1">
                <a:latin typeface="Consolas" panose="020B0609020204030204" pitchFamily="49" charset="0"/>
                <a:ea typeface="新細明體" pitchFamily="18" charset="-120"/>
                <a:cs typeface="Consolas" panose="020B0609020204030204" pitchFamily="49" charset="0"/>
              </a:rPr>
              <a:t>strcpy</a:t>
            </a:r>
            <a:r>
              <a:rPr lang="en-US" altLang="zh-TW" sz="2000" b="0" dirty="0">
                <a:latin typeface="Consolas" panose="020B0609020204030204" pitchFamily="49" charset="0"/>
                <a:ea typeface="新細明體" pitchFamily="18" charset="-120"/>
                <a:cs typeface="Consolas" panose="020B0609020204030204" pitchFamily="49" charset="0"/>
              </a:rPr>
              <a:t>(str1, "Foo");   </a:t>
            </a:r>
            <a:r>
              <a:rPr lang="en-US" altLang="zh-TW" sz="2000" dirty="0">
                <a:solidFill>
                  <a:srgbClr val="FF0000"/>
                </a:solidFill>
                <a:latin typeface="Consolas" panose="020B0609020204030204" pitchFamily="49" charset="0"/>
                <a:ea typeface="新細明體" pitchFamily="18" charset="-120"/>
                <a:cs typeface="Consolas" panose="020B0609020204030204" pitchFamily="49" charset="0"/>
              </a:rPr>
              <a:t>// Never write this: str1 = "Foo";</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Copy the string stored in str1 to str2</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dirty="0" err="1">
                <a:latin typeface="Consolas" panose="020B0609020204030204" pitchFamily="49" charset="0"/>
                <a:ea typeface="新細明體" pitchFamily="18" charset="-120"/>
                <a:cs typeface="Consolas" panose="020B0609020204030204" pitchFamily="49" charset="0"/>
              </a:rPr>
              <a:t>strcpy</a:t>
            </a:r>
            <a:r>
              <a:rPr lang="en-US" altLang="zh-TW" sz="2000" b="0" dirty="0">
                <a:latin typeface="Consolas" panose="020B0609020204030204" pitchFamily="49" charset="0"/>
                <a:ea typeface="新細明體" pitchFamily="18" charset="-120"/>
                <a:cs typeface="Consolas" panose="020B0609020204030204" pitchFamily="49" charset="0"/>
              </a:rPr>
              <a:t>(str2, str1);    </a:t>
            </a:r>
            <a:r>
              <a:rPr lang="en-US" altLang="zh-TW" sz="2000" dirty="0">
                <a:solidFill>
                  <a:srgbClr val="FF0000"/>
                </a:solidFill>
                <a:latin typeface="Consolas" panose="020B0609020204030204" pitchFamily="49" charset="0"/>
                <a:ea typeface="新細明體" pitchFamily="18" charset="-120"/>
                <a:cs typeface="Consolas" panose="020B0609020204030204" pitchFamily="49" charset="0"/>
              </a:rPr>
              <a:t>// Never write this: str2 = str1;</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return</a:t>
            </a:r>
            <a:r>
              <a:rPr lang="en-US" altLang="zh-TW" sz="2000" b="0" dirty="0">
                <a:latin typeface="Consolas" panose="020B0609020204030204" pitchFamily="49" charset="0"/>
                <a:ea typeface="新細明體" pitchFamily="18" charset="-120"/>
                <a:cs typeface="Consolas" panose="020B0609020204030204" pitchFamily="49" charset="0"/>
              </a:rPr>
              <a:t> 0;</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FF0000"/>
                </a:solidFill>
                <a:latin typeface="Consolas" panose="020B0609020204030204" pitchFamily="49" charset="0"/>
                <a:ea typeface="新細明體" pitchFamily="18" charset="-120"/>
                <a:cs typeface="Consolas" panose="020B0609020204030204" pitchFamily="49" charset="0"/>
              </a:rPr>
              <a:t>Assume destination is big enough; source is NULL-terminated.</a:t>
            </a:r>
          </a:p>
        </p:txBody>
      </p:sp>
      <p:sp>
        <p:nvSpPr>
          <p:cNvPr id="11269" name="Rectangle 4"/>
          <p:cNvSpPr>
            <a:spLocks noChangeArrowheads="1"/>
          </p:cNvSpPr>
          <p:nvPr/>
        </p:nvSpPr>
        <p:spPr bwMode="auto">
          <a:xfrm>
            <a:off x="0" y="990600"/>
            <a:ext cx="461963" cy="5410200"/>
          </a:xfrm>
          <a:prstGeom prst="rect">
            <a:avLst/>
          </a:prstGeom>
          <a:solidFill>
            <a:schemeClr val="bg1"/>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12</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13</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15</a:t>
            </a:r>
          </a:p>
          <a:p>
            <a:pPr eaLnBrk="1" hangingPunct="1">
              <a:lnSpc>
                <a:spcPct val="110000"/>
              </a:lnSpc>
            </a:pPr>
            <a:endParaRPr lang="en-US" altLang="zh-TW" sz="2000" b="0">
              <a:solidFill>
                <a:srgbClr val="5F5F5F"/>
              </a:solidFill>
              <a:latin typeface="Consolas" panose="020B0609020204030204" pitchFamily="49" charset="0"/>
              <a:ea typeface="新細明體" pitchFamily="18" charset="-120"/>
              <a:cs typeface="Consolas" panose="020B0609020204030204" pitchFamily="49" charset="0"/>
            </a:endParaRPr>
          </a:p>
        </p:txBody>
      </p:sp>
      <p:sp>
        <p:nvSpPr>
          <p:cNvPr id="8" name="Slide Number Placeholder 5">
            <a:extLst>
              <a:ext uri="{FF2B5EF4-FFF2-40B4-BE49-F238E27FC236}">
                <a16:creationId xmlns:a16="http://schemas.microsoft.com/office/drawing/2014/main" id="{93399C8F-A2AD-E746-9379-23C70E211ABA}"/>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12</a:t>
            </a:fld>
            <a:endParaRPr lang="en-US"/>
          </a:p>
        </p:txBody>
      </p:sp>
      <p:graphicFrame>
        <p:nvGraphicFramePr>
          <p:cNvPr id="2" name="Group 216">
            <a:extLst>
              <a:ext uri="{FF2B5EF4-FFF2-40B4-BE49-F238E27FC236}">
                <a16:creationId xmlns:a16="http://schemas.microsoft.com/office/drawing/2014/main" id="{ED2E97D1-48AD-A73A-72BA-9822928DAA43}"/>
              </a:ext>
            </a:extLst>
          </p:cNvPr>
          <p:cNvGraphicFramePr>
            <a:graphicFrameLocks noGrp="1"/>
          </p:cNvGraphicFramePr>
          <p:nvPr>
            <p:extLst>
              <p:ext uri="{D42A27DB-BD31-4B8C-83A1-F6EECF244321}">
                <p14:modId xmlns:p14="http://schemas.microsoft.com/office/powerpoint/2010/main" val="217374822"/>
              </p:ext>
            </p:extLst>
          </p:nvPr>
        </p:nvGraphicFramePr>
        <p:xfrm>
          <a:off x="4198620" y="5013272"/>
          <a:ext cx="3556000" cy="382587"/>
        </p:xfrm>
        <a:graphic>
          <a:graphicData uri="http://schemas.openxmlformats.org/drawingml/2006/table">
            <a:tbl>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 name="矩形 2">
            <a:extLst>
              <a:ext uri="{FF2B5EF4-FFF2-40B4-BE49-F238E27FC236}">
                <a16:creationId xmlns:a16="http://schemas.microsoft.com/office/drawing/2014/main" id="{AFA590CA-6293-1B41-A63E-1B64939AF74F}"/>
              </a:ext>
            </a:extLst>
          </p:cNvPr>
          <p:cNvSpPr/>
          <p:nvPr/>
        </p:nvSpPr>
        <p:spPr>
          <a:xfrm>
            <a:off x="7754620" y="5013272"/>
            <a:ext cx="1111160" cy="382587"/>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spTree>
    <p:extLst>
      <p:ext uri="{BB962C8B-B14F-4D97-AF65-F5344CB8AC3E}">
        <p14:creationId xmlns:p14="http://schemas.microsoft.com/office/powerpoint/2010/main" val="30911644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sz="4000">
                <a:ea typeface="新細明體" pitchFamily="18" charset="-120"/>
              </a:rPr>
              <a:t>2.3. Concatenating string</a:t>
            </a:r>
            <a:endParaRPr lang="en-US" sz="4000"/>
          </a:p>
        </p:txBody>
      </p:sp>
      <p:sp>
        <p:nvSpPr>
          <p:cNvPr id="4" name="Slide Number Placeholder 3"/>
          <p:cNvSpPr>
            <a:spLocks noGrp="1"/>
          </p:cNvSpPr>
          <p:nvPr>
            <p:ph type="sldNum" sz="quarter" idx="12"/>
          </p:nvPr>
        </p:nvSpPr>
        <p:spPr/>
        <p:txBody>
          <a:bodyPr/>
          <a:lstStyle/>
          <a:p>
            <a:fld id="{E12A0C27-9874-4A2B-82B4-36D1DE995B6F}" type="slidenum">
              <a:rPr lang="en-US" smtClean="0"/>
              <a:pPr/>
              <a:t>13</a:t>
            </a:fld>
            <a:endParaRPr lang="en-US"/>
          </a:p>
        </p:txBody>
      </p:sp>
      <p:sp>
        <p:nvSpPr>
          <p:cNvPr id="5" name="Rectangle 4"/>
          <p:cNvSpPr/>
          <p:nvPr/>
        </p:nvSpPr>
        <p:spPr>
          <a:xfrm>
            <a:off x="990600" y="3298375"/>
            <a:ext cx="2971800" cy="76381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
          <p:cNvSpPr>
            <a:spLocks noChangeArrowheads="1"/>
          </p:cNvSpPr>
          <p:nvPr/>
        </p:nvSpPr>
        <p:spPr bwMode="auto">
          <a:xfrm>
            <a:off x="457200" y="990600"/>
            <a:ext cx="8686800" cy="3888000"/>
          </a:xfrm>
          <a:prstGeom prst="rect">
            <a:avLst/>
          </a:prstGeom>
          <a:no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#include &lt;</a:t>
            </a:r>
            <a:r>
              <a:rPr lang="en-US" altLang="zh-TW" sz="2000" b="0" dirty="0" err="1">
                <a:latin typeface="Consolas" panose="020B0609020204030204" pitchFamily="49" charset="0"/>
                <a:ea typeface="新細明體" pitchFamily="18" charset="-120"/>
                <a:cs typeface="Consolas" panose="020B0609020204030204" pitchFamily="49" charset="0"/>
              </a:rPr>
              <a:t>stdio.h</a:t>
            </a:r>
            <a:r>
              <a:rPr lang="en-US" altLang="zh-TW" sz="2000" b="0" dirty="0">
                <a:latin typeface="Consolas" panose="020B0609020204030204" pitchFamily="49" charset="0"/>
                <a:ea typeface="新細明體" pitchFamily="18" charset="-120"/>
                <a:cs typeface="Consolas" panose="020B0609020204030204" pitchFamily="49" charset="0"/>
              </a:rPr>
              <a:t>&gt;</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#include &lt;</a:t>
            </a:r>
            <a:r>
              <a:rPr lang="en-US" altLang="zh-TW" sz="2000" b="0" dirty="0" err="1">
                <a:latin typeface="Consolas" panose="020B0609020204030204" pitchFamily="49" charset="0"/>
                <a:ea typeface="新細明體" pitchFamily="18" charset="-120"/>
                <a:cs typeface="Consolas" panose="020B0609020204030204" pitchFamily="49" charset="0"/>
              </a:rPr>
              <a:t>string.h</a:t>
            </a:r>
            <a:r>
              <a:rPr lang="en-US" altLang="zh-TW" sz="2000" b="0" dirty="0">
                <a:latin typeface="Consolas" panose="020B0609020204030204" pitchFamily="49" charset="0"/>
                <a:ea typeface="新細明體" pitchFamily="18" charset="-120"/>
                <a:cs typeface="Consolas" panose="020B0609020204030204" pitchFamily="49" charset="0"/>
              </a:rPr>
              <a:t>&gt;</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int </a:t>
            </a:r>
            <a:r>
              <a:rPr lang="en-US" altLang="zh-TW" sz="2000" b="0" dirty="0">
                <a:latin typeface="Consolas" panose="020B0609020204030204" pitchFamily="49" charset="0"/>
                <a:ea typeface="新細明體" pitchFamily="18" charset="-120"/>
                <a:cs typeface="Consolas" panose="020B0609020204030204" pitchFamily="49" charset="0"/>
              </a:rPr>
              <a:t>main(</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void</a:t>
            </a:r>
            <a:r>
              <a:rPr lang="en-US" altLang="zh-TW" sz="2000" b="0" dirty="0">
                <a:latin typeface="Consolas" panose="020B0609020204030204" pitchFamily="49" charset="0"/>
                <a:ea typeface="新細明體" pitchFamily="18" charset="-120"/>
                <a:cs typeface="Consolas" panose="020B0609020204030204" pitchFamily="49" charset="0"/>
              </a:rPr>
              <a:t>) {</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char</a:t>
            </a:r>
            <a:r>
              <a:rPr lang="en-US" altLang="zh-TW" sz="2000" b="0" dirty="0">
                <a:latin typeface="Consolas" panose="020B0609020204030204" pitchFamily="49" charset="0"/>
                <a:ea typeface="新細明體" pitchFamily="18" charset="-120"/>
                <a:cs typeface="Consolas" panose="020B0609020204030204" pitchFamily="49" charset="0"/>
              </a:rPr>
              <a:t> str1[100] = "Hello", str2[100] = "World";</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dirty="0" err="1">
                <a:latin typeface="Consolas" panose="020B0609020204030204" pitchFamily="49" charset="0"/>
                <a:ea typeface="新細明體" pitchFamily="18" charset="-120"/>
                <a:cs typeface="Consolas" panose="020B0609020204030204" pitchFamily="49" charset="0"/>
              </a:rPr>
              <a:t>strcat</a:t>
            </a:r>
            <a:r>
              <a:rPr lang="en-US" altLang="zh-TW" sz="2000" b="0" dirty="0">
                <a:latin typeface="Consolas" panose="020B0609020204030204" pitchFamily="49" charset="0"/>
                <a:ea typeface="新細明體" pitchFamily="18" charset="-120"/>
                <a:cs typeface="Consolas" panose="020B0609020204030204" pitchFamily="49" charset="0"/>
              </a:rPr>
              <a:t>(str1, " ");     </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str1 becomes "Hello "</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dirty="0" err="1">
                <a:latin typeface="Consolas" panose="020B0609020204030204" pitchFamily="49" charset="0"/>
                <a:ea typeface="新細明體" pitchFamily="18" charset="-120"/>
                <a:cs typeface="Consolas" panose="020B0609020204030204" pitchFamily="49" charset="0"/>
              </a:rPr>
              <a:t>strcat</a:t>
            </a:r>
            <a:r>
              <a:rPr lang="en-US" altLang="zh-TW" sz="2000" b="0" dirty="0">
                <a:latin typeface="Consolas" panose="020B0609020204030204" pitchFamily="49" charset="0"/>
                <a:ea typeface="新細明體" pitchFamily="18" charset="-120"/>
                <a:cs typeface="Consolas" panose="020B0609020204030204" pitchFamily="49" charset="0"/>
              </a:rPr>
              <a:t>(str1, str2);    </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str1 becomes "Hello World"</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return</a:t>
            </a:r>
            <a:r>
              <a:rPr lang="en-US" altLang="zh-TW" sz="2000" b="0" dirty="0">
                <a:latin typeface="Consolas" panose="020B0609020204030204" pitchFamily="49" charset="0"/>
                <a:ea typeface="新細明體" pitchFamily="18" charset="-120"/>
                <a:cs typeface="Consolas" panose="020B0609020204030204" pitchFamily="49" charset="0"/>
              </a:rPr>
              <a:t> 0;</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p:txBody>
      </p:sp>
      <p:sp>
        <p:nvSpPr>
          <p:cNvPr id="8" name="Rectangle 4"/>
          <p:cNvSpPr>
            <a:spLocks noChangeArrowheads="1"/>
          </p:cNvSpPr>
          <p:nvPr/>
        </p:nvSpPr>
        <p:spPr bwMode="auto">
          <a:xfrm>
            <a:off x="0" y="990600"/>
            <a:ext cx="461963" cy="3810000"/>
          </a:xfrm>
          <a:prstGeom prst="rect">
            <a:avLst/>
          </a:prstGeom>
          <a:no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endParaRPr lang="en-US" altLang="zh-TW" sz="2000" b="0">
              <a:solidFill>
                <a:srgbClr val="5F5F5F"/>
              </a:solidFill>
              <a:latin typeface="Consolas" panose="020B0609020204030204" pitchFamily="49" charset="0"/>
              <a:ea typeface="新細明體" pitchFamily="18" charset="-120"/>
              <a:cs typeface="Consolas" panose="020B0609020204030204" pitchFamily="49" charset="0"/>
            </a:endParaRPr>
          </a:p>
        </p:txBody>
      </p:sp>
      <p:sp>
        <p:nvSpPr>
          <p:cNvPr id="9" name="Rectangle 7"/>
          <p:cNvSpPr txBox="1">
            <a:spLocks noChangeArrowheads="1"/>
          </p:cNvSpPr>
          <p:nvPr/>
        </p:nvSpPr>
        <p:spPr>
          <a:xfrm>
            <a:off x="209210" y="4876800"/>
            <a:ext cx="8782390" cy="1295400"/>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err="1">
                <a:latin typeface="Consolas" panose="020B0609020204030204" pitchFamily="49" charset="0"/>
                <a:ea typeface="新細明體" pitchFamily="18" charset="-120"/>
                <a:cs typeface="Consolas" panose="020B0609020204030204" pitchFamily="49" charset="0"/>
              </a:rPr>
              <a:t>strcat</a:t>
            </a:r>
            <a:r>
              <a:rPr kumimoji="1" lang="en-US" altLang="zh-TW" sz="2400">
                <a:latin typeface="Consolas" panose="020B0609020204030204" pitchFamily="49" charset="0"/>
                <a:ea typeface="新細明體" pitchFamily="18" charset="-120"/>
                <a:cs typeface="Consolas" panose="020B0609020204030204" pitchFamily="49" charset="0"/>
              </a:rPr>
              <a:t>(str1, str2)</a:t>
            </a:r>
            <a:r>
              <a:rPr kumimoji="1" lang="en-US" altLang="zh-TW" sz="2400">
                <a:cs typeface="Times New Roman" pitchFamily="18" charset="0"/>
              </a:rPr>
              <a:t> </a:t>
            </a:r>
            <a:r>
              <a:rPr kumimoji="1" lang="en-US" altLang="zh-TW" sz="2400">
                <a:solidFill>
                  <a:srgbClr val="FF0000"/>
                </a:solidFill>
                <a:cs typeface="Times New Roman" pitchFamily="18" charset="0"/>
              </a:rPr>
              <a:t>appends</a:t>
            </a:r>
            <a:r>
              <a:rPr kumimoji="1" lang="en-US" altLang="zh-TW" sz="2400">
                <a:cs typeface="Times New Roman" pitchFamily="18" charset="0"/>
              </a:rPr>
              <a:t> </a:t>
            </a:r>
            <a:r>
              <a:rPr kumimoji="1" lang="en-US" altLang="zh-TW" sz="2400">
                <a:latin typeface="Consolas" panose="020B0609020204030204" pitchFamily="49" charset="0"/>
                <a:ea typeface="新細明體" pitchFamily="18" charset="-120"/>
                <a:cs typeface="Consolas" panose="020B0609020204030204" pitchFamily="49" charset="0"/>
              </a:rPr>
              <a:t>str2</a:t>
            </a:r>
            <a:r>
              <a:rPr kumimoji="1" lang="en-US" altLang="zh-TW" sz="2400">
                <a:ea typeface="新細明體" pitchFamily="18" charset="-120"/>
                <a:cs typeface="Times New Roman" pitchFamily="18" charset="0"/>
              </a:rPr>
              <a:t> to </a:t>
            </a:r>
            <a:r>
              <a:rPr kumimoji="1" lang="en-US" altLang="zh-TW" sz="2400">
                <a:latin typeface="Consolas" panose="020B0609020204030204" pitchFamily="49" charset="0"/>
                <a:ea typeface="新細明體" pitchFamily="18" charset="-120"/>
                <a:cs typeface="Consolas" panose="020B0609020204030204" pitchFamily="49" charset="0"/>
              </a:rPr>
              <a:t>str1</a:t>
            </a:r>
            <a:r>
              <a:rPr kumimoji="1" lang="en-US" altLang="zh-TW" sz="2400">
                <a:ea typeface="新細明體" pitchFamily="18" charset="-120"/>
                <a:cs typeface="Times New Roman" pitchFamily="18" charset="0"/>
              </a:rPr>
              <a:t>. </a:t>
            </a:r>
          </a:p>
          <a:p>
            <a:pPr marL="0" indent="0">
              <a:spcBef>
                <a:spcPct val="0"/>
              </a:spcBef>
              <a:buFontTx/>
              <a:buNone/>
            </a:pPr>
            <a:r>
              <a:rPr kumimoji="1" lang="en-US" altLang="zh-TW" sz="2400">
                <a:latin typeface="Consolas" panose="020B0609020204030204" pitchFamily="49" charset="0"/>
                <a:ea typeface="新細明體" pitchFamily="18" charset="-120"/>
                <a:cs typeface="Consolas" panose="020B0609020204030204" pitchFamily="49" charset="0"/>
              </a:rPr>
              <a:t>str1</a:t>
            </a:r>
            <a:r>
              <a:rPr kumimoji="1" lang="en-US" altLang="zh-TW" sz="2400">
                <a:ea typeface="新細明體" pitchFamily="18" charset="-120"/>
                <a:cs typeface="Times New Roman" pitchFamily="18" charset="0"/>
              </a:rPr>
              <a:t> must have enough space to store the concatenated string.</a:t>
            </a:r>
          </a:p>
        </p:txBody>
      </p:sp>
      <p:graphicFrame>
        <p:nvGraphicFramePr>
          <p:cNvPr id="3" name="Group 216">
            <a:extLst>
              <a:ext uri="{FF2B5EF4-FFF2-40B4-BE49-F238E27FC236}">
                <a16:creationId xmlns:a16="http://schemas.microsoft.com/office/drawing/2014/main" id="{5438EBE8-AC63-073C-8BCD-540A0ED3447E}"/>
              </a:ext>
            </a:extLst>
          </p:cNvPr>
          <p:cNvGraphicFramePr>
            <a:graphicFrameLocks noGrp="1"/>
          </p:cNvGraphicFramePr>
          <p:nvPr>
            <p:extLst>
              <p:ext uri="{D42A27DB-BD31-4B8C-83A1-F6EECF244321}">
                <p14:modId xmlns:p14="http://schemas.microsoft.com/office/powerpoint/2010/main" val="1087698551"/>
              </p:ext>
            </p:extLst>
          </p:nvPr>
        </p:nvGraphicFramePr>
        <p:xfrm>
          <a:off x="4305976" y="1810269"/>
          <a:ext cx="2865184" cy="382587"/>
        </p:xfrm>
        <a:graphic>
          <a:graphicData uri="http://schemas.openxmlformats.org/drawingml/2006/table">
            <a:tbl>
              <a:tblPr/>
              <a:tblGrid>
                <a:gridCol w="409312">
                  <a:extLst>
                    <a:ext uri="{9D8B030D-6E8A-4147-A177-3AD203B41FA5}">
                      <a16:colId xmlns:a16="http://schemas.microsoft.com/office/drawing/2014/main" val="20000"/>
                    </a:ext>
                  </a:extLst>
                </a:gridCol>
                <a:gridCol w="409312">
                  <a:extLst>
                    <a:ext uri="{9D8B030D-6E8A-4147-A177-3AD203B41FA5}">
                      <a16:colId xmlns:a16="http://schemas.microsoft.com/office/drawing/2014/main" val="20001"/>
                    </a:ext>
                  </a:extLst>
                </a:gridCol>
                <a:gridCol w="409312">
                  <a:extLst>
                    <a:ext uri="{9D8B030D-6E8A-4147-A177-3AD203B41FA5}">
                      <a16:colId xmlns:a16="http://schemas.microsoft.com/office/drawing/2014/main" val="20002"/>
                    </a:ext>
                  </a:extLst>
                </a:gridCol>
                <a:gridCol w="409312">
                  <a:extLst>
                    <a:ext uri="{9D8B030D-6E8A-4147-A177-3AD203B41FA5}">
                      <a16:colId xmlns:a16="http://schemas.microsoft.com/office/drawing/2014/main" val="20003"/>
                    </a:ext>
                  </a:extLst>
                </a:gridCol>
                <a:gridCol w="409312">
                  <a:extLst>
                    <a:ext uri="{9D8B030D-6E8A-4147-A177-3AD203B41FA5}">
                      <a16:colId xmlns:a16="http://schemas.microsoft.com/office/drawing/2014/main" val="20004"/>
                    </a:ext>
                  </a:extLst>
                </a:gridCol>
                <a:gridCol w="409312">
                  <a:extLst>
                    <a:ext uri="{9D8B030D-6E8A-4147-A177-3AD203B41FA5}">
                      <a16:colId xmlns:a16="http://schemas.microsoft.com/office/drawing/2014/main" val="20005"/>
                    </a:ext>
                  </a:extLst>
                </a:gridCol>
                <a:gridCol w="409312">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 name="矩形 9">
            <a:extLst>
              <a:ext uri="{FF2B5EF4-FFF2-40B4-BE49-F238E27FC236}">
                <a16:creationId xmlns:a16="http://schemas.microsoft.com/office/drawing/2014/main" id="{29FCAD1B-F26C-A848-4B4E-8C9C4834C79E}"/>
              </a:ext>
            </a:extLst>
          </p:cNvPr>
          <p:cNvSpPr/>
          <p:nvPr/>
        </p:nvSpPr>
        <p:spPr>
          <a:xfrm>
            <a:off x="7188168" y="1804187"/>
            <a:ext cx="1498632" cy="382587"/>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graphicFrame>
        <p:nvGraphicFramePr>
          <p:cNvPr id="11" name="Group 216">
            <a:extLst>
              <a:ext uri="{FF2B5EF4-FFF2-40B4-BE49-F238E27FC236}">
                <a16:creationId xmlns:a16="http://schemas.microsoft.com/office/drawing/2014/main" id="{6E1BEFEE-242B-2D5E-6C85-685E140ECF70}"/>
              </a:ext>
            </a:extLst>
          </p:cNvPr>
          <p:cNvGraphicFramePr>
            <a:graphicFrameLocks noGrp="1"/>
          </p:cNvGraphicFramePr>
          <p:nvPr>
            <p:extLst>
              <p:ext uri="{D42A27DB-BD31-4B8C-83A1-F6EECF244321}">
                <p14:modId xmlns:p14="http://schemas.microsoft.com/office/powerpoint/2010/main" val="510744030"/>
              </p:ext>
            </p:extLst>
          </p:nvPr>
        </p:nvGraphicFramePr>
        <p:xfrm>
          <a:off x="4305976" y="2887460"/>
          <a:ext cx="3252656" cy="382587"/>
        </p:xfrm>
        <a:graphic>
          <a:graphicData uri="http://schemas.openxmlformats.org/drawingml/2006/table">
            <a:tbl>
              <a:tblPr/>
              <a:tblGrid>
                <a:gridCol w="406582">
                  <a:extLst>
                    <a:ext uri="{9D8B030D-6E8A-4147-A177-3AD203B41FA5}">
                      <a16:colId xmlns:a16="http://schemas.microsoft.com/office/drawing/2014/main" val="20000"/>
                    </a:ext>
                  </a:extLst>
                </a:gridCol>
                <a:gridCol w="406582">
                  <a:extLst>
                    <a:ext uri="{9D8B030D-6E8A-4147-A177-3AD203B41FA5}">
                      <a16:colId xmlns:a16="http://schemas.microsoft.com/office/drawing/2014/main" val="20001"/>
                    </a:ext>
                  </a:extLst>
                </a:gridCol>
                <a:gridCol w="406582">
                  <a:extLst>
                    <a:ext uri="{9D8B030D-6E8A-4147-A177-3AD203B41FA5}">
                      <a16:colId xmlns:a16="http://schemas.microsoft.com/office/drawing/2014/main" val="20002"/>
                    </a:ext>
                  </a:extLst>
                </a:gridCol>
                <a:gridCol w="406582">
                  <a:extLst>
                    <a:ext uri="{9D8B030D-6E8A-4147-A177-3AD203B41FA5}">
                      <a16:colId xmlns:a16="http://schemas.microsoft.com/office/drawing/2014/main" val="20003"/>
                    </a:ext>
                  </a:extLst>
                </a:gridCol>
                <a:gridCol w="406582">
                  <a:extLst>
                    <a:ext uri="{9D8B030D-6E8A-4147-A177-3AD203B41FA5}">
                      <a16:colId xmlns:a16="http://schemas.microsoft.com/office/drawing/2014/main" val="20004"/>
                    </a:ext>
                  </a:extLst>
                </a:gridCol>
                <a:gridCol w="406582">
                  <a:extLst>
                    <a:ext uri="{9D8B030D-6E8A-4147-A177-3AD203B41FA5}">
                      <a16:colId xmlns:a16="http://schemas.microsoft.com/office/drawing/2014/main" val="643481606"/>
                    </a:ext>
                  </a:extLst>
                </a:gridCol>
                <a:gridCol w="406582">
                  <a:extLst>
                    <a:ext uri="{9D8B030D-6E8A-4147-A177-3AD203B41FA5}">
                      <a16:colId xmlns:a16="http://schemas.microsoft.com/office/drawing/2014/main" val="20005"/>
                    </a:ext>
                  </a:extLst>
                </a:gridCol>
                <a:gridCol w="406582">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 name="矩形 11">
            <a:extLst>
              <a:ext uri="{FF2B5EF4-FFF2-40B4-BE49-F238E27FC236}">
                <a16:creationId xmlns:a16="http://schemas.microsoft.com/office/drawing/2014/main" id="{8EDADA5A-05C5-1668-2013-D3A9E560EA3D}"/>
              </a:ext>
            </a:extLst>
          </p:cNvPr>
          <p:cNvSpPr/>
          <p:nvPr/>
        </p:nvSpPr>
        <p:spPr>
          <a:xfrm>
            <a:off x="7575640" y="2887460"/>
            <a:ext cx="1111160" cy="382587"/>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graphicFrame>
        <p:nvGraphicFramePr>
          <p:cNvPr id="13" name="Group 216">
            <a:extLst>
              <a:ext uri="{FF2B5EF4-FFF2-40B4-BE49-F238E27FC236}">
                <a16:creationId xmlns:a16="http://schemas.microsoft.com/office/drawing/2014/main" id="{0C53CF9A-AC42-9977-F4DA-48B712443C00}"/>
              </a:ext>
            </a:extLst>
          </p:cNvPr>
          <p:cNvGraphicFramePr>
            <a:graphicFrameLocks noGrp="1"/>
          </p:cNvGraphicFramePr>
          <p:nvPr>
            <p:extLst>
              <p:ext uri="{D42A27DB-BD31-4B8C-83A1-F6EECF244321}">
                <p14:modId xmlns:p14="http://schemas.microsoft.com/office/powerpoint/2010/main" val="2164763805"/>
              </p:ext>
            </p:extLst>
          </p:nvPr>
        </p:nvGraphicFramePr>
        <p:xfrm>
          <a:off x="2769922" y="4331593"/>
          <a:ext cx="5299580" cy="382587"/>
        </p:xfrm>
        <a:graphic>
          <a:graphicData uri="http://schemas.openxmlformats.org/drawingml/2006/table">
            <a:tbl>
              <a:tblPr/>
              <a:tblGrid>
                <a:gridCol w="407660">
                  <a:extLst>
                    <a:ext uri="{9D8B030D-6E8A-4147-A177-3AD203B41FA5}">
                      <a16:colId xmlns:a16="http://schemas.microsoft.com/office/drawing/2014/main" val="20000"/>
                    </a:ext>
                  </a:extLst>
                </a:gridCol>
                <a:gridCol w="407660">
                  <a:extLst>
                    <a:ext uri="{9D8B030D-6E8A-4147-A177-3AD203B41FA5}">
                      <a16:colId xmlns:a16="http://schemas.microsoft.com/office/drawing/2014/main" val="20001"/>
                    </a:ext>
                  </a:extLst>
                </a:gridCol>
                <a:gridCol w="407660">
                  <a:extLst>
                    <a:ext uri="{9D8B030D-6E8A-4147-A177-3AD203B41FA5}">
                      <a16:colId xmlns:a16="http://schemas.microsoft.com/office/drawing/2014/main" val="20002"/>
                    </a:ext>
                  </a:extLst>
                </a:gridCol>
                <a:gridCol w="407660">
                  <a:extLst>
                    <a:ext uri="{9D8B030D-6E8A-4147-A177-3AD203B41FA5}">
                      <a16:colId xmlns:a16="http://schemas.microsoft.com/office/drawing/2014/main" val="20003"/>
                    </a:ext>
                  </a:extLst>
                </a:gridCol>
                <a:gridCol w="407660">
                  <a:extLst>
                    <a:ext uri="{9D8B030D-6E8A-4147-A177-3AD203B41FA5}">
                      <a16:colId xmlns:a16="http://schemas.microsoft.com/office/drawing/2014/main" val="20004"/>
                    </a:ext>
                  </a:extLst>
                </a:gridCol>
                <a:gridCol w="407660">
                  <a:extLst>
                    <a:ext uri="{9D8B030D-6E8A-4147-A177-3AD203B41FA5}">
                      <a16:colId xmlns:a16="http://schemas.microsoft.com/office/drawing/2014/main" val="643481606"/>
                    </a:ext>
                  </a:extLst>
                </a:gridCol>
                <a:gridCol w="407660">
                  <a:extLst>
                    <a:ext uri="{9D8B030D-6E8A-4147-A177-3AD203B41FA5}">
                      <a16:colId xmlns:a16="http://schemas.microsoft.com/office/drawing/2014/main" val="20005"/>
                    </a:ext>
                  </a:extLst>
                </a:gridCol>
                <a:gridCol w="407660">
                  <a:extLst>
                    <a:ext uri="{9D8B030D-6E8A-4147-A177-3AD203B41FA5}">
                      <a16:colId xmlns:a16="http://schemas.microsoft.com/office/drawing/2014/main" val="20006"/>
                    </a:ext>
                  </a:extLst>
                </a:gridCol>
                <a:gridCol w="407660">
                  <a:extLst>
                    <a:ext uri="{9D8B030D-6E8A-4147-A177-3AD203B41FA5}">
                      <a16:colId xmlns:a16="http://schemas.microsoft.com/office/drawing/2014/main" val="1459905553"/>
                    </a:ext>
                  </a:extLst>
                </a:gridCol>
                <a:gridCol w="407660">
                  <a:extLst>
                    <a:ext uri="{9D8B030D-6E8A-4147-A177-3AD203B41FA5}">
                      <a16:colId xmlns:a16="http://schemas.microsoft.com/office/drawing/2014/main" val="3581550233"/>
                    </a:ext>
                  </a:extLst>
                </a:gridCol>
                <a:gridCol w="407660">
                  <a:extLst>
                    <a:ext uri="{9D8B030D-6E8A-4147-A177-3AD203B41FA5}">
                      <a16:colId xmlns:a16="http://schemas.microsoft.com/office/drawing/2014/main" val="2350230074"/>
                    </a:ext>
                  </a:extLst>
                </a:gridCol>
                <a:gridCol w="407660">
                  <a:extLst>
                    <a:ext uri="{9D8B030D-6E8A-4147-A177-3AD203B41FA5}">
                      <a16:colId xmlns:a16="http://schemas.microsoft.com/office/drawing/2014/main" val="1980270676"/>
                    </a:ext>
                  </a:extLst>
                </a:gridCol>
                <a:gridCol w="407660">
                  <a:extLst>
                    <a:ext uri="{9D8B030D-6E8A-4147-A177-3AD203B41FA5}">
                      <a16:colId xmlns:a16="http://schemas.microsoft.com/office/drawing/2014/main" val="3671311250"/>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4" name="矩形 13">
            <a:extLst>
              <a:ext uri="{FF2B5EF4-FFF2-40B4-BE49-F238E27FC236}">
                <a16:creationId xmlns:a16="http://schemas.microsoft.com/office/drawing/2014/main" id="{134F2C4E-F76C-7B76-9244-6B56A240FB03}"/>
              </a:ext>
            </a:extLst>
          </p:cNvPr>
          <p:cNvSpPr/>
          <p:nvPr/>
        </p:nvSpPr>
        <p:spPr>
          <a:xfrm>
            <a:off x="8069502" y="4331593"/>
            <a:ext cx="774052" cy="382587"/>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spTree>
    <p:extLst>
      <p:ext uri="{BB962C8B-B14F-4D97-AF65-F5344CB8AC3E}">
        <p14:creationId xmlns:p14="http://schemas.microsoft.com/office/powerpoint/2010/main" val="147513236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normAutofit/>
          </a:bodyPr>
          <a:lstStyle/>
          <a:p>
            <a:pPr eaLnBrk="1" hangingPunct="1"/>
            <a:r>
              <a:rPr lang="en-US" altLang="zh-TW" sz="4000">
                <a:ea typeface="新細明體" pitchFamily="18" charset="-120"/>
              </a:rPr>
              <a:t>2.4. Strings are compared lexicographically</a:t>
            </a:r>
          </a:p>
        </p:txBody>
      </p:sp>
      <p:sp>
        <p:nvSpPr>
          <p:cNvPr id="508931" name="Rectangle 3"/>
          <p:cNvSpPr>
            <a:spLocks noGrp="1" noChangeArrowheads="1"/>
          </p:cNvSpPr>
          <p:nvPr>
            <p:ph type="body" idx="1"/>
          </p:nvPr>
        </p:nvSpPr>
        <p:spPr>
          <a:xfrm>
            <a:off x="457200" y="2666999"/>
            <a:ext cx="8224838" cy="3657601"/>
          </a:xfrm>
        </p:spPr>
        <p:txBody>
          <a:bodyPr>
            <a:normAutofit lnSpcReduction="10000"/>
          </a:bodyPr>
          <a:lstStyle/>
          <a:p>
            <a:pPr eaLnBrk="1" hangingPunct="1">
              <a:lnSpc>
                <a:spcPct val="90000"/>
              </a:lnSpc>
            </a:pPr>
            <a:r>
              <a:rPr lang="en-US" altLang="zh-TW">
                <a:ea typeface="新細明體" pitchFamily="18" charset="-120"/>
              </a:rPr>
              <a:t>Compare the 1</a:t>
            </a:r>
            <a:r>
              <a:rPr lang="en-US" altLang="zh-TW" sz="3000" baseline="30000">
                <a:ea typeface="新細明體" pitchFamily="18" charset="-120"/>
              </a:rPr>
              <a:t>st</a:t>
            </a:r>
            <a:r>
              <a:rPr lang="en-US" altLang="zh-TW">
                <a:ea typeface="新細明體" pitchFamily="18" charset="-120"/>
              </a:rPr>
              <a:t> character of each string, then the 2</a:t>
            </a:r>
            <a:r>
              <a:rPr lang="en-US" altLang="zh-TW" sz="3000" baseline="30000">
                <a:ea typeface="新細明體" pitchFamily="18" charset="-120"/>
              </a:rPr>
              <a:t>nd</a:t>
            </a:r>
            <a:r>
              <a:rPr lang="en-US" altLang="zh-TW">
                <a:ea typeface="新細明體" pitchFamily="18" charset="-120"/>
              </a:rPr>
              <a:t> character of each string, and so on until an order can be determined.</a:t>
            </a:r>
          </a:p>
          <a:p>
            <a:pPr lvl="1" eaLnBrk="1" hangingPunct="1">
              <a:lnSpc>
                <a:spcPct val="90000"/>
              </a:lnSpc>
            </a:pPr>
            <a:endParaRPr lang="en-US" altLang="zh-TW" sz="1600">
              <a:ea typeface="新細明體" pitchFamily="18" charset="-120"/>
            </a:endParaRPr>
          </a:p>
          <a:p>
            <a:pPr eaLnBrk="1" hangingPunct="1">
              <a:lnSpc>
                <a:spcPct val="90000"/>
              </a:lnSpc>
            </a:pPr>
            <a:r>
              <a:rPr lang="en-US" altLang="zh-TW">
                <a:ea typeface="新細明體" pitchFamily="18" charset="-120"/>
              </a:rPr>
              <a:t>ASCII value determines the order of the characters</a:t>
            </a:r>
          </a:p>
          <a:p>
            <a:pPr lvl="1" eaLnBrk="1" hangingPunct="1">
              <a:lnSpc>
                <a:spcPct val="90000"/>
              </a:lnSpc>
            </a:pPr>
            <a:r>
              <a:rPr lang="en-US" altLang="zh-TW" sz="2600">
                <a:ea typeface="新細明體" pitchFamily="18" charset="-120"/>
              </a:rPr>
              <a:t>ASCII value of </a:t>
            </a:r>
            <a:r>
              <a:rPr lang="en-US" altLang="zh-TW" sz="2600">
                <a:latin typeface="Consolas" panose="020B0609020204030204" pitchFamily="49" charset="0"/>
                <a:ea typeface="新細明體" pitchFamily="18" charset="-120"/>
                <a:cs typeface="Consolas" panose="020B0609020204030204" pitchFamily="49" charset="0"/>
              </a:rPr>
              <a:t>'X'</a:t>
            </a:r>
            <a:r>
              <a:rPr lang="en-US" altLang="zh-TW" sz="2600">
                <a:ea typeface="新細明體" pitchFamily="18" charset="-120"/>
              </a:rPr>
              <a:t> is 88</a:t>
            </a:r>
          </a:p>
          <a:p>
            <a:pPr lvl="1" eaLnBrk="1" hangingPunct="1">
              <a:lnSpc>
                <a:spcPct val="90000"/>
              </a:lnSpc>
            </a:pPr>
            <a:r>
              <a:rPr lang="en-US" altLang="zh-TW" sz="2600">
                <a:ea typeface="新細明體" pitchFamily="18" charset="-120"/>
              </a:rPr>
              <a:t>ASCII value of </a:t>
            </a:r>
            <a:r>
              <a:rPr lang="en-US" altLang="zh-TW" sz="2600">
                <a:latin typeface="Consolas" panose="020B0609020204030204" pitchFamily="49" charset="0"/>
                <a:ea typeface="新細明體" pitchFamily="18" charset="-120"/>
                <a:cs typeface="Consolas" panose="020B0609020204030204" pitchFamily="49" charset="0"/>
              </a:rPr>
              <a:t>'D'</a:t>
            </a:r>
            <a:r>
              <a:rPr lang="en-US" altLang="zh-TW" sz="2600">
                <a:ea typeface="新細明體" pitchFamily="18" charset="-120"/>
              </a:rPr>
              <a:t> is 68</a:t>
            </a:r>
          </a:p>
          <a:p>
            <a:pPr lvl="1" eaLnBrk="1" hangingPunct="1">
              <a:lnSpc>
                <a:spcPct val="90000"/>
              </a:lnSpc>
            </a:pPr>
            <a:endParaRPr lang="en-US" altLang="zh-TW" sz="1700">
              <a:ea typeface="新細明體" pitchFamily="18" charset="-120"/>
            </a:endParaRPr>
          </a:p>
          <a:p>
            <a:pPr marL="0" indent="0">
              <a:lnSpc>
                <a:spcPct val="90000"/>
              </a:lnSpc>
              <a:buNone/>
            </a:pPr>
            <a:r>
              <a:rPr lang="en-US" altLang="zh-TW" sz="2600">
                <a:ea typeface="新細明體" pitchFamily="18" charset="-120"/>
              </a:rPr>
              <a:t>In this example, </a:t>
            </a:r>
            <a:r>
              <a:rPr lang="en-US" altLang="zh-TW" sz="2600" b="1">
                <a:latin typeface="Consolas" panose="020B0609020204030204" pitchFamily="49" charset="0"/>
                <a:ea typeface="新細明體" pitchFamily="18" charset="-120"/>
                <a:cs typeface="Consolas" panose="020B0609020204030204" pitchFamily="49" charset="0"/>
              </a:rPr>
              <a:t>s1</a:t>
            </a:r>
            <a:r>
              <a:rPr lang="en-US" altLang="zh-TW" sz="2600">
                <a:ea typeface="新細明體" pitchFamily="18" charset="-120"/>
              </a:rPr>
              <a:t> is said to be </a:t>
            </a:r>
            <a:r>
              <a:rPr lang="en-US" altLang="zh-TW" sz="2600">
                <a:solidFill>
                  <a:srgbClr val="FF0000"/>
                </a:solidFill>
                <a:ea typeface="新細明體" pitchFamily="18" charset="-120"/>
              </a:rPr>
              <a:t>lexicographically</a:t>
            </a:r>
            <a:r>
              <a:rPr lang="en-US" altLang="zh-TW" sz="2600">
                <a:ea typeface="新細明體" pitchFamily="18" charset="-120"/>
              </a:rPr>
              <a:t> smaller than </a:t>
            </a:r>
            <a:r>
              <a:rPr lang="en-US" altLang="zh-TW" sz="2600" b="1">
                <a:latin typeface="Consolas" panose="020B0609020204030204" pitchFamily="49" charset="0"/>
                <a:ea typeface="新細明體" pitchFamily="18" charset="-120"/>
                <a:cs typeface="Consolas" panose="020B0609020204030204" pitchFamily="49" charset="0"/>
              </a:rPr>
              <a:t>s2</a:t>
            </a:r>
            <a:r>
              <a:rPr lang="en-US" altLang="zh-TW" sz="2600">
                <a:ea typeface="新細明體" pitchFamily="18" charset="-120"/>
              </a:rPr>
              <a:t>.</a:t>
            </a:r>
          </a:p>
        </p:txBody>
      </p:sp>
      <p:graphicFrame>
        <p:nvGraphicFramePr>
          <p:cNvPr id="508933" name="Group 5"/>
          <p:cNvGraphicFramePr>
            <a:graphicFrameLocks noGrp="1"/>
          </p:cNvGraphicFramePr>
          <p:nvPr>
            <p:extLst>
              <p:ext uri="{D42A27DB-BD31-4B8C-83A1-F6EECF244321}">
                <p14:modId xmlns:p14="http://schemas.microsoft.com/office/powerpoint/2010/main" val="3305717405"/>
              </p:ext>
            </p:extLst>
          </p:nvPr>
        </p:nvGraphicFramePr>
        <p:xfrm>
          <a:off x="3570288" y="1239838"/>
          <a:ext cx="2525710" cy="382587"/>
        </p:xfrm>
        <a:graphic>
          <a:graphicData uri="http://schemas.openxmlformats.org/drawingml/2006/table">
            <a:tbl>
              <a:tblPr/>
              <a:tblGrid>
                <a:gridCol w="505142">
                  <a:extLst>
                    <a:ext uri="{9D8B030D-6E8A-4147-A177-3AD203B41FA5}">
                      <a16:colId xmlns:a16="http://schemas.microsoft.com/office/drawing/2014/main" val="20000"/>
                    </a:ext>
                  </a:extLst>
                </a:gridCol>
                <a:gridCol w="505142">
                  <a:extLst>
                    <a:ext uri="{9D8B030D-6E8A-4147-A177-3AD203B41FA5}">
                      <a16:colId xmlns:a16="http://schemas.microsoft.com/office/drawing/2014/main" val="20001"/>
                    </a:ext>
                  </a:extLst>
                </a:gridCol>
                <a:gridCol w="505142">
                  <a:extLst>
                    <a:ext uri="{9D8B030D-6E8A-4147-A177-3AD203B41FA5}">
                      <a16:colId xmlns:a16="http://schemas.microsoft.com/office/drawing/2014/main" val="20002"/>
                    </a:ext>
                  </a:extLst>
                </a:gridCol>
                <a:gridCol w="505142">
                  <a:extLst>
                    <a:ext uri="{9D8B030D-6E8A-4147-A177-3AD203B41FA5}">
                      <a16:colId xmlns:a16="http://schemas.microsoft.com/office/drawing/2014/main" val="20003"/>
                    </a:ext>
                  </a:extLst>
                </a:gridCol>
                <a:gridCol w="505142">
                  <a:extLst>
                    <a:ext uri="{9D8B030D-6E8A-4147-A177-3AD203B41FA5}">
                      <a16:colId xmlns:a16="http://schemas.microsoft.com/office/drawing/2014/main" val="20004"/>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32785" name="Rectangle 17"/>
          <p:cNvSpPr>
            <a:spLocks noChangeArrowheads="1"/>
          </p:cNvSpPr>
          <p:nvPr/>
        </p:nvSpPr>
        <p:spPr bwMode="auto">
          <a:xfrm>
            <a:off x="2647950" y="1201738"/>
            <a:ext cx="8445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1">
                <a:solidFill>
                  <a:schemeClr val="tx1"/>
                </a:solidFill>
                <a:latin typeface="Arial" charset="0"/>
                <a:cs typeface="Times New Roman" pitchFamily="18" charset="0"/>
              </a:defRPr>
            </a:lvl1pPr>
            <a:lvl2pPr marL="742950" indent="-285750">
              <a:defRPr sz="2000" b="1">
                <a:solidFill>
                  <a:schemeClr val="tx1"/>
                </a:solidFill>
                <a:latin typeface="Arial" charset="0"/>
                <a:cs typeface="Times New Roman" pitchFamily="18" charset="0"/>
              </a:defRPr>
            </a:lvl2pPr>
            <a:lvl3pPr marL="1143000" indent="-228600">
              <a:defRPr sz="2000" b="1">
                <a:solidFill>
                  <a:schemeClr val="tx1"/>
                </a:solidFill>
                <a:latin typeface="Arial" charset="0"/>
                <a:cs typeface="Times New Roman" pitchFamily="18" charset="0"/>
              </a:defRPr>
            </a:lvl3pPr>
            <a:lvl4pPr marL="1600200" indent="-228600">
              <a:defRPr sz="2000" b="1">
                <a:solidFill>
                  <a:schemeClr val="tx1"/>
                </a:solidFill>
                <a:latin typeface="Arial" charset="0"/>
                <a:cs typeface="Times New Roman" pitchFamily="18" charset="0"/>
              </a:defRPr>
            </a:lvl4pPr>
            <a:lvl5pPr marL="2057400" indent="-228600">
              <a:defRPr sz="2000" b="1">
                <a:solidFill>
                  <a:schemeClr val="tx1"/>
                </a:solidFill>
                <a:latin typeface="Arial" charset="0"/>
                <a:cs typeface="Times New Roman" pitchFamily="18" charset="0"/>
              </a:defRPr>
            </a:lvl5pPr>
            <a:lvl6pPr marL="2514600" indent="-228600" eaLnBrk="0" fontAlgn="base" hangingPunct="0">
              <a:spcBef>
                <a:spcPct val="0"/>
              </a:spcBef>
              <a:spcAft>
                <a:spcPct val="0"/>
              </a:spcAft>
              <a:defRPr sz="2000" b="1">
                <a:solidFill>
                  <a:schemeClr val="tx1"/>
                </a:solidFill>
                <a:latin typeface="Arial" charset="0"/>
                <a:cs typeface="Times New Roman" pitchFamily="18" charset="0"/>
              </a:defRPr>
            </a:lvl6pPr>
            <a:lvl7pPr marL="2971800" indent="-228600" eaLnBrk="0" fontAlgn="base" hangingPunct="0">
              <a:spcBef>
                <a:spcPct val="0"/>
              </a:spcBef>
              <a:spcAft>
                <a:spcPct val="0"/>
              </a:spcAft>
              <a:defRPr sz="2000" b="1">
                <a:solidFill>
                  <a:schemeClr val="tx1"/>
                </a:solidFill>
                <a:latin typeface="Arial" charset="0"/>
                <a:cs typeface="Times New Roman" pitchFamily="18" charset="0"/>
              </a:defRPr>
            </a:lvl7pPr>
            <a:lvl8pPr marL="3429000" indent="-228600" eaLnBrk="0" fontAlgn="base" hangingPunct="0">
              <a:spcBef>
                <a:spcPct val="0"/>
              </a:spcBef>
              <a:spcAft>
                <a:spcPct val="0"/>
              </a:spcAft>
              <a:defRPr sz="2000" b="1">
                <a:solidFill>
                  <a:schemeClr val="tx1"/>
                </a:solidFill>
                <a:latin typeface="Arial" charset="0"/>
                <a:cs typeface="Times New Roman" pitchFamily="18" charset="0"/>
              </a:defRPr>
            </a:lvl8pPr>
            <a:lvl9pPr marL="3886200" indent="-228600" eaLnBrk="0" fontAlgn="base" hangingPunct="0">
              <a:spcBef>
                <a:spcPct val="0"/>
              </a:spcBef>
              <a:spcAft>
                <a:spcPct val="0"/>
              </a:spcAft>
              <a:defRPr sz="2000" b="1">
                <a:solidFill>
                  <a:schemeClr val="tx1"/>
                </a:solidFill>
                <a:latin typeface="Arial" charset="0"/>
                <a:cs typeface="Times New Roman" pitchFamily="18" charset="0"/>
              </a:defRPr>
            </a:lvl9pPr>
          </a:lstStyle>
          <a:p>
            <a:pPr eaLnBrk="1" hangingPunct="1">
              <a:spcBef>
                <a:spcPct val="20000"/>
              </a:spcBef>
              <a:buClr>
                <a:schemeClr val="accent1"/>
              </a:buClr>
              <a:buFont typeface="Wingdings" pitchFamily="2" charset="2"/>
              <a:buNone/>
            </a:pPr>
            <a:r>
              <a:rPr lang="en-US" altLang="zh-TW" sz="2400" b="0">
                <a:latin typeface="Consolas" panose="020B0609020204030204" pitchFamily="49" charset="0"/>
                <a:ea typeface="新細明體" pitchFamily="18" charset="-120"/>
              </a:rPr>
              <a:t>s1</a:t>
            </a:r>
            <a:endParaRPr lang="en-US" altLang="zh-TW" b="0" u="sng">
              <a:latin typeface="Consolas" panose="020B0609020204030204" pitchFamily="49" charset="0"/>
              <a:ea typeface="新細明體" pitchFamily="18" charset="-120"/>
            </a:endParaRPr>
          </a:p>
        </p:txBody>
      </p:sp>
      <p:graphicFrame>
        <p:nvGraphicFramePr>
          <p:cNvPr id="508946" name="Group 18"/>
          <p:cNvGraphicFramePr>
            <a:graphicFrameLocks noGrp="1"/>
          </p:cNvGraphicFramePr>
          <p:nvPr>
            <p:extLst>
              <p:ext uri="{D42A27DB-BD31-4B8C-83A1-F6EECF244321}">
                <p14:modId xmlns:p14="http://schemas.microsoft.com/office/powerpoint/2010/main" val="2630361676"/>
              </p:ext>
            </p:extLst>
          </p:nvPr>
        </p:nvGraphicFramePr>
        <p:xfrm>
          <a:off x="3570288" y="2008188"/>
          <a:ext cx="3059112" cy="382587"/>
        </p:xfrm>
        <a:graphic>
          <a:graphicData uri="http://schemas.openxmlformats.org/drawingml/2006/table">
            <a:tbl>
              <a:tblPr/>
              <a:tblGrid>
                <a:gridCol w="509852">
                  <a:extLst>
                    <a:ext uri="{9D8B030D-6E8A-4147-A177-3AD203B41FA5}">
                      <a16:colId xmlns:a16="http://schemas.microsoft.com/office/drawing/2014/main" val="20000"/>
                    </a:ext>
                  </a:extLst>
                </a:gridCol>
                <a:gridCol w="509852">
                  <a:extLst>
                    <a:ext uri="{9D8B030D-6E8A-4147-A177-3AD203B41FA5}">
                      <a16:colId xmlns:a16="http://schemas.microsoft.com/office/drawing/2014/main" val="20001"/>
                    </a:ext>
                  </a:extLst>
                </a:gridCol>
                <a:gridCol w="509852">
                  <a:extLst>
                    <a:ext uri="{9D8B030D-6E8A-4147-A177-3AD203B41FA5}">
                      <a16:colId xmlns:a16="http://schemas.microsoft.com/office/drawing/2014/main" val="20002"/>
                    </a:ext>
                  </a:extLst>
                </a:gridCol>
                <a:gridCol w="509852">
                  <a:extLst>
                    <a:ext uri="{9D8B030D-6E8A-4147-A177-3AD203B41FA5}">
                      <a16:colId xmlns:a16="http://schemas.microsoft.com/office/drawing/2014/main" val="20003"/>
                    </a:ext>
                  </a:extLst>
                </a:gridCol>
                <a:gridCol w="509852">
                  <a:extLst>
                    <a:ext uri="{9D8B030D-6E8A-4147-A177-3AD203B41FA5}">
                      <a16:colId xmlns:a16="http://schemas.microsoft.com/office/drawing/2014/main" val="20004"/>
                    </a:ext>
                  </a:extLst>
                </a:gridCol>
                <a:gridCol w="509852">
                  <a:extLst>
                    <a:ext uri="{9D8B030D-6E8A-4147-A177-3AD203B41FA5}">
                      <a16:colId xmlns:a16="http://schemas.microsoft.com/office/drawing/2014/main" val="20005"/>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8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32800" name="Rectangle 32"/>
          <p:cNvSpPr>
            <a:spLocks noChangeArrowheads="1"/>
          </p:cNvSpPr>
          <p:nvPr/>
        </p:nvSpPr>
        <p:spPr bwMode="auto">
          <a:xfrm>
            <a:off x="2647950" y="1970088"/>
            <a:ext cx="5245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charset="0"/>
                <a:cs typeface="Times New Roman" pitchFamily="18" charset="0"/>
              </a:defRPr>
            </a:lvl1pPr>
            <a:lvl2pPr marL="742950" indent="-285750">
              <a:defRPr sz="2000" b="1">
                <a:solidFill>
                  <a:schemeClr val="tx1"/>
                </a:solidFill>
                <a:latin typeface="Arial" charset="0"/>
                <a:cs typeface="Times New Roman" pitchFamily="18" charset="0"/>
              </a:defRPr>
            </a:lvl2pPr>
            <a:lvl3pPr marL="1143000" indent="-228600">
              <a:defRPr sz="2000" b="1">
                <a:solidFill>
                  <a:schemeClr val="tx1"/>
                </a:solidFill>
                <a:latin typeface="Arial" charset="0"/>
                <a:cs typeface="Times New Roman" pitchFamily="18" charset="0"/>
              </a:defRPr>
            </a:lvl3pPr>
            <a:lvl4pPr marL="1600200" indent="-228600">
              <a:defRPr sz="2000" b="1">
                <a:solidFill>
                  <a:schemeClr val="tx1"/>
                </a:solidFill>
                <a:latin typeface="Arial" charset="0"/>
                <a:cs typeface="Times New Roman" pitchFamily="18" charset="0"/>
              </a:defRPr>
            </a:lvl4pPr>
            <a:lvl5pPr marL="2057400" indent="-228600">
              <a:defRPr sz="2000" b="1">
                <a:solidFill>
                  <a:schemeClr val="tx1"/>
                </a:solidFill>
                <a:latin typeface="Arial" charset="0"/>
                <a:cs typeface="Times New Roman" pitchFamily="18" charset="0"/>
              </a:defRPr>
            </a:lvl5pPr>
            <a:lvl6pPr marL="2514600" indent="-228600" eaLnBrk="0" fontAlgn="base" hangingPunct="0">
              <a:spcBef>
                <a:spcPct val="0"/>
              </a:spcBef>
              <a:spcAft>
                <a:spcPct val="0"/>
              </a:spcAft>
              <a:defRPr sz="2000" b="1">
                <a:solidFill>
                  <a:schemeClr val="tx1"/>
                </a:solidFill>
                <a:latin typeface="Arial" charset="0"/>
                <a:cs typeface="Times New Roman" pitchFamily="18" charset="0"/>
              </a:defRPr>
            </a:lvl6pPr>
            <a:lvl7pPr marL="2971800" indent="-228600" eaLnBrk="0" fontAlgn="base" hangingPunct="0">
              <a:spcBef>
                <a:spcPct val="0"/>
              </a:spcBef>
              <a:spcAft>
                <a:spcPct val="0"/>
              </a:spcAft>
              <a:defRPr sz="2000" b="1">
                <a:solidFill>
                  <a:schemeClr val="tx1"/>
                </a:solidFill>
                <a:latin typeface="Arial" charset="0"/>
                <a:cs typeface="Times New Roman" pitchFamily="18" charset="0"/>
              </a:defRPr>
            </a:lvl7pPr>
            <a:lvl8pPr marL="3429000" indent="-228600" eaLnBrk="0" fontAlgn="base" hangingPunct="0">
              <a:spcBef>
                <a:spcPct val="0"/>
              </a:spcBef>
              <a:spcAft>
                <a:spcPct val="0"/>
              </a:spcAft>
              <a:defRPr sz="2000" b="1">
                <a:solidFill>
                  <a:schemeClr val="tx1"/>
                </a:solidFill>
                <a:latin typeface="Arial" charset="0"/>
                <a:cs typeface="Times New Roman" pitchFamily="18" charset="0"/>
              </a:defRPr>
            </a:lvl8pPr>
            <a:lvl9pPr marL="3886200" indent="-228600" eaLnBrk="0" fontAlgn="base" hangingPunct="0">
              <a:spcBef>
                <a:spcPct val="0"/>
              </a:spcBef>
              <a:spcAft>
                <a:spcPct val="0"/>
              </a:spcAft>
              <a:defRPr sz="2000" b="1">
                <a:solidFill>
                  <a:schemeClr val="tx1"/>
                </a:solidFill>
                <a:latin typeface="Arial" charset="0"/>
                <a:cs typeface="Times New Roman" pitchFamily="18" charset="0"/>
              </a:defRPr>
            </a:lvl9pPr>
          </a:lstStyle>
          <a:p>
            <a:r>
              <a:rPr lang="en-US" altLang="zh-TW" sz="2400" b="0">
                <a:latin typeface="Consolas" panose="020B0609020204030204" pitchFamily="49" charset="0"/>
                <a:ea typeface="新細明體" pitchFamily="18" charset="-120"/>
              </a:rPr>
              <a:t>s2</a:t>
            </a:r>
          </a:p>
        </p:txBody>
      </p:sp>
      <p:sp>
        <p:nvSpPr>
          <p:cNvPr id="508961" name="Line 33"/>
          <p:cNvSpPr>
            <a:spLocks noChangeShapeType="1"/>
          </p:cNvSpPr>
          <p:nvPr/>
        </p:nvSpPr>
        <p:spPr bwMode="auto">
          <a:xfrm>
            <a:off x="3800475" y="1625600"/>
            <a:ext cx="0" cy="344488"/>
          </a:xfrm>
          <a:prstGeom prst="line">
            <a:avLst/>
          </a:prstGeom>
          <a:noFill/>
          <a:ln w="25400">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spAutoFit/>
          </a:bodyPr>
          <a:lstStyle/>
          <a:p>
            <a:endParaRPr lang="en-US"/>
          </a:p>
        </p:txBody>
      </p:sp>
      <p:sp>
        <p:nvSpPr>
          <p:cNvPr id="508962" name="Line 34"/>
          <p:cNvSpPr>
            <a:spLocks noChangeShapeType="1"/>
          </p:cNvSpPr>
          <p:nvPr/>
        </p:nvSpPr>
        <p:spPr bwMode="auto">
          <a:xfrm>
            <a:off x="4300538" y="1625600"/>
            <a:ext cx="0" cy="344488"/>
          </a:xfrm>
          <a:prstGeom prst="line">
            <a:avLst/>
          </a:prstGeom>
          <a:noFill/>
          <a:ln w="25400">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spAutoFit/>
          </a:bodyPr>
          <a:lstStyle/>
          <a:p>
            <a:endParaRPr lang="en-US"/>
          </a:p>
        </p:txBody>
      </p:sp>
      <p:sp>
        <p:nvSpPr>
          <p:cNvPr id="508963" name="Line 35"/>
          <p:cNvSpPr>
            <a:spLocks noChangeShapeType="1"/>
          </p:cNvSpPr>
          <p:nvPr/>
        </p:nvSpPr>
        <p:spPr bwMode="auto">
          <a:xfrm>
            <a:off x="4799013" y="1625600"/>
            <a:ext cx="0" cy="344488"/>
          </a:xfrm>
          <a:prstGeom prst="line">
            <a:avLst/>
          </a:prstGeom>
          <a:noFill/>
          <a:ln w="25400">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spAutoFit/>
          </a:bodyPr>
          <a:lstStyle/>
          <a:p>
            <a:endParaRPr lang="en-US"/>
          </a:p>
        </p:txBody>
      </p:sp>
      <p:sp>
        <p:nvSpPr>
          <p:cNvPr id="508964" name="Line 36"/>
          <p:cNvSpPr>
            <a:spLocks noChangeShapeType="1"/>
          </p:cNvSpPr>
          <p:nvPr/>
        </p:nvSpPr>
        <p:spPr bwMode="auto">
          <a:xfrm>
            <a:off x="5337175" y="1625600"/>
            <a:ext cx="0" cy="344488"/>
          </a:xfrm>
          <a:prstGeom prst="line">
            <a:avLst/>
          </a:prstGeom>
          <a:noFill/>
          <a:ln w="25400">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spAutoFit/>
          </a:bodyPr>
          <a:lstStyle/>
          <a:p>
            <a:endParaRPr lang="en-US"/>
          </a:p>
        </p:txBody>
      </p:sp>
      <p:sp>
        <p:nvSpPr>
          <p:cNvPr id="13" name="Slide Number Placeholder 5">
            <a:extLst>
              <a:ext uri="{FF2B5EF4-FFF2-40B4-BE49-F238E27FC236}">
                <a16:creationId xmlns:a16="http://schemas.microsoft.com/office/drawing/2014/main" id="{E3570CFC-5D37-7347-857D-63F38733B6E6}"/>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14</a:t>
            </a:fld>
            <a:endParaRPr lang="en-US"/>
          </a:p>
        </p:txBody>
      </p:sp>
    </p:spTree>
    <p:extLst>
      <p:ext uri="{BB962C8B-B14F-4D97-AF65-F5344CB8AC3E}">
        <p14:creationId xmlns:p14="http://schemas.microsoft.com/office/powerpoint/2010/main" val="2378207661"/>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89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896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896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89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8931">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8931">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8931">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89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61" grpId="0" animBg="1"/>
      <p:bldP spid="508962" grpId="0" animBg="1"/>
      <p:bldP spid="508963" grpId="0" animBg="1"/>
      <p:bldP spid="50896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normAutofit/>
          </a:bodyPr>
          <a:lstStyle/>
          <a:p>
            <a:r>
              <a:rPr lang="en-US" altLang="zh-TW" sz="4000">
                <a:latin typeface="Calibri" panose="020F0502020204030204" pitchFamily="34" charset="0"/>
                <a:ea typeface="新細明體" pitchFamily="18" charset="-120"/>
                <a:cs typeface="Calibri" panose="020F0502020204030204" pitchFamily="34" charset="0"/>
              </a:rPr>
              <a:t>2.4. </a:t>
            </a:r>
            <a:r>
              <a:rPr lang="en-US" altLang="zh-TW" sz="4000" err="1">
                <a:latin typeface="Consolas" panose="020B0609020204030204" pitchFamily="49" charset="0"/>
                <a:ea typeface="新細明體" pitchFamily="18" charset="-120"/>
                <a:cs typeface="Consolas" panose="020B0609020204030204" pitchFamily="49" charset="0"/>
              </a:rPr>
              <a:t>strcmp</a:t>
            </a:r>
            <a:r>
              <a:rPr lang="en-US" altLang="zh-TW" sz="4000">
                <a:latin typeface="Consolas" panose="020B0609020204030204" pitchFamily="49" charset="0"/>
                <a:ea typeface="新細明體" pitchFamily="18" charset="-120"/>
                <a:cs typeface="Consolas" panose="020B0609020204030204" pitchFamily="49" charset="0"/>
              </a:rPr>
              <a:t>()</a:t>
            </a:r>
          </a:p>
        </p:txBody>
      </p:sp>
      <p:sp>
        <p:nvSpPr>
          <p:cNvPr id="508931" name="Rectangle 3"/>
          <p:cNvSpPr>
            <a:spLocks noGrp="1" noChangeArrowheads="1"/>
          </p:cNvSpPr>
          <p:nvPr>
            <p:ph type="body" idx="1"/>
          </p:nvPr>
        </p:nvSpPr>
        <p:spPr>
          <a:xfrm>
            <a:off x="228600" y="2362199"/>
            <a:ext cx="8763000" cy="3657601"/>
          </a:xfrm>
        </p:spPr>
        <p:txBody>
          <a:bodyPr>
            <a:normAutofit/>
          </a:bodyPr>
          <a:lstStyle/>
          <a:p>
            <a:pPr marL="0" indent="0" eaLnBrk="1" hangingPunct="1">
              <a:lnSpc>
                <a:spcPct val="90000"/>
              </a:lnSpc>
              <a:buNone/>
            </a:pPr>
            <a:r>
              <a:rPr lang="en-US" altLang="zh-TW">
                <a:ea typeface="新細明體" pitchFamily="18" charset="-120"/>
              </a:rPr>
              <a:t>This function compares two strings</a:t>
            </a:r>
            <a:r>
              <a:rPr lang="en-US" altLang="zh-TW" sz="2600">
                <a:ea typeface="新細明體" pitchFamily="18" charset="-120"/>
              </a:rPr>
              <a:t> and returns:</a:t>
            </a:r>
          </a:p>
          <a:p>
            <a:pPr eaLnBrk="1" hangingPunct="1">
              <a:lnSpc>
                <a:spcPct val="90000"/>
              </a:lnSpc>
            </a:pPr>
            <a:r>
              <a:rPr lang="en-US" altLang="zh-TW" sz="2600">
                <a:ea typeface="新細明體" pitchFamily="18" charset="-120"/>
              </a:rPr>
              <a:t>A </a:t>
            </a:r>
            <a:r>
              <a:rPr lang="en-US" altLang="zh-TW" sz="2600" u="sng">
                <a:ea typeface="新細明體" pitchFamily="18" charset="-120"/>
              </a:rPr>
              <a:t>positive integer</a:t>
            </a:r>
            <a:r>
              <a:rPr lang="en-US" altLang="zh-TW" sz="2600">
                <a:ea typeface="新細明體" pitchFamily="18" charset="-120"/>
              </a:rPr>
              <a:t> if </a:t>
            </a:r>
            <a:r>
              <a:rPr lang="en-US" altLang="zh-TW" sz="2600" b="1">
                <a:latin typeface="Consolas" panose="020B0609020204030204" pitchFamily="49" charset="0"/>
                <a:ea typeface="新細明體" pitchFamily="18" charset="-120"/>
                <a:cs typeface="Consolas" panose="020B0609020204030204" pitchFamily="49" charset="0"/>
              </a:rPr>
              <a:t>s1</a:t>
            </a:r>
            <a:r>
              <a:rPr lang="en-US" altLang="zh-TW" sz="2600">
                <a:ea typeface="新細明體" pitchFamily="18" charset="-120"/>
              </a:rPr>
              <a:t> is lexicographically </a:t>
            </a:r>
            <a:r>
              <a:rPr lang="en-US" altLang="zh-TW" sz="2600" u="sng">
                <a:ea typeface="新細明體" pitchFamily="18" charset="-120"/>
              </a:rPr>
              <a:t>larger</a:t>
            </a:r>
            <a:r>
              <a:rPr lang="en-US" altLang="zh-TW" sz="2600">
                <a:ea typeface="新細明體" pitchFamily="18" charset="-120"/>
              </a:rPr>
              <a:t> than </a:t>
            </a:r>
            <a:r>
              <a:rPr lang="en-US" altLang="zh-TW" sz="2600" b="1">
                <a:latin typeface="Consolas" panose="020B0609020204030204" pitchFamily="49" charset="0"/>
                <a:ea typeface="新細明體" pitchFamily="18" charset="-120"/>
                <a:cs typeface="Consolas" panose="020B0609020204030204" pitchFamily="49" charset="0"/>
              </a:rPr>
              <a:t>s2</a:t>
            </a:r>
          </a:p>
          <a:p>
            <a:pPr eaLnBrk="1" hangingPunct="1">
              <a:lnSpc>
                <a:spcPct val="90000"/>
              </a:lnSpc>
            </a:pPr>
            <a:r>
              <a:rPr lang="en-US" altLang="zh-TW" sz="2600">
                <a:ea typeface="新細明體" pitchFamily="18" charset="-120"/>
              </a:rPr>
              <a:t>A </a:t>
            </a:r>
            <a:r>
              <a:rPr lang="en-US" altLang="zh-TW" sz="2600" u="sng">
                <a:ea typeface="新細明體" pitchFamily="18" charset="-120"/>
              </a:rPr>
              <a:t>negative integer</a:t>
            </a:r>
            <a:r>
              <a:rPr lang="en-US" altLang="zh-TW" sz="2600">
                <a:ea typeface="新細明體" pitchFamily="18" charset="-120"/>
              </a:rPr>
              <a:t> if </a:t>
            </a:r>
            <a:r>
              <a:rPr lang="en-US" altLang="zh-TW" sz="2600" b="1">
                <a:latin typeface="Consolas" panose="020B0609020204030204" pitchFamily="49" charset="0"/>
                <a:ea typeface="新細明體" pitchFamily="18" charset="-120"/>
                <a:cs typeface="Consolas" panose="020B0609020204030204" pitchFamily="49" charset="0"/>
              </a:rPr>
              <a:t>s1</a:t>
            </a:r>
            <a:r>
              <a:rPr lang="en-US" altLang="zh-TW" sz="2600">
                <a:ea typeface="新細明體" pitchFamily="18" charset="-120"/>
              </a:rPr>
              <a:t> is lexicographically </a:t>
            </a:r>
            <a:r>
              <a:rPr lang="en-US" altLang="zh-TW" sz="2600" u="sng">
                <a:ea typeface="新細明體" pitchFamily="18" charset="-120"/>
              </a:rPr>
              <a:t>smaller</a:t>
            </a:r>
            <a:r>
              <a:rPr lang="en-US" altLang="zh-TW" sz="2600">
                <a:ea typeface="新細明體" pitchFamily="18" charset="-120"/>
              </a:rPr>
              <a:t> than </a:t>
            </a:r>
            <a:r>
              <a:rPr lang="en-US" altLang="zh-TW" sz="2600" b="1">
                <a:latin typeface="Consolas" panose="020B0609020204030204" pitchFamily="49" charset="0"/>
                <a:ea typeface="新細明體" pitchFamily="18" charset="-120"/>
                <a:cs typeface="Consolas" panose="020B0609020204030204" pitchFamily="49" charset="0"/>
              </a:rPr>
              <a:t>s2</a:t>
            </a:r>
          </a:p>
          <a:p>
            <a:pPr eaLnBrk="1" hangingPunct="1">
              <a:lnSpc>
                <a:spcPct val="90000"/>
              </a:lnSpc>
            </a:pPr>
            <a:r>
              <a:rPr lang="en-US" altLang="zh-TW" sz="2600">
                <a:ea typeface="新細明體" pitchFamily="18" charset="-120"/>
              </a:rPr>
              <a:t>A </a:t>
            </a:r>
            <a:r>
              <a:rPr lang="en-US" altLang="zh-TW" sz="2600" u="sng">
                <a:ea typeface="新細明體" pitchFamily="18" charset="-120"/>
              </a:rPr>
              <a:t>zero</a:t>
            </a:r>
            <a:r>
              <a:rPr lang="en-US" altLang="zh-TW" sz="2600">
                <a:ea typeface="新細明體" pitchFamily="18" charset="-120"/>
              </a:rPr>
              <a:t> if </a:t>
            </a:r>
            <a:r>
              <a:rPr lang="en-US" altLang="zh-TW" sz="2600" b="1">
                <a:latin typeface="Consolas" panose="020B0609020204030204" pitchFamily="49" charset="0"/>
                <a:ea typeface="新細明體" pitchFamily="18" charset="-120"/>
                <a:cs typeface="Consolas" panose="020B0609020204030204" pitchFamily="49" charset="0"/>
              </a:rPr>
              <a:t>s1</a:t>
            </a:r>
            <a:r>
              <a:rPr lang="en-US" altLang="zh-TW" sz="2600">
                <a:ea typeface="新細明體" pitchFamily="18" charset="-120"/>
              </a:rPr>
              <a:t> is </a:t>
            </a:r>
            <a:r>
              <a:rPr lang="en-US" altLang="zh-TW" sz="2600" u="sng">
                <a:ea typeface="新細明體" pitchFamily="18" charset="-120"/>
              </a:rPr>
              <a:t>equal</a:t>
            </a:r>
            <a:r>
              <a:rPr lang="en-US" altLang="zh-TW" sz="2600">
                <a:ea typeface="新細明體" pitchFamily="18" charset="-120"/>
              </a:rPr>
              <a:t> to </a:t>
            </a:r>
            <a:r>
              <a:rPr lang="en-US" altLang="zh-TW" sz="2600" b="1">
                <a:latin typeface="Consolas" panose="020B0609020204030204" pitchFamily="49" charset="0"/>
                <a:ea typeface="新細明體" pitchFamily="18" charset="-120"/>
                <a:cs typeface="Consolas" panose="020B0609020204030204" pitchFamily="49" charset="0"/>
              </a:rPr>
              <a:t>s2</a:t>
            </a:r>
          </a:p>
        </p:txBody>
      </p:sp>
      <p:sp>
        <p:nvSpPr>
          <p:cNvPr id="2" name="Rectangle 1"/>
          <p:cNvSpPr/>
          <p:nvPr/>
        </p:nvSpPr>
        <p:spPr>
          <a:xfrm>
            <a:off x="2057400" y="1295400"/>
            <a:ext cx="4134465" cy="707886"/>
          </a:xfrm>
          <a:prstGeom prst="rect">
            <a:avLst/>
          </a:prstGeom>
        </p:spPr>
        <p:txBody>
          <a:bodyPr wrap="none">
            <a:spAutoFit/>
          </a:bodyPr>
          <a:lstStyle/>
          <a:p>
            <a:r>
              <a:rPr lang="en-US" altLang="zh-TW" sz="4000" err="1">
                <a:latin typeface="Consolas" panose="020B0609020204030204" pitchFamily="49" charset="0"/>
                <a:ea typeface="新細明體" pitchFamily="18" charset="-120"/>
                <a:cs typeface="Consolas" panose="020B0609020204030204" pitchFamily="49" charset="0"/>
              </a:rPr>
              <a:t>strcmp</a:t>
            </a:r>
            <a:r>
              <a:rPr lang="en-US" altLang="zh-TW" sz="4000">
                <a:latin typeface="Consolas" panose="020B0609020204030204" pitchFamily="49" charset="0"/>
                <a:ea typeface="新細明體" pitchFamily="18" charset="-120"/>
                <a:cs typeface="Consolas" panose="020B0609020204030204" pitchFamily="49" charset="0"/>
              </a:rPr>
              <a:t>(s1, s2)</a:t>
            </a:r>
            <a:endParaRPr lang="en-US" sz="4000"/>
          </a:p>
        </p:txBody>
      </p:sp>
      <p:sp>
        <p:nvSpPr>
          <p:cNvPr id="12" name="Slide Number Placeholder 5">
            <a:extLst>
              <a:ext uri="{FF2B5EF4-FFF2-40B4-BE49-F238E27FC236}">
                <a16:creationId xmlns:a16="http://schemas.microsoft.com/office/drawing/2014/main" id="{03063F55-1E3D-6C4D-B4F7-8D89CB792DC7}"/>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15</a:t>
            </a:fld>
            <a:endParaRPr lang="en-US"/>
          </a:p>
        </p:txBody>
      </p:sp>
    </p:spTree>
    <p:extLst>
      <p:ext uri="{BB962C8B-B14F-4D97-AF65-F5344CB8AC3E}">
        <p14:creationId xmlns:p14="http://schemas.microsoft.com/office/powerpoint/2010/main" val="176765634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76200" y="152400"/>
            <a:ext cx="8915400" cy="762000"/>
          </a:xfrm>
        </p:spPr>
        <p:txBody>
          <a:bodyPr>
            <a:noAutofit/>
          </a:bodyPr>
          <a:lstStyle/>
          <a:p>
            <a:r>
              <a:rPr lang="en-US" altLang="zh-TW" sz="4000">
                <a:ea typeface="新細明體" pitchFamily="18" charset="-120"/>
              </a:rPr>
              <a:t>2.4. String comparison</a:t>
            </a:r>
          </a:p>
        </p:txBody>
      </p:sp>
      <p:sp>
        <p:nvSpPr>
          <p:cNvPr id="11268" name="Rectangle 3"/>
          <p:cNvSpPr>
            <a:spLocks noChangeArrowheads="1"/>
          </p:cNvSpPr>
          <p:nvPr/>
        </p:nvSpPr>
        <p:spPr bwMode="auto">
          <a:xfrm>
            <a:off x="457200" y="990600"/>
            <a:ext cx="8686800" cy="4191000"/>
          </a:xfrm>
          <a:prstGeom prst="rect">
            <a:avLst/>
          </a:prstGeom>
          <a:no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char</a:t>
            </a:r>
            <a:r>
              <a:rPr lang="en-US" altLang="zh-TW" sz="2000" b="0">
                <a:latin typeface="Consolas" panose="020B0609020204030204" pitchFamily="49" charset="0"/>
                <a:ea typeface="新細明體" pitchFamily="18" charset="-120"/>
                <a:cs typeface="Consolas" panose="020B0609020204030204" pitchFamily="49" charset="0"/>
              </a:rPr>
              <a:t> s1[100], s2[100];</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a:t>
            </a: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Assume s1 and s2 are assigned some values here</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If s1 is equal to "Hello"</a:t>
            </a:r>
          </a:p>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if</a:t>
            </a:r>
            <a:r>
              <a:rPr lang="en-US" altLang="zh-TW" sz="2000" b="0">
                <a:latin typeface="Consolas" panose="020B0609020204030204" pitchFamily="49" charset="0"/>
                <a:ea typeface="新細明體" pitchFamily="18" charset="-120"/>
                <a:cs typeface="Consolas" panose="020B0609020204030204" pitchFamily="49" charset="0"/>
              </a:rPr>
              <a:t> (</a:t>
            </a:r>
            <a:r>
              <a:rPr lang="en-US" altLang="zh-TW" sz="2000" err="1">
                <a:latin typeface="Consolas" panose="020B0609020204030204" pitchFamily="49" charset="0"/>
                <a:ea typeface="新細明體" pitchFamily="18" charset="-120"/>
                <a:cs typeface="Consolas" panose="020B0609020204030204" pitchFamily="49" charset="0"/>
              </a:rPr>
              <a:t>strcmp</a:t>
            </a:r>
            <a:r>
              <a:rPr lang="en-US" altLang="zh-TW" sz="2000" b="0">
                <a:latin typeface="Consolas" panose="020B0609020204030204" pitchFamily="49" charset="0"/>
                <a:ea typeface="新細明體" pitchFamily="18" charset="-120"/>
                <a:cs typeface="Consolas" panose="020B0609020204030204" pitchFamily="49" charset="0"/>
              </a:rPr>
              <a:t>(s1, "Hello") == 0) {</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B050"/>
                </a:solidFill>
                <a:latin typeface="Consolas" panose="020B0609020204030204" pitchFamily="49" charset="0"/>
                <a:ea typeface="新細明體" pitchFamily="18" charset="-120"/>
                <a:cs typeface="Consolas" panose="020B0609020204030204" pitchFamily="49" charset="0"/>
              </a:rPr>
              <a:t>// If s1 is not equal to s2 </a:t>
            </a:r>
          </a:p>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if</a:t>
            </a:r>
            <a:r>
              <a:rPr lang="en-US" altLang="zh-TW" sz="2000" b="0">
                <a:latin typeface="Consolas" panose="020B0609020204030204" pitchFamily="49" charset="0"/>
                <a:ea typeface="新細明體" pitchFamily="18" charset="-120"/>
                <a:cs typeface="Consolas" panose="020B0609020204030204" pitchFamily="49" charset="0"/>
              </a:rPr>
              <a:t> (</a:t>
            </a:r>
            <a:r>
              <a:rPr lang="en-US" altLang="zh-TW" sz="2000" err="1">
                <a:latin typeface="Consolas" panose="020B0609020204030204" pitchFamily="49" charset="0"/>
                <a:ea typeface="新細明體" pitchFamily="18" charset="-120"/>
                <a:cs typeface="Consolas" panose="020B0609020204030204" pitchFamily="49" charset="0"/>
              </a:rPr>
              <a:t>strcmp</a:t>
            </a:r>
            <a:r>
              <a:rPr lang="en-US" altLang="zh-TW" sz="2000" b="0">
                <a:latin typeface="Consolas" panose="020B0609020204030204" pitchFamily="49" charset="0"/>
                <a:ea typeface="新細明體" pitchFamily="18" charset="-120"/>
                <a:cs typeface="Consolas" panose="020B0609020204030204" pitchFamily="49" charset="0"/>
              </a:rPr>
              <a:t>(s1, s2) != 0) {</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p:txBody>
      </p:sp>
      <p:sp>
        <p:nvSpPr>
          <p:cNvPr id="11269" name="Rectangle 4"/>
          <p:cNvSpPr>
            <a:spLocks noChangeArrowheads="1"/>
          </p:cNvSpPr>
          <p:nvPr/>
        </p:nvSpPr>
        <p:spPr bwMode="auto">
          <a:xfrm>
            <a:off x="0" y="990600"/>
            <a:ext cx="461963" cy="4191000"/>
          </a:xfrm>
          <a:prstGeom prst="rect">
            <a:avLst/>
          </a:prstGeom>
          <a:no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12</a:t>
            </a:r>
          </a:p>
          <a:p>
            <a:pPr eaLnBrk="1" hangingPunct="1">
              <a:lnSpc>
                <a:spcPct val="110000"/>
              </a:lnSpc>
            </a:pPr>
            <a:endParaRPr lang="en-US" altLang="zh-TW" sz="2000" b="0">
              <a:solidFill>
                <a:srgbClr val="5F5F5F"/>
              </a:solidFill>
              <a:latin typeface="Consolas" panose="020B0609020204030204" pitchFamily="49" charset="0"/>
              <a:ea typeface="新細明體" pitchFamily="18" charset="-120"/>
              <a:cs typeface="Consolas" panose="020B0609020204030204" pitchFamily="49" charset="0"/>
            </a:endParaRPr>
          </a:p>
        </p:txBody>
      </p:sp>
      <p:sp>
        <p:nvSpPr>
          <p:cNvPr id="9" name="Slide Number Placeholder 5">
            <a:extLst>
              <a:ext uri="{FF2B5EF4-FFF2-40B4-BE49-F238E27FC236}">
                <a16:creationId xmlns:a16="http://schemas.microsoft.com/office/drawing/2014/main" id="{AECAF88A-D4AB-B146-88EE-DBDA632B7AB3}"/>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16</a:t>
            </a:fld>
            <a:endParaRPr lang="en-US"/>
          </a:p>
        </p:txBody>
      </p:sp>
    </p:spTree>
    <p:extLst>
      <p:ext uri="{BB962C8B-B14F-4D97-AF65-F5344CB8AC3E}">
        <p14:creationId xmlns:p14="http://schemas.microsoft.com/office/powerpoint/2010/main" val="34567215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7700" name="Group 36"/>
          <p:cNvGraphicFramePr>
            <a:graphicFrameLocks noGrp="1"/>
          </p:cNvGraphicFramePr>
          <p:nvPr>
            <p:extLst>
              <p:ext uri="{D42A27DB-BD31-4B8C-83A1-F6EECF244321}">
                <p14:modId xmlns:p14="http://schemas.microsoft.com/office/powerpoint/2010/main" val="692393559"/>
              </p:ext>
            </p:extLst>
          </p:nvPr>
        </p:nvGraphicFramePr>
        <p:xfrm>
          <a:off x="347663" y="1201738"/>
          <a:ext cx="8458199" cy="4651248"/>
        </p:xfrm>
        <a:graphic>
          <a:graphicData uri="http://schemas.openxmlformats.org/drawingml/2006/table">
            <a:tbl>
              <a:tblPr/>
              <a:tblGrid>
                <a:gridCol w="703897">
                  <a:extLst>
                    <a:ext uri="{9D8B030D-6E8A-4147-A177-3AD203B41FA5}">
                      <a16:colId xmlns:a16="http://schemas.microsoft.com/office/drawing/2014/main" val="2594595443"/>
                    </a:ext>
                  </a:extLst>
                </a:gridCol>
                <a:gridCol w="2240280">
                  <a:extLst>
                    <a:ext uri="{9D8B030D-6E8A-4147-A177-3AD203B41FA5}">
                      <a16:colId xmlns:a16="http://schemas.microsoft.com/office/drawing/2014/main" val="20000"/>
                    </a:ext>
                  </a:extLst>
                </a:gridCol>
                <a:gridCol w="2143632">
                  <a:extLst>
                    <a:ext uri="{9D8B030D-6E8A-4147-A177-3AD203B41FA5}">
                      <a16:colId xmlns:a16="http://schemas.microsoft.com/office/drawing/2014/main" val="20001"/>
                    </a:ext>
                  </a:extLst>
                </a:gridCol>
                <a:gridCol w="3370390">
                  <a:extLst>
                    <a:ext uri="{9D8B030D-6E8A-4147-A177-3AD203B41FA5}">
                      <a16:colId xmlns:a16="http://schemas.microsoft.com/office/drawing/2014/main" val="20002"/>
                    </a:ext>
                  </a:extLst>
                </a:gridCol>
              </a:tblGrid>
              <a:tr h="492125">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mn-lt"/>
                          <a:ea typeface="新細明體" pitchFamily="18" charset="-120"/>
                        </a:rPr>
                        <a:t>Value of </a:t>
                      </a:r>
                    </a:p>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err="1">
                          <a:ln>
                            <a:noFill/>
                          </a:ln>
                          <a:solidFill>
                            <a:schemeClr val="tx1"/>
                          </a:solidFill>
                          <a:effectLst/>
                          <a:latin typeface="Consolas" panose="020B0609020204030204" pitchFamily="49" charset="0"/>
                          <a:ea typeface="新細明體" pitchFamily="18" charset="-120"/>
                        </a:rPr>
                        <a:t>strcmp</a:t>
                      </a: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(s1, s2)</a:t>
                      </a:r>
                    </a:p>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1" i="1" u="none" strike="noStrike" cap="none" normalizeH="0" baseline="0">
                          <a:ln>
                            <a:noFill/>
                          </a:ln>
                          <a:solidFill>
                            <a:schemeClr val="tx1"/>
                          </a:solidFill>
                          <a:effectLst/>
                          <a:latin typeface="Calibri" panose="020F0502020204030204" pitchFamily="34" charset="0"/>
                          <a:ea typeface="新細明體" pitchFamily="18" charset="-120"/>
                          <a:cs typeface="Calibri" panose="020F0502020204030204" pitchFamily="34" charset="0"/>
                        </a:rPr>
                        <a:t>+</a:t>
                      </a:r>
                      <a:r>
                        <a:rPr kumimoji="0" lang="en-US" altLang="zh-TW" sz="2800" b="1" i="1" u="none" strike="noStrike" cap="none" normalizeH="0" baseline="0" err="1">
                          <a:ln>
                            <a:noFill/>
                          </a:ln>
                          <a:solidFill>
                            <a:schemeClr val="tx1"/>
                          </a:solidFill>
                          <a:effectLst/>
                          <a:latin typeface="Calibri" panose="020F0502020204030204" pitchFamily="34" charset="0"/>
                          <a:ea typeface="新細明體" pitchFamily="18" charset="-120"/>
                          <a:cs typeface="Calibri" panose="020F0502020204030204" pitchFamily="34" charset="0"/>
                        </a:rPr>
                        <a:t>ve</a:t>
                      </a:r>
                      <a:r>
                        <a:rPr kumimoji="0" lang="en-US" altLang="zh-TW" sz="2800" b="1" i="1" u="none" strike="noStrike" cap="none" normalizeH="0" baseline="0">
                          <a:ln>
                            <a:noFill/>
                          </a:ln>
                          <a:solidFill>
                            <a:schemeClr val="tx1"/>
                          </a:solidFill>
                          <a:effectLst/>
                          <a:latin typeface="Calibri" panose="020F0502020204030204" pitchFamily="34" charset="0"/>
                          <a:ea typeface="新細明體" pitchFamily="18" charset="-120"/>
                          <a:cs typeface="Calibri" panose="020F0502020204030204" pitchFamily="34" charset="0"/>
                        </a:rPr>
                        <a:t>, -</a:t>
                      </a:r>
                      <a:r>
                        <a:rPr kumimoji="0" lang="en-US" altLang="zh-TW" sz="2800" b="1" i="1" u="none" strike="noStrike" cap="none" normalizeH="0" baseline="0" err="1">
                          <a:ln>
                            <a:noFill/>
                          </a:ln>
                          <a:solidFill>
                            <a:schemeClr val="tx1"/>
                          </a:solidFill>
                          <a:effectLst/>
                          <a:latin typeface="Calibri" panose="020F0502020204030204" pitchFamily="34" charset="0"/>
                          <a:ea typeface="新細明體" pitchFamily="18" charset="-120"/>
                          <a:cs typeface="Calibri" panose="020F0502020204030204" pitchFamily="34" charset="0"/>
                        </a:rPr>
                        <a:t>ve</a:t>
                      </a:r>
                      <a:r>
                        <a:rPr kumimoji="0" lang="en-US" altLang="zh-TW" sz="2800" b="1" i="1" u="none" strike="noStrike" cap="none" normalizeH="0" baseline="0">
                          <a:ln>
                            <a:noFill/>
                          </a:ln>
                          <a:solidFill>
                            <a:schemeClr val="tx1"/>
                          </a:solidFill>
                          <a:effectLst/>
                          <a:latin typeface="Calibri" panose="020F0502020204030204" pitchFamily="34" charset="0"/>
                          <a:ea typeface="新細明體" pitchFamily="18" charset="-120"/>
                          <a:cs typeface="Calibri" panose="020F0502020204030204" pitchFamily="34" charset="0"/>
                        </a:rPr>
                        <a:t>, or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889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"ABC"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"ABCDE"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TW" altLang="en-US" sz="2800" b="0" i="0" u="none" strike="noStrike" cap="none" normalizeH="0" baseline="0" dirty="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921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"XYZ"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t>
                      </a:r>
                      <a:r>
                        <a:rPr kumimoji="0" lang="en-US" altLang="zh-TW" sz="2800" b="0" i="0" u="none" strike="noStrike" cap="none" normalizeH="0" baseline="0" err="1">
                          <a:ln>
                            <a:noFill/>
                          </a:ln>
                          <a:solidFill>
                            <a:schemeClr val="tx1"/>
                          </a:solidFill>
                          <a:effectLst/>
                          <a:latin typeface="Consolas" panose="020B0609020204030204" pitchFamily="49" charset="0"/>
                          <a:ea typeface="新細明體" pitchFamily="18" charset="-120"/>
                        </a:rPr>
                        <a:t>abc</a:t>
                      </a: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TW" altLang="en-US" sz="2800" b="0" i="0" u="none" strike="noStrike" cap="none" normalizeH="0" baseline="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921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"AB 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"ABC"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TW" altLang="en-US" sz="2800" b="0" i="0" u="none" strike="noStrike" cap="none" normalizeH="0" baseline="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"ABC"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TW" altLang="en-US" sz="2800" b="0" i="0" u="none" strike="noStrike" cap="none" normalizeH="0" baseline="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77838">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"13145"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rPr>
                        <a:t>"013145"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TW" altLang="en-US" sz="2800" b="0" i="0" u="none" strike="noStrike" cap="none" normalizeH="0" baseline="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77838">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2800" b="0" i="0" u="none" strike="noStrike" cap="none" normalizeH="0" baseline="0" dirty="0">
                          <a:ln>
                            <a:noFill/>
                          </a:ln>
                          <a:solidFill>
                            <a:schemeClr val="tx1"/>
                          </a:solidFill>
                          <a:effectLst/>
                          <a:latin typeface="Consolas" panose="020B0609020204030204" pitchFamily="49" charset="0"/>
                          <a:ea typeface="新細明體" pitchFamily="18" charset="-12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lang="en-US" altLang="zh-TW" sz="2800" b="0" i="0">
                          <a:ea typeface="新細明體" pitchFamily="18" charset="-120"/>
                        </a:rPr>
                        <a:t>"^.^"</a:t>
                      </a:r>
                      <a:endPar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lang="en-US" altLang="zh-TW" sz="2800" b="0" i="0">
                          <a:ea typeface="新細明體" pitchFamily="18" charset="-120"/>
                        </a:rPr>
                        <a:t>"&gt;.&lt;"</a:t>
                      </a:r>
                      <a:endParaRPr kumimoji="0" lang="en-US" altLang="zh-TW" sz="2800" b="0" i="0" u="none" strike="noStrike" cap="none" normalizeH="0" baseline="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endParaRPr kumimoji="0" lang="zh-TW" altLang="en-US" sz="2800" b="0" i="0" u="none" strike="noStrike" cap="none" normalizeH="0" baseline="0" dirty="0">
                        <a:ln>
                          <a:noFill/>
                        </a:ln>
                        <a:solidFill>
                          <a:schemeClr val="tx1"/>
                        </a:solidFill>
                        <a:effectLst/>
                        <a:latin typeface="Consolas" panose="020B0609020204030204" pitchFamily="49"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
        <p:nvSpPr>
          <p:cNvPr id="34849" name="Rectangle 33"/>
          <p:cNvSpPr>
            <a:spLocks noGrp="1" noChangeArrowheads="1"/>
          </p:cNvSpPr>
          <p:nvPr>
            <p:ph type="title"/>
          </p:nvPr>
        </p:nvSpPr>
        <p:spPr>
          <a:noFill/>
        </p:spPr>
        <p:txBody>
          <a:bodyPr>
            <a:normAutofit/>
          </a:bodyPr>
          <a:lstStyle/>
          <a:p>
            <a:pPr eaLnBrk="1" hangingPunct="1"/>
            <a:r>
              <a:rPr lang="en-US" altLang="zh-TW" sz="4000">
                <a:ea typeface="新細明體" pitchFamily="18" charset="-120"/>
              </a:rPr>
              <a:t>2.4. String comparison (Exercise)</a:t>
            </a:r>
          </a:p>
        </p:txBody>
      </p:sp>
      <p:sp>
        <p:nvSpPr>
          <p:cNvPr id="5" name="Slide Number Placeholder 5">
            <a:extLst>
              <a:ext uri="{FF2B5EF4-FFF2-40B4-BE49-F238E27FC236}">
                <a16:creationId xmlns:a16="http://schemas.microsoft.com/office/drawing/2014/main" id="{34E5F324-EDE5-764A-939D-1A6BB1E61E64}"/>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17</a:t>
            </a:fld>
            <a:endParaRPr lang="en-US"/>
          </a:p>
        </p:txBody>
      </p:sp>
    </p:spTree>
    <p:extLst>
      <p:ext uri="{BB962C8B-B14F-4D97-AF65-F5344CB8AC3E}">
        <p14:creationId xmlns:p14="http://schemas.microsoft.com/office/powerpoint/2010/main" val="421975600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76200" y="152400"/>
            <a:ext cx="8915400" cy="762000"/>
          </a:xfrm>
        </p:spPr>
        <p:txBody>
          <a:bodyPr>
            <a:noAutofit/>
          </a:bodyPr>
          <a:lstStyle/>
          <a:p>
            <a:r>
              <a:rPr lang="en-US" altLang="zh-TW" sz="3200">
                <a:ea typeface="新細明體" pitchFamily="18" charset="-120"/>
              </a:rPr>
              <a:t>2.5. Example: Lowercase to uppercase conversion</a:t>
            </a:r>
            <a:endParaRPr lang="en-US" altLang="zh-TW" sz="3200">
              <a:solidFill>
                <a:srgbClr val="C00000"/>
              </a:solidFill>
              <a:ea typeface="新細明體" pitchFamily="18" charset="-120"/>
            </a:endParaRPr>
          </a:p>
        </p:txBody>
      </p:sp>
      <p:sp>
        <p:nvSpPr>
          <p:cNvPr id="11268" name="Rectangle 3"/>
          <p:cNvSpPr>
            <a:spLocks noChangeArrowheads="1"/>
          </p:cNvSpPr>
          <p:nvPr/>
        </p:nvSpPr>
        <p:spPr bwMode="auto">
          <a:xfrm>
            <a:off x="457200" y="990600"/>
            <a:ext cx="8686800" cy="5410200"/>
          </a:xfrm>
          <a:prstGeom prst="rect">
            <a:avLst/>
          </a:prstGeom>
          <a:solidFill>
            <a:schemeClr val="bg1"/>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#include &lt;</a:t>
            </a:r>
            <a:r>
              <a:rPr lang="en-US" altLang="zh-TW" sz="2000" b="0" err="1">
                <a:latin typeface="Consolas" panose="020B0609020204030204" pitchFamily="49" charset="0"/>
                <a:ea typeface="新細明體" pitchFamily="18" charset="-120"/>
                <a:cs typeface="Consolas" panose="020B0609020204030204" pitchFamily="49" charset="0"/>
              </a:rPr>
              <a:t>string.h</a:t>
            </a:r>
            <a:r>
              <a:rPr lang="en-US" altLang="zh-TW" sz="2000" b="0">
                <a:latin typeface="Consolas" panose="020B0609020204030204" pitchFamily="49" charset="0"/>
                <a:ea typeface="新細明體" pitchFamily="18" charset="-120"/>
                <a:cs typeface="Consolas" panose="020B0609020204030204" pitchFamily="49" charset="0"/>
              </a:rPr>
              <a:t>&gt;</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#include &lt;</a:t>
            </a:r>
            <a:r>
              <a:rPr lang="en-US" altLang="zh-TW" sz="2000" b="0" err="1">
                <a:latin typeface="Consolas" panose="020B0609020204030204" pitchFamily="49" charset="0"/>
                <a:ea typeface="新細明體" pitchFamily="18" charset="-120"/>
                <a:cs typeface="Consolas" panose="020B0609020204030204" pitchFamily="49" charset="0"/>
              </a:rPr>
              <a:t>ctype.h</a:t>
            </a:r>
            <a:r>
              <a:rPr lang="en-US" altLang="zh-TW" sz="2000" b="0">
                <a:latin typeface="Consolas" panose="020B0609020204030204" pitchFamily="49" charset="0"/>
                <a:ea typeface="新細明體" pitchFamily="18" charset="-120"/>
                <a:cs typeface="Consolas" panose="020B0609020204030204" pitchFamily="49" charset="0"/>
              </a:rPr>
              <a:t>&gt;</a:t>
            </a:r>
          </a:p>
          <a:p>
            <a:pPr>
              <a:lnSpc>
                <a:spcPct val="110000"/>
              </a:lnSpc>
            </a:pP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err="1">
                <a:solidFill>
                  <a:srgbClr val="0000FF"/>
                </a:solidFill>
                <a:latin typeface="Consolas" panose="020B0609020204030204" pitchFamily="49" charset="0"/>
                <a:ea typeface="新細明體" pitchFamily="18" charset="-120"/>
                <a:cs typeface="Consolas" panose="020B0609020204030204" pitchFamily="49" charset="0"/>
              </a:rPr>
              <a:t>int</a:t>
            </a: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 </a:t>
            </a:r>
            <a:r>
              <a:rPr lang="en-US" altLang="zh-TW" sz="2000" b="0">
                <a:latin typeface="Consolas" panose="020B0609020204030204" pitchFamily="49" charset="0"/>
                <a:ea typeface="新細明體" pitchFamily="18" charset="-120"/>
                <a:cs typeface="Consolas" panose="020B0609020204030204" pitchFamily="49" charset="0"/>
              </a:rPr>
              <a:t>main(</a:t>
            </a: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void</a:t>
            </a:r>
            <a:r>
              <a:rPr lang="en-US" altLang="zh-TW" sz="2000" b="0">
                <a:latin typeface="Consolas" panose="020B0609020204030204" pitchFamily="49" charset="0"/>
                <a:ea typeface="新細明體" pitchFamily="18" charset="-120"/>
                <a:cs typeface="Consolas" panose="020B0609020204030204" pitchFamily="49" charset="0"/>
              </a:rPr>
              <a:t>) {</a:t>
            </a:r>
          </a:p>
          <a:p>
            <a:pPr>
              <a:lnSpc>
                <a:spcPct val="110000"/>
              </a:lnSpc>
            </a:pP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solidFill>
                  <a:srgbClr val="0000FF"/>
                </a:solidFill>
                <a:latin typeface="Consolas" panose="020B0609020204030204" pitchFamily="49" charset="0"/>
                <a:ea typeface="新細明體" pitchFamily="18" charset="-120"/>
                <a:cs typeface="Consolas" panose="020B0609020204030204" pitchFamily="49" charset="0"/>
              </a:rPr>
              <a:t>    char</a:t>
            </a:r>
            <a:r>
              <a:rPr lang="en-US" altLang="zh-TW" sz="2000" b="0">
                <a:latin typeface="Consolas" panose="020B0609020204030204" pitchFamily="49" charset="0"/>
                <a:ea typeface="新細明體" pitchFamily="18" charset="-120"/>
                <a:cs typeface="Consolas" panose="020B0609020204030204" pitchFamily="49" charset="0"/>
              </a:rPr>
              <a:t> str1[100] = </a:t>
            </a:r>
            <a:r>
              <a:rPr lang="en-US" altLang="zh-TW" sz="2000" b="0">
                <a:solidFill>
                  <a:srgbClr val="3399FF"/>
                </a:solidFill>
                <a:latin typeface="Consolas" panose="020B0609020204030204" pitchFamily="49" charset="0"/>
                <a:ea typeface="新細明體" pitchFamily="18" charset="-120"/>
                <a:cs typeface="Consolas" panose="020B0609020204030204" pitchFamily="49" charset="0"/>
              </a:rPr>
              <a:t>"Hello\n"</a:t>
            </a: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int </a:t>
            </a:r>
            <a:r>
              <a:rPr lang="en-US" altLang="zh-TW" sz="2000" b="0" err="1">
                <a:latin typeface="Consolas" panose="020B0609020204030204" pitchFamily="49" charset="0"/>
                <a:ea typeface="新細明體" pitchFamily="18" charset="-120"/>
                <a:cs typeface="Consolas" panose="020B0609020204030204" pitchFamily="49" charset="0"/>
              </a:rPr>
              <a:t>i</a:t>
            </a:r>
            <a:r>
              <a:rPr lang="en-US" altLang="zh-TW" sz="2000" b="0">
                <a:latin typeface="Consolas" panose="020B0609020204030204" pitchFamily="49" charset="0"/>
                <a:ea typeface="新細明體" pitchFamily="18" charset="-120"/>
                <a:cs typeface="Consolas" panose="020B0609020204030204" pitchFamily="49" charset="0"/>
              </a:rPr>
              <a:t>, N;</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N = (int) </a:t>
            </a:r>
            <a:r>
              <a:rPr lang="en-US" altLang="zh-TW" sz="2000" b="0" err="1">
                <a:latin typeface="Consolas" panose="020B0609020204030204" pitchFamily="49" charset="0"/>
                <a:ea typeface="新細明體" pitchFamily="18" charset="-120"/>
                <a:cs typeface="Consolas" panose="020B0609020204030204" pitchFamily="49" charset="0"/>
              </a:rPr>
              <a:t>strlen</a:t>
            </a:r>
            <a:r>
              <a:rPr lang="en-US" altLang="zh-TW" sz="2000" b="0">
                <a:latin typeface="Consolas" panose="020B0609020204030204" pitchFamily="49" charset="0"/>
                <a:ea typeface="新細明體" pitchFamily="18" charset="-120"/>
                <a:cs typeface="Consolas" panose="020B0609020204030204" pitchFamily="49" charset="0"/>
              </a:rPr>
              <a:t>(str1);</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for (</a:t>
            </a:r>
            <a:r>
              <a:rPr lang="en-US" altLang="zh-TW" sz="2000" b="0" err="1">
                <a:latin typeface="Consolas" panose="020B0609020204030204" pitchFamily="49" charset="0"/>
                <a:ea typeface="新細明體" pitchFamily="18" charset="-120"/>
                <a:cs typeface="Consolas" panose="020B0609020204030204" pitchFamily="49" charset="0"/>
              </a:rPr>
              <a:t>i</a:t>
            </a:r>
            <a:r>
              <a:rPr lang="en-US" altLang="zh-TW" sz="2000" b="0">
                <a:latin typeface="Consolas" panose="020B0609020204030204" pitchFamily="49" charset="0"/>
                <a:ea typeface="新細明體" pitchFamily="18" charset="-120"/>
                <a:cs typeface="Consolas" panose="020B0609020204030204" pitchFamily="49" charset="0"/>
              </a:rPr>
              <a:t> = 0; </a:t>
            </a:r>
            <a:r>
              <a:rPr lang="en-US" altLang="zh-TW" sz="2000" b="0" err="1">
                <a:latin typeface="Consolas" panose="020B0609020204030204" pitchFamily="49" charset="0"/>
                <a:ea typeface="新細明體" pitchFamily="18" charset="-120"/>
                <a:cs typeface="Consolas" panose="020B0609020204030204" pitchFamily="49" charset="0"/>
              </a:rPr>
              <a:t>i</a:t>
            </a:r>
            <a:r>
              <a:rPr lang="en-US" altLang="zh-TW" sz="2000" b="0">
                <a:latin typeface="Consolas" panose="020B0609020204030204" pitchFamily="49" charset="0"/>
                <a:ea typeface="新細明體" pitchFamily="18" charset="-120"/>
                <a:cs typeface="Consolas" panose="020B0609020204030204" pitchFamily="49" charset="0"/>
              </a:rPr>
              <a:t> &lt; N; </a:t>
            </a:r>
            <a:r>
              <a:rPr lang="en-US" altLang="zh-TW" sz="2000" b="0" err="1">
                <a:latin typeface="Consolas" panose="020B0609020204030204" pitchFamily="49" charset="0"/>
                <a:ea typeface="新細明體" pitchFamily="18" charset="-120"/>
                <a:cs typeface="Consolas" panose="020B0609020204030204" pitchFamily="49" charset="0"/>
              </a:rPr>
              <a:t>i</a:t>
            </a:r>
            <a:r>
              <a:rPr lang="en-US" altLang="zh-TW" sz="2000" b="0">
                <a:latin typeface="Consolas" panose="020B0609020204030204" pitchFamily="49" charset="0"/>
                <a:ea typeface="新細明體" pitchFamily="18" charset="-120"/>
                <a:cs typeface="Consolas" panose="020B0609020204030204" pitchFamily="49" charset="0"/>
              </a:rPr>
              <a:t>++) </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str1[</a:t>
            </a:r>
            <a:r>
              <a:rPr lang="en-US" altLang="zh-TW" sz="2000" b="0" err="1">
                <a:latin typeface="Consolas" panose="020B0609020204030204" pitchFamily="49" charset="0"/>
                <a:ea typeface="新細明體" pitchFamily="18" charset="-120"/>
                <a:cs typeface="Consolas" panose="020B0609020204030204" pitchFamily="49" charset="0"/>
              </a:rPr>
              <a:t>i</a:t>
            </a:r>
            <a:r>
              <a:rPr lang="en-US" altLang="zh-TW" sz="2000" b="0">
                <a:latin typeface="Consolas" panose="020B0609020204030204" pitchFamily="49" charset="0"/>
                <a:ea typeface="新細明體" pitchFamily="18" charset="-120"/>
                <a:cs typeface="Consolas" panose="020B0609020204030204" pitchFamily="49" charset="0"/>
              </a:rPr>
              <a:t>] = </a:t>
            </a:r>
            <a:r>
              <a:rPr lang="en-US" altLang="zh-TW" sz="2000" b="0" err="1">
                <a:latin typeface="Consolas" panose="020B0609020204030204" pitchFamily="49" charset="0"/>
                <a:ea typeface="新細明體" pitchFamily="18" charset="-120"/>
                <a:cs typeface="Consolas" panose="020B0609020204030204" pitchFamily="49" charset="0"/>
              </a:rPr>
              <a:t>toupper</a:t>
            </a:r>
            <a:r>
              <a:rPr lang="en-US" altLang="zh-TW" sz="2000" b="0">
                <a:latin typeface="Consolas" panose="020B0609020204030204" pitchFamily="49" charset="0"/>
                <a:ea typeface="新細明體" pitchFamily="18" charset="-120"/>
                <a:cs typeface="Consolas" panose="020B0609020204030204" pitchFamily="49" charset="0"/>
              </a:rPr>
              <a:t>(str1[</a:t>
            </a:r>
            <a:r>
              <a:rPr lang="en-US" altLang="zh-TW" sz="2000" b="0" err="1">
                <a:latin typeface="Consolas" panose="020B0609020204030204" pitchFamily="49" charset="0"/>
                <a:ea typeface="新細明體" pitchFamily="18" charset="-120"/>
                <a:cs typeface="Consolas" panose="020B0609020204030204" pitchFamily="49" charset="0"/>
              </a:rPr>
              <a:t>i</a:t>
            </a: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    return 0;</a:t>
            </a:r>
          </a:p>
          <a:p>
            <a:pPr>
              <a:lnSpc>
                <a:spcPct val="110000"/>
              </a:lnSpc>
            </a:pPr>
            <a:r>
              <a:rPr lang="en-US" altLang="zh-TW" sz="2000" b="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a:solidFill>
                <a:srgbClr val="0000FF"/>
              </a:solidFill>
              <a:latin typeface="Consolas" panose="020B0609020204030204" pitchFamily="49" charset="0"/>
              <a:ea typeface="新細明體" pitchFamily="18" charset="-120"/>
              <a:cs typeface="Consolas" panose="020B0609020204030204" pitchFamily="49" charset="0"/>
            </a:endParaRPr>
          </a:p>
        </p:txBody>
      </p:sp>
      <p:sp>
        <p:nvSpPr>
          <p:cNvPr id="11269" name="Rectangle 4"/>
          <p:cNvSpPr>
            <a:spLocks noChangeArrowheads="1"/>
          </p:cNvSpPr>
          <p:nvPr/>
        </p:nvSpPr>
        <p:spPr bwMode="auto">
          <a:xfrm>
            <a:off x="0" y="990600"/>
            <a:ext cx="461963" cy="5410200"/>
          </a:xfrm>
          <a:prstGeom prst="rect">
            <a:avLst/>
          </a:prstGeom>
          <a:solidFill>
            <a:schemeClr val="bg1"/>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12</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13</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16</a:t>
            </a:r>
          </a:p>
        </p:txBody>
      </p:sp>
      <p:sp>
        <p:nvSpPr>
          <p:cNvPr id="6" name="Slide Number Placeholder 5">
            <a:extLst>
              <a:ext uri="{FF2B5EF4-FFF2-40B4-BE49-F238E27FC236}">
                <a16:creationId xmlns:a16="http://schemas.microsoft.com/office/drawing/2014/main" id="{D520B2CF-C880-B04F-8B88-BF98E1DCB642}"/>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18</a:t>
            </a:fld>
            <a:endParaRPr lang="en-US"/>
          </a:p>
        </p:txBody>
      </p:sp>
      <p:sp>
        <p:nvSpPr>
          <p:cNvPr id="7" name="Rectangle 7"/>
          <p:cNvSpPr txBox="1">
            <a:spLocks noChangeArrowheads="1"/>
          </p:cNvSpPr>
          <p:nvPr/>
        </p:nvSpPr>
        <p:spPr>
          <a:xfrm>
            <a:off x="3886200" y="5715000"/>
            <a:ext cx="5105400" cy="457200"/>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a:ea typeface="新細明體" pitchFamily="18" charset="-120"/>
                <a:cs typeface="Times New Roman" pitchFamily="18" charset="0"/>
              </a:rPr>
              <a:t>What is str1 at the end?</a:t>
            </a:r>
          </a:p>
        </p:txBody>
      </p:sp>
      <p:graphicFrame>
        <p:nvGraphicFramePr>
          <p:cNvPr id="2" name="Group 216">
            <a:extLst>
              <a:ext uri="{FF2B5EF4-FFF2-40B4-BE49-F238E27FC236}">
                <a16:creationId xmlns:a16="http://schemas.microsoft.com/office/drawing/2014/main" id="{35CA8287-50AA-1772-9F21-DE5136B8671B}"/>
              </a:ext>
            </a:extLst>
          </p:cNvPr>
          <p:cNvGraphicFramePr>
            <a:graphicFrameLocks noGrp="1"/>
          </p:cNvGraphicFramePr>
          <p:nvPr>
            <p:extLst>
              <p:ext uri="{D42A27DB-BD31-4B8C-83A1-F6EECF244321}">
                <p14:modId xmlns:p14="http://schemas.microsoft.com/office/powerpoint/2010/main" val="4006868127"/>
              </p:ext>
            </p:extLst>
          </p:nvPr>
        </p:nvGraphicFramePr>
        <p:xfrm>
          <a:off x="4669968" y="2207419"/>
          <a:ext cx="3252656" cy="382587"/>
        </p:xfrm>
        <a:graphic>
          <a:graphicData uri="http://schemas.openxmlformats.org/drawingml/2006/table">
            <a:tbl>
              <a:tblPr/>
              <a:tblGrid>
                <a:gridCol w="406582">
                  <a:extLst>
                    <a:ext uri="{9D8B030D-6E8A-4147-A177-3AD203B41FA5}">
                      <a16:colId xmlns:a16="http://schemas.microsoft.com/office/drawing/2014/main" val="20000"/>
                    </a:ext>
                  </a:extLst>
                </a:gridCol>
                <a:gridCol w="406582">
                  <a:extLst>
                    <a:ext uri="{9D8B030D-6E8A-4147-A177-3AD203B41FA5}">
                      <a16:colId xmlns:a16="http://schemas.microsoft.com/office/drawing/2014/main" val="20001"/>
                    </a:ext>
                  </a:extLst>
                </a:gridCol>
                <a:gridCol w="406582">
                  <a:extLst>
                    <a:ext uri="{9D8B030D-6E8A-4147-A177-3AD203B41FA5}">
                      <a16:colId xmlns:a16="http://schemas.microsoft.com/office/drawing/2014/main" val="20002"/>
                    </a:ext>
                  </a:extLst>
                </a:gridCol>
                <a:gridCol w="406582">
                  <a:extLst>
                    <a:ext uri="{9D8B030D-6E8A-4147-A177-3AD203B41FA5}">
                      <a16:colId xmlns:a16="http://schemas.microsoft.com/office/drawing/2014/main" val="20003"/>
                    </a:ext>
                  </a:extLst>
                </a:gridCol>
                <a:gridCol w="406582">
                  <a:extLst>
                    <a:ext uri="{9D8B030D-6E8A-4147-A177-3AD203B41FA5}">
                      <a16:colId xmlns:a16="http://schemas.microsoft.com/office/drawing/2014/main" val="20004"/>
                    </a:ext>
                  </a:extLst>
                </a:gridCol>
                <a:gridCol w="406582">
                  <a:extLst>
                    <a:ext uri="{9D8B030D-6E8A-4147-A177-3AD203B41FA5}">
                      <a16:colId xmlns:a16="http://schemas.microsoft.com/office/drawing/2014/main" val="643481606"/>
                    </a:ext>
                  </a:extLst>
                </a:gridCol>
                <a:gridCol w="406582">
                  <a:extLst>
                    <a:ext uri="{9D8B030D-6E8A-4147-A177-3AD203B41FA5}">
                      <a16:colId xmlns:a16="http://schemas.microsoft.com/office/drawing/2014/main" val="20005"/>
                    </a:ext>
                  </a:extLst>
                </a:gridCol>
                <a:gridCol w="406582">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 name="矩形 2">
            <a:extLst>
              <a:ext uri="{FF2B5EF4-FFF2-40B4-BE49-F238E27FC236}">
                <a16:creationId xmlns:a16="http://schemas.microsoft.com/office/drawing/2014/main" id="{8934D0E3-00E0-0BDF-9238-EF580348A79C}"/>
              </a:ext>
            </a:extLst>
          </p:cNvPr>
          <p:cNvSpPr/>
          <p:nvPr/>
        </p:nvSpPr>
        <p:spPr>
          <a:xfrm>
            <a:off x="7939632" y="2207419"/>
            <a:ext cx="1111160" cy="382587"/>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graphicFrame>
        <p:nvGraphicFramePr>
          <p:cNvPr id="4" name="Group 216">
            <a:extLst>
              <a:ext uri="{FF2B5EF4-FFF2-40B4-BE49-F238E27FC236}">
                <a16:creationId xmlns:a16="http://schemas.microsoft.com/office/drawing/2014/main" id="{F30FDE77-7391-4300-10D3-3B9205C27CE1}"/>
              </a:ext>
            </a:extLst>
          </p:cNvPr>
          <p:cNvGraphicFramePr>
            <a:graphicFrameLocks noGrp="1"/>
          </p:cNvGraphicFramePr>
          <p:nvPr>
            <p:extLst>
              <p:ext uri="{D42A27DB-BD31-4B8C-83A1-F6EECF244321}">
                <p14:modId xmlns:p14="http://schemas.microsoft.com/office/powerpoint/2010/main" val="66864748"/>
              </p:ext>
            </p:extLst>
          </p:nvPr>
        </p:nvGraphicFramePr>
        <p:xfrm>
          <a:off x="4669968" y="4189413"/>
          <a:ext cx="3252656" cy="382587"/>
        </p:xfrm>
        <a:graphic>
          <a:graphicData uri="http://schemas.openxmlformats.org/drawingml/2006/table">
            <a:tbl>
              <a:tblPr/>
              <a:tblGrid>
                <a:gridCol w="406582">
                  <a:extLst>
                    <a:ext uri="{9D8B030D-6E8A-4147-A177-3AD203B41FA5}">
                      <a16:colId xmlns:a16="http://schemas.microsoft.com/office/drawing/2014/main" val="20000"/>
                    </a:ext>
                  </a:extLst>
                </a:gridCol>
                <a:gridCol w="406582">
                  <a:extLst>
                    <a:ext uri="{9D8B030D-6E8A-4147-A177-3AD203B41FA5}">
                      <a16:colId xmlns:a16="http://schemas.microsoft.com/office/drawing/2014/main" val="20001"/>
                    </a:ext>
                  </a:extLst>
                </a:gridCol>
                <a:gridCol w="406582">
                  <a:extLst>
                    <a:ext uri="{9D8B030D-6E8A-4147-A177-3AD203B41FA5}">
                      <a16:colId xmlns:a16="http://schemas.microsoft.com/office/drawing/2014/main" val="20002"/>
                    </a:ext>
                  </a:extLst>
                </a:gridCol>
                <a:gridCol w="406582">
                  <a:extLst>
                    <a:ext uri="{9D8B030D-6E8A-4147-A177-3AD203B41FA5}">
                      <a16:colId xmlns:a16="http://schemas.microsoft.com/office/drawing/2014/main" val="20003"/>
                    </a:ext>
                  </a:extLst>
                </a:gridCol>
                <a:gridCol w="406582">
                  <a:extLst>
                    <a:ext uri="{9D8B030D-6E8A-4147-A177-3AD203B41FA5}">
                      <a16:colId xmlns:a16="http://schemas.microsoft.com/office/drawing/2014/main" val="20004"/>
                    </a:ext>
                  </a:extLst>
                </a:gridCol>
                <a:gridCol w="406582">
                  <a:extLst>
                    <a:ext uri="{9D8B030D-6E8A-4147-A177-3AD203B41FA5}">
                      <a16:colId xmlns:a16="http://schemas.microsoft.com/office/drawing/2014/main" val="643481606"/>
                    </a:ext>
                  </a:extLst>
                </a:gridCol>
                <a:gridCol w="406582">
                  <a:extLst>
                    <a:ext uri="{9D8B030D-6E8A-4147-A177-3AD203B41FA5}">
                      <a16:colId xmlns:a16="http://schemas.microsoft.com/office/drawing/2014/main" val="20005"/>
                    </a:ext>
                  </a:extLst>
                </a:gridCol>
                <a:gridCol w="406582">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 name="矩形 4">
            <a:extLst>
              <a:ext uri="{FF2B5EF4-FFF2-40B4-BE49-F238E27FC236}">
                <a16:creationId xmlns:a16="http://schemas.microsoft.com/office/drawing/2014/main" id="{19F15DE5-C3E2-D415-7A34-0BCAAE6B2CE7}"/>
              </a:ext>
            </a:extLst>
          </p:cNvPr>
          <p:cNvSpPr/>
          <p:nvPr/>
        </p:nvSpPr>
        <p:spPr>
          <a:xfrm>
            <a:off x="7939632" y="4189413"/>
            <a:ext cx="1111160" cy="382587"/>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spTree>
    <p:extLst>
      <p:ext uri="{BB962C8B-B14F-4D97-AF65-F5344CB8AC3E}">
        <p14:creationId xmlns:p14="http://schemas.microsoft.com/office/powerpoint/2010/main" val="3496848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76200" y="152400"/>
            <a:ext cx="8915400" cy="762000"/>
          </a:xfrm>
        </p:spPr>
        <p:txBody>
          <a:bodyPr>
            <a:noAutofit/>
          </a:bodyPr>
          <a:lstStyle/>
          <a:p>
            <a:r>
              <a:rPr lang="en-US" altLang="zh-TW" sz="3200">
                <a:ea typeface="新細明體" pitchFamily="18" charset="-120"/>
              </a:rPr>
              <a:t>2.6. Example: 2D char array</a:t>
            </a:r>
            <a:endParaRPr lang="en-US" altLang="zh-TW" sz="3200">
              <a:solidFill>
                <a:srgbClr val="C00000"/>
              </a:solidFill>
              <a:ea typeface="新細明體" pitchFamily="18" charset="-120"/>
            </a:endParaRPr>
          </a:p>
        </p:txBody>
      </p:sp>
      <p:sp>
        <p:nvSpPr>
          <p:cNvPr id="11268" name="Rectangle 3"/>
          <p:cNvSpPr>
            <a:spLocks noChangeArrowheads="1"/>
          </p:cNvSpPr>
          <p:nvPr/>
        </p:nvSpPr>
        <p:spPr bwMode="auto">
          <a:xfrm>
            <a:off x="457200" y="990600"/>
            <a:ext cx="8686800" cy="3886200"/>
          </a:xfrm>
          <a:prstGeom prst="rect">
            <a:avLst/>
          </a:prstGeom>
          <a:solidFill>
            <a:schemeClr val="bg1"/>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#include &lt;</a:t>
            </a:r>
            <a:r>
              <a:rPr lang="en-US" altLang="zh-TW" sz="2000" b="0" dirty="0" err="1">
                <a:latin typeface="Consolas" panose="020B0609020204030204" pitchFamily="49" charset="0"/>
                <a:ea typeface="新細明體" pitchFamily="18" charset="-120"/>
                <a:cs typeface="Consolas" panose="020B0609020204030204" pitchFamily="49" charset="0"/>
              </a:rPr>
              <a:t>stdio.h</a:t>
            </a:r>
            <a:r>
              <a:rPr lang="en-US" altLang="zh-TW" sz="2000" b="0" dirty="0">
                <a:latin typeface="Consolas" panose="020B0609020204030204" pitchFamily="49" charset="0"/>
                <a:ea typeface="新細明體" pitchFamily="18" charset="-120"/>
                <a:cs typeface="Consolas" panose="020B0609020204030204" pitchFamily="49" charset="0"/>
              </a:rPr>
              <a:t>&gt;</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int </a:t>
            </a:r>
            <a:r>
              <a:rPr lang="en-US" altLang="zh-TW" sz="2000" b="0" dirty="0">
                <a:latin typeface="Consolas" panose="020B0609020204030204" pitchFamily="49" charset="0"/>
                <a:ea typeface="新細明體" pitchFamily="18" charset="-120"/>
                <a:cs typeface="Consolas" panose="020B0609020204030204" pitchFamily="49" charset="0"/>
              </a:rPr>
              <a:t>main(</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void</a:t>
            </a:r>
            <a:r>
              <a:rPr lang="en-US" altLang="zh-TW" sz="2000" b="0" dirty="0">
                <a:latin typeface="Consolas" panose="020B0609020204030204" pitchFamily="49" charset="0"/>
                <a:ea typeface="新細明體" pitchFamily="18" charset="-120"/>
                <a:cs typeface="Consolas" panose="020B0609020204030204" pitchFamily="49" charset="0"/>
              </a:rPr>
              <a:t>) {</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char</a:t>
            </a:r>
            <a:r>
              <a:rPr lang="en-US" altLang="zh-TW" sz="2000" b="0" dirty="0">
                <a:latin typeface="Consolas" panose="020B0609020204030204" pitchFamily="49" charset="0"/>
                <a:ea typeface="新細明體" pitchFamily="18" charset="-120"/>
                <a:cs typeface="Consolas" panose="020B0609020204030204" pitchFamily="49" charset="0"/>
              </a:rPr>
              <a:t> strings[2][100] = {</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"%s\n"</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"Hello"</a:t>
            </a:r>
            <a:r>
              <a:rPr lang="en-US" altLang="zh-TW" sz="2000" b="0" dirty="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printf</a:t>
            </a:r>
            <a:r>
              <a:rPr lang="en-US" altLang="zh-TW" sz="2000" b="0" dirty="0">
                <a:latin typeface="Consolas" panose="020B0609020204030204" pitchFamily="49" charset="0"/>
                <a:ea typeface="新細明體" pitchFamily="18" charset="-120"/>
                <a:cs typeface="Consolas" panose="020B0609020204030204" pitchFamily="49" charset="0"/>
              </a:rPr>
              <a:t>(</a:t>
            </a:r>
            <a:r>
              <a:rPr lang="en-US" altLang="zh-TW" sz="2000" b="0" dirty="0">
                <a:highlight>
                  <a:srgbClr val="00FFFF"/>
                </a:highlight>
                <a:latin typeface="Consolas" panose="020B0609020204030204" pitchFamily="49" charset="0"/>
                <a:ea typeface="新細明體" pitchFamily="18" charset="-120"/>
                <a:cs typeface="Consolas" panose="020B0609020204030204" pitchFamily="49" charset="0"/>
              </a:rPr>
              <a:t>strings[0]</a:t>
            </a:r>
            <a:r>
              <a:rPr lang="en-US" altLang="zh-TW" sz="2000" b="0" dirty="0">
                <a:latin typeface="Consolas" panose="020B0609020204030204" pitchFamily="49" charset="0"/>
                <a:ea typeface="新細明體" pitchFamily="18" charset="-120"/>
                <a:cs typeface="Consolas" panose="020B0609020204030204" pitchFamily="49" charset="0"/>
              </a:rPr>
              <a:t>, strings[1]);</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return</a:t>
            </a:r>
            <a:r>
              <a:rPr lang="en-US" altLang="zh-TW" sz="2000" b="0" dirty="0">
                <a:latin typeface="Consolas" panose="020B0609020204030204" pitchFamily="49" charset="0"/>
                <a:ea typeface="新細明體" pitchFamily="18" charset="-120"/>
                <a:cs typeface="Consolas" panose="020B0609020204030204" pitchFamily="49" charset="0"/>
              </a:rPr>
              <a:t> 0;</a:t>
            </a:r>
          </a:p>
          <a:p>
            <a:pPr>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a:t>
            </a:r>
          </a:p>
          <a:p>
            <a:pPr>
              <a:lnSpc>
                <a:spcPct val="110000"/>
              </a:lnSpc>
            </a:pP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p:txBody>
      </p:sp>
      <p:sp>
        <p:nvSpPr>
          <p:cNvPr id="11269" name="Rectangle 4"/>
          <p:cNvSpPr>
            <a:spLocks noChangeArrowheads="1"/>
          </p:cNvSpPr>
          <p:nvPr/>
        </p:nvSpPr>
        <p:spPr bwMode="auto">
          <a:xfrm>
            <a:off x="1" y="990600"/>
            <a:ext cx="457200" cy="3886200"/>
          </a:xfrm>
          <a:prstGeom prst="rect">
            <a:avLst/>
          </a:prstGeom>
          <a:solidFill>
            <a:schemeClr val="bg1"/>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a:solidFill>
                  <a:srgbClr val="5F5F5F"/>
                </a:solidFill>
                <a:latin typeface="Consolas" panose="020B0609020204030204" pitchFamily="49" charset="0"/>
                <a:ea typeface="新細明體" pitchFamily="18" charset="-120"/>
                <a:cs typeface="Consolas" panose="020B0609020204030204" pitchFamily="49" charset="0"/>
              </a:rPr>
              <a:t>11</a:t>
            </a:r>
          </a:p>
        </p:txBody>
      </p:sp>
      <p:sp>
        <p:nvSpPr>
          <p:cNvPr id="6" name="Slide Number Placeholder 5">
            <a:extLst>
              <a:ext uri="{FF2B5EF4-FFF2-40B4-BE49-F238E27FC236}">
                <a16:creationId xmlns:a16="http://schemas.microsoft.com/office/drawing/2014/main" id="{D520B2CF-C880-B04F-8B88-BF98E1DCB642}"/>
              </a:ext>
            </a:extLst>
          </p:cNvPr>
          <p:cNvSpPr>
            <a:spLocks noGrp="1"/>
          </p:cNvSpPr>
          <p:nvPr>
            <p:ph type="sldNum" sz="quarter" idx="12"/>
          </p:nvPr>
        </p:nvSpPr>
        <p:spPr>
          <a:xfrm>
            <a:off x="6553200" y="6356352"/>
            <a:ext cx="2133600" cy="365125"/>
          </a:xfrm>
        </p:spPr>
        <p:txBody>
          <a:bodyPr/>
          <a:lstStyle/>
          <a:p>
            <a:fld id="{E12A0C27-9874-4A2B-82B4-36D1DE995B6F}" type="slidenum">
              <a:rPr lang="en-US" smtClean="0"/>
              <a:pPr/>
              <a:t>19</a:t>
            </a:fld>
            <a:endParaRPr lang="en-US"/>
          </a:p>
        </p:txBody>
      </p:sp>
      <p:sp>
        <p:nvSpPr>
          <p:cNvPr id="7" name="Rectangle 7"/>
          <p:cNvSpPr txBox="1">
            <a:spLocks noChangeArrowheads="1"/>
          </p:cNvSpPr>
          <p:nvPr/>
        </p:nvSpPr>
        <p:spPr>
          <a:xfrm>
            <a:off x="3855720" y="4191000"/>
            <a:ext cx="5105400" cy="457200"/>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a:ea typeface="新細明體" pitchFamily="18" charset="-120"/>
                <a:cs typeface="Times New Roman" pitchFamily="18" charset="0"/>
              </a:rPr>
              <a:t>What is the printout at the end?</a:t>
            </a:r>
          </a:p>
        </p:txBody>
      </p:sp>
      <p:sp>
        <p:nvSpPr>
          <p:cNvPr id="3" name="Rectangle 7">
            <a:extLst>
              <a:ext uri="{FF2B5EF4-FFF2-40B4-BE49-F238E27FC236}">
                <a16:creationId xmlns:a16="http://schemas.microsoft.com/office/drawing/2014/main" id="{C50A3CB3-4FBC-4799-A5CA-244DCD0D4540}"/>
              </a:ext>
            </a:extLst>
          </p:cNvPr>
          <p:cNvSpPr txBox="1">
            <a:spLocks noChangeArrowheads="1"/>
          </p:cNvSpPr>
          <p:nvPr/>
        </p:nvSpPr>
        <p:spPr>
          <a:xfrm>
            <a:off x="209210" y="5029200"/>
            <a:ext cx="8782390" cy="1143000"/>
          </a:xfrm>
          <a:prstGeom prst="rect">
            <a:avLst/>
          </a:prstGeom>
          <a:solidFill>
            <a:srgbClr val="CCFFCC"/>
          </a:solidFill>
          <a:ln cap="flat" algn="ctr">
            <a:solidFill>
              <a:schemeClr val="tx1"/>
            </a:solidFill>
            <a:miter lim="800000"/>
            <a:headEnd/>
            <a:tailEnd/>
          </a:ln>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400" dirty="0">
                <a:cs typeface="Times New Roman" pitchFamily="18" charset="0"/>
              </a:rPr>
              <a:t>2D array of char can be regarded as an </a:t>
            </a:r>
            <a:r>
              <a:rPr kumimoji="1" lang="en-US" altLang="zh-TW" sz="2400" dirty="0">
                <a:solidFill>
                  <a:srgbClr val="FF0000"/>
                </a:solidFill>
                <a:cs typeface="Times New Roman" pitchFamily="18" charset="0"/>
              </a:rPr>
              <a:t>array of strings</a:t>
            </a:r>
            <a:r>
              <a:rPr kumimoji="1" lang="en-US" altLang="zh-TW" sz="2400" dirty="0">
                <a:cs typeface="Times New Roman" pitchFamily="18" charset="0"/>
              </a:rPr>
              <a:t>. </a:t>
            </a:r>
          </a:p>
          <a:p>
            <a:pPr marL="0" indent="0">
              <a:spcBef>
                <a:spcPct val="0"/>
              </a:spcBef>
              <a:buFontTx/>
              <a:buNone/>
            </a:pPr>
            <a:endParaRPr kumimoji="1" lang="en-US" altLang="zh-TW" sz="2400" dirty="0">
              <a:cs typeface="Times New Roman" pitchFamily="18" charset="0"/>
            </a:endParaRPr>
          </a:p>
          <a:p>
            <a:pPr marL="0" indent="0">
              <a:spcBef>
                <a:spcPct val="0"/>
              </a:spcBef>
              <a:buFontTx/>
              <a:buNone/>
            </a:pPr>
            <a:r>
              <a:rPr kumimoji="1" lang="en-US" altLang="zh-TW" sz="2400" dirty="0">
                <a:cs typeface="Times New Roman" pitchFamily="18" charset="0"/>
              </a:rPr>
              <a:t>The </a:t>
            </a:r>
            <a:r>
              <a:rPr kumimoji="1" lang="en-US" altLang="zh-TW" sz="2400" i="1" dirty="0">
                <a:cs typeface="Times New Roman" pitchFamily="18" charset="0"/>
              </a:rPr>
              <a:t>first argument </a:t>
            </a:r>
            <a:r>
              <a:rPr kumimoji="1" lang="en-US" altLang="zh-TW" sz="2400" dirty="0">
                <a:cs typeface="Times New Roman" pitchFamily="18" charset="0"/>
              </a:rPr>
              <a:t>of </a:t>
            </a:r>
            <a:r>
              <a:rPr kumimoji="1" lang="en-US" altLang="zh-TW" sz="2400" dirty="0" err="1">
                <a:latin typeface="Consolas" panose="020B0609020204030204" pitchFamily="49" charset="0"/>
                <a:ea typeface="新細明體" pitchFamily="18" charset="-120"/>
                <a:cs typeface="Consolas" panose="020B0609020204030204" pitchFamily="49" charset="0"/>
              </a:rPr>
              <a:t>printf</a:t>
            </a:r>
            <a:r>
              <a:rPr kumimoji="1" lang="en-US" altLang="zh-TW" sz="2400" dirty="0">
                <a:latin typeface="Consolas" panose="020B0609020204030204" pitchFamily="49" charset="0"/>
                <a:ea typeface="新細明體" pitchFamily="18" charset="-120"/>
                <a:cs typeface="Consolas" panose="020B0609020204030204" pitchFamily="49" charset="0"/>
              </a:rPr>
              <a:t>()</a:t>
            </a:r>
            <a:r>
              <a:rPr kumimoji="1" lang="en-US" altLang="zh-TW" sz="2400" dirty="0">
                <a:cs typeface="Times New Roman" pitchFamily="18" charset="0"/>
              </a:rPr>
              <a:t>, the </a:t>
            </a:r>
            <a:r>
              <a:rPr kumimoji="1" lang="en-US" altLang="zh-TW" sz="2400" i="1" u="sng" dirty="0">
                <a:highlight>
                  <a:srgbClr val="00FFFF"/>
                </a:highlight>
                <a:cs typeface="Times New Roman" pitchFamily="18" charset="0"/>
              </a:rPr>
              <a:t>format string</a:t>
            </a:r>
            <a:r>
              <a:rPr kumimoji="1" lang="en-US" altLang="zh-TW" sz="2400" dirty="0">
                <a:cs typeface="Times New Roman" pitchFamily="18" charset="0"/>
              </a:rPr>
              <a:t>, is just another normal string</a:t>
            </a:r>
            <a:r>
              <a:rPr kumimoji="1" lang="en-US" altLang="zh-TW" sz="2400" dirty="0">
                <a:ea typeface="新細明體" pitchFamily="18" charset="-120"/>
                <a:cs typeface="Times New Roman" pitchFamily="18" charset="0"/>
              </a:rPr>
              <a:t>.</a:t>
            </a:r>
          </a:p>
        </p:txBody>
      </p:sp>
      <p:graphicFrame>
        <p:nvGraphicFramePr>
          <p:cNvPr id="2" name="Group 216">
            <a:extLst>
              <a:ext uri="{FF2B5EF4-FFF2-40B4-BE49-F238E27FC236}">
                <a16:creationId xmlns:a16="http://schemas.microsoft.com/office/drawing/2014/main" id="{7FF84122-E2BF-1975-B7D1-B7ADDE720AE5}"/>
              </a:ext>
            </a:extLst>
          </p:cNvPr>
          <p:cNvGraphicFramePr>
            <a:graphicFrameLocks noGrp="1"/>
          </p:cNvGraphicFramePr>
          <p:nvPr>
            <p:extLst>
              <p:ext uri="{D42A27DB-BD31-4B8C-83A1-F6EECF244321}">
                <p14:modId xmlns:p14="http://schemas.microsoft.com/office/powerpoint/2010/main" val="4291764180"/>
              </p:ext>
            </p:extLst>
          </p:nvPr>
        </p:nvGraphicFramePr>
        <p:xfrm>
          <a:off x="4926872" y="1291829"/>
          <a:ext cx="3251204" cy="382587"/>
        </p:xfrm>
        <a:graphic>
          <a:graphicData uri="http://schemas.openxmlformats.org/drawingml/2006/table">
            <a:tbl>
              <a:tblPr/>
              <a:tblGrid>
                <a:gridCol w="405130">
                  <a:extLst>
                    <a:ext uri="{9D8B030D-6E8A-4147-A177-3AD203B41FA5}">
                      <a16:colId xmlns:a16="http://schemas.microsoft.com/office/drawing/2014/main" val="20000"/>
                    </a:ext>
                  </a:extLst>
                </a:gridCol>
                <a:gridCol w="406582">
                  <a:extLst>
                    <a:ext uri="{9D8B030D-6E8A-4147-A177-3AD203B41FA5}">
                      <a16:colId xmlns:a16="http://schemas.microsoft.com/office/drawing/2014/main" val="20001"/>
                    </a:ext>
                  </a:extLst>
                </a:gridCol>
                <a:gridCol w="406582">
                  <a:extLst>
                    <a:ext uri="{9D8B030D-6E8A-4147-A177-3AD203B41FA5}">
                      <a16:colId xmlns:a16="http://schemas.microsoft.com/office/drawing/2014/main" val="20002"/>
                    </a:ext>
                  </a:extLst>
                </a:gridCol>
                <a:gridCol w="406582">
                  <a:extLst>
                    <a:ext uri="{9D8B030D-6E8A-4147-A177-3AD203B41FA5}">
                      <a16:colId xmlns:a16="http://schemas.microsoft.com/office/drawing/2014/main" val="20003"/>
                    </a:ext>
                  </a:extLst>
                </a:gridCol>
                <a:gridCol w="406582">
                  <a:extLst>
                    <a:ext uri="{9D8B030D-6E8A-4147-A177-3AD203B41FA5}">
                      <a16:colId xmlns:a16="http://schemas.microsoft.com/office/drawing/2014/main" val="20004"/>
                    </a:ext>
                  </a:extLst>
                </a:gridCol>
                <a:gridCol w="406582">
                  <a:extLst>
                    <a:ext uri="{9D8B030D-6E8A-4147-A177-3AD203B41FA5}">
                      <a16:colId xmlns:a16="http://schemas.microsoft.com/office/drawing/2014/main" val="643481606"/>
                    </a:ext>
                  </a:extLst>
                </a:gridCol>
                <a:gridCol w="406582">
                  <a:extLst>
                    <a:ext uri="{9D8B030D-6E8A-4147-A177-3AD203B41FA5}">
                      <a16:colId xmlns:a16="http://schemas.microsoft.com/office/drawing/2014/main" val="20005"/>
                    </a:ext>
                  </a:extLst>
                </a:gridCol>
                <a:gridCol w="406582">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4" name="矩形 3">
            <a:extLst>
              <a:ext uri="{FF2B5EF4-FFF2-40B4-BE49-F238E27FC236}">
                <a16:creationId xmlns:a16="http://schemas.microsoft.com/office/drawing/2014/main" id="{7D09B7DE-8BE3-7B94-3F65-5D831F50F805}"/>
              </a:ext>
            </a:extLst>
          </p:cNvPr>
          <p:cNvSpPr/>
          <p:nvPr/>
        </p:nvSpPr>
        <p:spPr>
          <a:xfrm>
            <a:off x="8196536" y="1291829"/>
            <a:ext cx="806360" cy="381595"/>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graphicFrame>
        <p:nvGraphicFramePr>
          <p:cNvPr id="5" name="Group 216">
            <a:extLst>
              <a:ext uri="{FF2B5EF4-FFF2-40B4-BE49-F238E27FC236}">
                <a16:creationId xmlns:a16="http://schemas.microsoft.com/office/drawing/2014/main" id="{9B2028F0-AD0A-5987-A0A3-4E2CD2F7BCCC}"/>
              </a:ext>
            </a:extLst>
          </p:cNvPr>
          <p:cNvGraphicFramePr>
            <a:graphicFrameLocks noGrp="1"/>
          </p:cNvGraphicFramePr>
          <p:nvPr>
            <p:extLst>
              <p:ext uri="{D42A27DB-BD31-4B8C-83A1-F6EECF244321}">
                <p14:modId xmlns:p14="http://schemas.microsoft.com/office/powerpoint/2010/main" val="3153182574"/>
              </p:ext>
            </p:extLst>
          </p:nvPr>
        </p:nvGraphicFramePr>
        <p:xfrm>
          <a:off x="4926872" y="1764864"/>
          <a:ext cx="3251204" cy="382587"/>
        </p:xfrm>
        <a:graphic>
          <a:graphicData uri="http://schemas.openxmlformats.org/drawingml/2006/table">
            <a:tbl>
              <a:tblPr/>
              <a:tblGrid>
                <a:gridCol w="405130">
                  <a:extLst>
                    <a:ext uri="{9D8B030D-6E8A-4147-A177-3AD203B41FA5}">
                      <a16:colId xmlns:a16="http://schemas.microsoft.com/office/drawing/2014/main" val="20000"/>
                    </a:ext>
                  </a:extLst>
                </a:gridCol>
                <a:gridCol w="406582">
                  <a:extLst>
                    <a:ext uri="{9D8B030D-6E8A-4147-A177-3AD203B41FA5}">
                      <a16:colId xmlns:a16="http://schemas.microsoft.com/office/drawing/2014/main" val="20001"/>
                    </a:ext>
                  </a:extLst>
                </a:gridCol>
                <a:gridCol w="406582">
                  <a:extLst>
                    <a:ext uri="{9D8B030D-6E8A-4147-A177-3AD203B41FA5}">
                      <a16:colId xmlns:a16="http://schemas.microsoft.com/office/drawing/2014/main" val="20002"/>
                    </a:ext>
                  </a:extLst>
                </a:gridCol>
                <a:gridCol w="406582">
                  <a:extLst>
                    <a:ext uri="{9D8B030D-6E8A-4147-A177-3AD203B41FA5}">
                      <a16:colId xmlns:a16="http://schemas.microsoft.com/office/drawing/2014/main" val="20003"/>
                    </a:ext>
                  </a:extLst>
                </a:gridCol>
                <a:gridCol w="406582">
                  <a:extLst>
                    <a:ext uri="{9D8B030D-6E8A-4147-A177-3AD203B41FA5}">
                      <a16:colId xmlns:a16="http://schemas.microsoft.com/office/drawing/2014/main" val="20004"/>
                    </a:ext>
                  </a:extLst>
                </a:gridCol>
                <a:gridCol w="406582">
                  <a:extLst>
                    <a:ext uri="{9D8B030D-6E8A-4147-A177-3AD203B41FA5}">
                      <a16:colId xmlns:a16="http://schemas.microsoft.com/office/drawing/2014/main" val="643481606"/>
                    </a:ext>
                  </a:extLst>
                </a:gridCol>
                <a:gridCol w="406582">
                  <a:extLst>
                    <a:ext uri="{9D8B030D-6E8A-4147-A177-3AD203B41FA5}">
                      <a16:colId xmlns:a16="http://schemas.microsoft.com/office/drawing/2014/main" val="20005"/>
                    </a:ext>
                  </a:extLst>
                </a:gridCol>
                <a:gridCol w="406582">
                  <a:extLst>
                    <a:ext uri="{9D8B030D-6E8A-4147-A177-3AD203B41FA5}">
                      <a16:colId xmlns:a16="http://schemas.microsoft.com/office/drawing/2014/main" val="20006"/>
                    </a:ext>
                  </a:extLst>
                </a:gridCol>
              </a:tblGrid>
              <a:tr h="382587">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altLang="zh-TW" sz="1600" b="0" i="0" u="none" strike="noStrike" cap="none" normalizeH="0" baseline="0" dirty="0">
                          <a:ln>
                            <a:noFill/>
                          </a:ln>
                          <a:solidFill>
                            <a:srgbClr val="0000FF"/>
                          </a:solidFill>
                          <a:effectLst/>
                          <a:latin typeface="Consolas" panose="020B0609020204030204" pitchFamily="49" charset="0"/>
                          <a:ea typeface="新細明體" pitchFamily="18" charset="-120"/>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 name="文字方塊 9">
            <a:extLst>
              <a:ext uri="{FF2B5EF4-FFF2-40B4-BE49-F238E27FC236}">
                <a16:creationId xmlns:a16="http://schemas.microsoft.com/office/drawing/2014/main" id="{0E12E364-E0BA-4587-965E-099BF023EC7F}"/>
              </a:ext>
            </a:extLst>
          </p:cNvPr>
          <p:cNvSpPr txBox="1"/>
          <p:nvPr/>
        </p:nvSpPr>
        <p:spPr>
          <a:xfrm>
            <a:off x="3501931" y="1227298"/>
            <a:ext cx="1440180" cy="382786"/>
          </a:xfrm>
          <a:prstGeom prst="rect">
            <a:avLst/>
          </a:prstGeom>
          <a:noFill/>
        </p:spPr>
        <p:txBody>
          <a:bodyPr wrap="square">
            <a:spAutoFit/>
          </a:bodyPr>
          <a:lstStyle/>
          <a:p>
            <a:r>
              <a:rPr lang="en-US" altLang="zh-TW" sz="1800" b="0" dirty="0">
                <a:solidFill>
                  <a:srgbClr val="00B0F0"/>
                </a:solidFill>
                <a:latin typeface="Consolas" panose="020B0609020204030204" pitchFamily="49" charset="0"/>
                <a:ea typeface="新細明體" pitchFamily="18" charset="-120"/>
                <a:cs typeface="Consolas" panose="020B0609020204030204" pitchFamily="49" charset="0"/>
              </a:rPr>
              <a:t>strings[0]</a:t>
            </a:r>
            <a:endParaRPr lang="en-HK" dirty="0">
              <a:solidFill>
                <a:srgbClr val="00B0F0"/>
              </a:solidFill>
            </a:endParaRPr>
          </a:p>
        </p:txBody>
      </p:sp>
      <p:sp>
        <p:nvSpPr>
          <p:cNvPr id="11" name="矩形 10">
            <a:extLst>
              <a:ext uri="{FF2B5EF4-FFF2-40B4-BE49-F238E27FC236}">
                <a16:creationId xmlns:a16="http://schemas.microsoft.com/office/drawing/2014/main" id="{BDEC6957-FB2A-5EAA-E861-A25169302D65}"/>
              </a:ext>
            </a:extLst>
          </p:cNvPr>
          <p:cNvSpPr/>
          <p:nvPr/>
        </p:nvSpPr>
        <p:spPr>
          <a:xfrm>
            <a:off x="8196536" y="1765359"/>
            <a:ext cx="806360" cy="381595"/>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HK" sz="1600" dirty="0">
                <a:solidFill>
                  <a:schemeClr val="tx1"/>
                </a:solidFill>
                <a:sym typeface="Wingdings 2" panose="05020102010507070707" pitchFamily="18" charset="2"/>
              </a:rPr>
              <a:t>  </a:t>
            </a:r>
            <a:endParaRPr lang="en-HK" sz="1600" dirty="0">
              <a:solidFill>
                <a:schemeClr val="tx1"/>
              </a:solidFill>
            </a:endParaRPr>
          </a:p>
        </p:txBody>
      </p:sp>
      <p:sp>
        <p:nvSpPr>
          <p:cNvPr id="12" name="文字方塊 11">
            <a:extLst>
              <a:ext uri="{FF2B5EF4-FFF2-40B4-BE49-F238E27FC236}">
                <a16:creationId xmlns:a16="http://schemas.microsoft.com/office/drawing/2014/main" id="{8D480398-A823-330D-EBF0-658FF3E190D4}"/>
              </a:ext>
            </a:extLst>
          </p:cNvPr>
          <p:cNvSpPr txBox="1"/>
          <p:nvPr/>
        </p:nvSpPr>
        <p:spPr>
          <a:xfrm>
            <a:off x="3501931" y="1689836"/>
            <a:ext cx="1440180" cy="382786"/>
          </a:xfrm>
          <a:prstGeom prst="rect">
            <a:avLst/>
          </a:prstGeom>
          <a:noFill/>
        </p:spPr>
        <p:txBody>
          <a:bodyPr wrap="square">
            <a:spAutoFit/>
          </a:bodyPr>
          <a:lstStyle/>
          <a:p>
            <a:r>
              <a:rPr lang="en-US" altLang="zh-TW" sz="1800" b="0" dirty="0">
                <a:solidFill>
                  <a:srgbClr val="00B0F0"/>
                </a:solidFill>
                <a:latin typeface="Consolas" panose="020B0609020204030204" pitchFamily="49" charset="0"/>
                <a:ea typeface="新細明體" pitchFamily="18" charset="-120"/>
                <a:cs typeface="Consolas" panose="020B0609020204030204" pitchFamily="49" charset="0"/>
              </a:rPr>
              <a:t>strings[</a:t>
            </a:r>
            <a:r>
              <a:rPr lang="en-US" altLang="zh-TW" dirty="0">
                <a:solidFill>
                  <a:srgbClr val="00B0F0"/>
                </a:solidFill>
                <a:latin typeface="Consolas" panose="020B0609020204030204" pitchFamily="49" charset="0"/>
                <a:ea typeface="新細明體" pitchFamily="18" charset="-120"/>
                <a:cs typeface="Consolas" panose="020B0609020204030204" pitchFamily="49" charset="0"/>
              </a:rPr>
              <a:t>1</a:t>
            </a:r>
            <a:r>
              <a:rPr lang="en-US" altLang="zh-TW" sz="1800" b="0" dirty="0">
                <a:solidFill>
                  <a:srgbClr val="00B0F0"/>
                </a:solidFill>
                <a:latin typeface="Consolas" panose="020B0609020204030204" pitchFamily="49" charset="0"/>
                <a:ea typeface="新細明體" pitchFamily="18" charset="-120"/>
                <a:cs typeface="Consolas" panose="020B0609020204030204" pitchFamily="49" charset="0"/>
              </a:rPr>
              <a:t>]</a:t>
            </a:r>
            <a:endParaRPr lang="en-HK" dirty="0">
              <a:solidFill>
                <a:srgbClr val="00B0F0"/>
              </a:solidFill>
            </a:endParaRPr>
          </a:p>
        </p:txBody>
      </p:sp>
    </p:spTree>
    <p:extLst>
      <p:ext uri="{BB962C8B-B14F-4D97-AF65-F5344CB8AC3E}">
        <p14:creationId xmlns:p14="http://schemas.microsoft.com/office/powerpoint/2010/main" val="69706092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sp>
        <p:nvSpPr>
          <p:cNvPr id="3" name="Content Placeholder 2"/>
          <p:cNvSpPr>
            <a:spLocks noGrp="1"/>
          </p:cNvSpPr>
          <p:nvPr>
            <p:ph idx="1"/>
          </p:nvPr>
        </p:nvSpPr>
        <p:spPr/>
        <p:txBody>
          <a:bodyPr>
            <a:normAutofit lnSpcReduction="10000"/>
          </a:bodyPr>
          <a:lstStyle/>
          <a:p>
            <a:r>
              <a:rPr lang="en-US" altLang="zh-TW">
                <a:ea typeface="新細明體" pitchFamily="18" charset="-120"/>
              </a:rPr>
              <a:t>Understand how a string is represented in the C language</a:t>
            </a:r>
          </a:p>
          <a:p>
            <a:pPr lvl="1"/>
            <a:endParaRPr lang="en-US" altLang="zh-TW">
              <a:ea typeface="新細明體" pitchFamily="18" charset="-120"/>
            </a:endParaRPr>
          </a:p>
          <a:p>
            <a:r>
              <a:rPr lang="en-US" altLang="zh-TW">
                <a:ea typeface="新細明體" pitchFamily="18" charset="-120"/>
              </a:rPr>
              <a:t>Know how to declare an initialize a string variable</a:t>
            </a:r>
          </a:p>
          <a:p>
            <a:pPr lvl="1"/>
            <a:endParaRPr lang="en-US" altLang="zh-TW">
              <a:ea typeface="新細明體" pitchFamily="18" charset="-120"/>
            </a:endParaRPr>
          </a:p>
          <a:p>
            <a:r>
              <a:rPr lang="en-US" altLang="zh-TW">
                <a:ea typeface="新細明體" pitchFamily="18" charset="-120"/>
              </a:rPr>
              <a:t>Know how to input/output strings using </a:t>
            </a:r>
            <a:r>
              <a:rPr lang="en-US" altLang="zh-TW" err="1">
                <a:latin typeface="Consolas" panose="020B0609020204030204" pitchFamily="49" charset="0"/>
                <a:ea typeface="新細明體" pitchFamily="18" charset="-120"/>
                <a:cs typeface="Consolas" panose="020B0609020204030204" pitchFamily="49" charset="0"/>
              </a:rPr>
              <a:t>scanf</a:t>
            </a:r>
            <a:r>
              <a:rPr lang="en-US" altLang="zh-TW">
                <a:latin typeface="Consolas" panose="020B0609020204030204" pitchFamily="49" charset="0"/>
                <a:ea typeface="新細明體" pitchFamily="18" charset="-120"/>
                <a:cs typeface="Consolas" panose="020B0609020204030204" pitchFamily="49" charset="0"/>
              </a:rPr>
              <a:t>()</a:t>
            </a:r>
            <a:r>
              <a:rPr lang="en-US" altLang="zh-TW">
                <a:ea typeface="新細明體" pitchFamily="18" charset="-120"/>
              </a:rPr>
              <a:t>/</a:t>
            </a:r>
            <a:r>
              <a:rPr lang="en-US" altLang="zh-TW" err="1">
                <a:latin typeface="Consolas" panose="020B0609020204030204" pitchFamily="49" charset="0"/>
                <a:ea typeface="新細明體" pitchFamily="18" charset="-120"/>
                <a:cs typeface="Consolas" panose="020B0609020204030204" pitchFamily="49" charset="0"/>
              </a:rPr>
              <a:t>printf</a:t>
            </a:r>
            <a:r>
              <a:rPr lang="en-US" altLang="zh-TW">
                <a:latin typeface="Consolas" panose="020B0609020204030204" pitchFamily="49" charset="0"/>
                <a:ea typeface="新細明體" pitchFamily="18" charset="-120"/>
                <a:cs typeface="Consolas" panose="020B0609020204030204" pitchFamily="49" charset="0"/>
              </a:rPr>
              <a:t>()</a:t>
            </a:r>
          </a:p>
          <a:p>
            <a:pPr lvl="1"/>
            <a:endParaRPr lang="en-US" altLang="zh-TW"/>
          </a:p>
          <a:p>
            <a:r>
              <a:rPr lang="en-US" altLang="zh-TW"/>
              <a:t>Know how to use the following string functions</a:t>
            </a:r>
          </a:p>
          <a:p>
            <a:pPr lvl="1"/>
            <a:r>
              <a:rPr lang="en-US" altLang="zh-TW" err="1">
                <a:latin typeface="Consolas" panose="020B0609020204030204" pitchFamily="49" charset="0"/>
                <a:cs typeface="Consolas" panose="020B0609020204030204" pitchFamily="49" charset="0"/>
              </a:rPr>
              <a:t>strlen</a:t>
            </a:r>
            <a:r>
              <a:rPr lang="en-US" altLang="zh-TW">
                <a:latin typeface="Consolas" panose="020B0609020204030204" pitchFamily="49" charset="0"/>
                <a:cs typeface="Consolas" panose="020B0609020204030204" pitchFamily="49" charset="0"/>
              </a:rPr>
              <a:t>(), </a:t>
            </a:r>
            <a:r>
              <a:rPr lang="en-US" altLang="zh-TW" err="1">
                <a:latin typeface="Consolas" panose="020B0609020204030204" pitchFamily="49" charset="0"/>
                <a:cs typeface="Consolas" panose="020B0609020204030204" pitchFamily="49" charset="0"/>
              </a:rPr>
              <a:t>strcpy</a:t>
            </a:r>
            <a:r>
              <a:rPr lang="en-US" altLang="zh-TW">
                <a:latin typeface="Consolas" panose="020B0609020204030204" pitchFamily="49" charset="0"/>
                <a:cs typeface="Consolas" panose="020B0609020204030204" pitchFamily="49" charset="0"/>
              </a:rPr>
              <a:t>(), </a:t>
            </a:r>
            <a:r>
              <a:rPr lang="en-US" altLang="zh-TW" err="1">
                <a:latin typeface="Consolas" panose="020B0609020204030204" pitchFamily="49" charset="0"/>
                <a:cs typeface="Consolas" panose="020B0609020204030204" pitchFamily="49" charset="0"/>
              </a:rPr>
              <a:t>strcat</a:t>
            </a:r>
            <a:r>
              <a:rPr lang="en-US" altLang="zh-TW">
                <a:latin typeface="Consolas" panose="020B0609020204030204" pitchFamily="49" charset="0"/>
                <a:cs typeface="Consolas" panose="020B0609020204030204" pitchFamily="49" charset="0"/>
              </a:rPr>
              <a:t>(), </a:t>
            </a:r>
            <a:r>
              <a:rPr lang="en-US" altLang="zh-TW" err="1">
                <a:latin typeface="Consolas" panose="020B0609020204030204" pitchFamily="49" charset="0"/>
                <a:cs typeface="Consolas" panose="020B0609020204030204" pitchFamily="49" charset="0"/>
              </a:rPr>
              <a:t>strcmp</a:t>
            </a:r>
            <a:r>
              <a:rPr lang="en-US" altLang="zh-TW">
                <a:latin typeface="Consolas" panose="020B0609020204030204" pitchFamily="49" charset="0"/>
                <a:cs typeface="Consolas" panose="020B0609020204030204" pitchFamily="49" charset="0"/>
              </a:rPr>
              <a:t>()</a:t>
            </a:r>
          </a:p>
          <a:p>
            <a:pPr lvl="1"/>
            <a:endParaRPr lang="en-US" altLang="zh-TW">
              <a:ea typeface="新細明體" pitchFamily="18" charset="-120"/>
            </a:endParaRPr>
          </a:p>
          <a:p>
            <a:r>
              <a:rPr lang="en-US" altLang="zh-TW">
                <a:ea typeface="新細明體" pitchFamily="18" charset="-120"/>
              </a:rPr>
              <a:t>Understand how strings are being compared</a:t>
            </a:r>
          </a:p>
        </p:txBody>
      </p:sp>
      <p:sp>
        <p:nvSpPr>
          <p:cNvPr id="4" name="Slide Number Placeholder 3"/>
          <p:cNvSpPr>
            <a:spLocks noGrp="1"/>
          </p:cNvSpPr>
          <p:nvPr>
            <p:ph type="sldNum" sz="quarter" idx="12"/>
          </p:nvPr>
        </p:nvSpPr>
        <p:spPr/>
        <p:txBody>
          <a:bodyPr/>
          <a:lstStyle/>
          <a:p>
            <a:fld id="{E12A0C27-9874-4A2B-82B4-36D1DE995B6F}" type="slidenum">
              <a:rPr lang="en-US" smtClean="0"/>
              <a:pPr/>
              <a:t>20</a:t>
            </a:fld>
            <a:endParaRPr lang="en-US"/>
          </a:p>
        </p:txBody>
      </p:sp>
    </p:spTree>
    <p:extLst>
      <p:ext uri="{BB962C8B-B14F-4D97-AF65-F5344CB8AC3E}">
        <p14:creationId xmlns:p14="http://schemas.microsoft.com/office/powerpoint/2010/main" val="152423280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Reading Assignment</a:t>
            </a:r>
          </a:p>
        </p:txBody>
      </p:sp>
      <p:sp>
        <p:nvSpPr>
          <p:cNvPr id="3" name="Content Placeholder 2"/>
          <p:cNvSpPr>
            <a:spLocks noGrp="1"/>
          </p:cNvSpPr>
          <p:nvPr>
            <p:ph idx="1"/>
          </p:nvPr>
        </p:nvSpPr>
        <p:spPr/>
        <p:txBody>
          <a:bodyPr/>
          <a:lstStyle/>
          <a:p>
            <a:r>
              <a:rPr lang="en-US"/>
              <a:t>C: How to Program, 8</a:t>
            </a:r>
            <a:r>
              <a:rPr lang="en-US" baseline="30000"/>
              <a:t>th</a:t>
            </a:r>
            <a:r>
              <a:rPr lang="en-US"/>
              <a:t> </a:t>
            </a:r>
            <a:r>
              <a:rPr lang="en-US" err="1"/>
              <a:t>ed</a:t>
            </a:r>
            <a:r>
              <a:rPr lang="en-US"/>
              <a:t>, </a:t>
            </a:r>
            <a:r>
              <a:rPr lang="en-US" err="1"/>
              <a:t>Deitel</a:t>
            </a:r>
            <a:r>
              <a:rPr lang="en-US"/>
              <a:t> and </a:t>
            </a:r>
            <a:r>
              <a:rPr lang="en-US" err="1"/>
              <a:t>Deitel</a:t>
            </a:r>
            <a:endParaRPr lang="en-US"/>
          </a:p>
          <a:p>
            <a:r>
              <a:rPr lang="en-US"/>
              <a:t>Chapter 8 C Characters and Strings</a:t>
            </a:r>
          </a:p>
          <a:p>
            <a:pPr lvl="1"/>
            <a:r>
              <a:rPr lang="en-US"/>
              <a:t>Sections 8.1 – 8.2: Fundamentals of Strings</a:t>
            </a:r>
          </a:p>
          <a:p>
            <a:pPr lvl="1"/>
            <a:r>
              <a:rPr lang="en-US"/>
              <a:t>Sections 8.4 – 8.10: String Handling Functions by Categories</a:t>
            </a:r>
          </a:p>
          <a:p>
            <a:endParaRPr lang="en-US"/>
          </a:p>
        </p:txBody>
      </p:sp>
      <p:sp>
        <p:nvSpPr>
          <p:cNvPr id="4" name="Slide Number Placeholder 3"/>
          <p:cNvSpPr>
            <a:spLocks noGrp="1"/>
          </p:cNvSpPr>
          <p:nvPr>
            <p:ph type="sldNum" sz="quarter" idx="12"/>
          </p:nvPr>
        </p:nvSpPr>
        <p:spPr/>
        <p:txBody>
          <a:bodyPr/>
          <a:lstStyle/>
          <a:p>
            <a:fld id="{E12A0C27-9874-4A2B-82B4-36D1DE995B6F}" type="slidenum">
              <a:rPr lang="en-US" smtClean="0"/>
              <a:pPr/>
              <a:t>21</a:t>
            </a:fld>
            <a:endParaRPr lang="en-US"/>
          </a:p>
        </p:txBody>
      </p:sp>
    </p:spTree>
    <p:extLst>
      <p:ext uri="{BB962C8B-B14F-4D97-AF65-F5344CB8AC3E}">
        <p14:creationId xmlns:p14="http://schemas.microsoft.com/office/powerpoint/2010/main" val="170093462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418"/>
  <p:tag name="DEFAULTHEIGHT" val="3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2113</Words>
  <Application>Microsoft Office PowerPoint</Application>
  <PresentationFormat>如螢幕大小 (4:3)</PresentationFormat>
  <Paragraphs>529</Paragraphs>
  <Slides>21</Slides>
  <Notes>15</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21</vt:i4>
      </vt:variant>
    </vt:vector>
  </HeadingPairs>
  <TitlesOfParts>
    <vt:vector size="31" baseType="lpstr">
      <vt:lpstr>Wingdings 2</vt:lpstr>
      <vt:lpstr>Wingdings</vt:lpstr>
      <vt:lpstr>euclid_circular_a</vt:lpstr>
      <vt:lpstr>Consolas</vt:lpstr>
      <vt:lpstr>Times New Roman</vt:lpstr>
      <vt:lpstr>PMingLiU</vt:lpstr>
      <vt:lpstr>Calibri</vt:lpstr>
      <vt:lpstr>Arial</vt:lpstr>
      <vt:lpstr>Droid Sans Mono</vt:lpstr>
      <vt:lpstr>Office Theme</vt:lpstr>
      <vt:lpstr>Strings</vt:lpstr>
      <vt:lpstr>Outline</vt:lpstr>
      <vt:lpstr>1. Introduction</vt:lpstr>
      <vt:lpstr>1.1. String Literals vs. Character Constants</vt:lpstr>
      <vt:lpstr>1.2. String Representation in C Language</vt:lpstr>
      <vt:lpstr>1.3. String Processing</vt:lpstr>
      <vt:lpstr>2. String Manipulation Basics</vt:lpstr>
      <vt:lpstr>2.1. Declaring and initializing string variables</vt:lpstr>
      <vt:lpstr>2.2. String I/O with scanf() and printf() </vt:lpstr>
      <vt:lpstr>2.2. Reading a line of text using fgets()</vt:lpstr>
      <vt:lpstr>2.3. Obtaining string length</vt:lpstr>
      <vt:lpstr>2.3. Copying strings</vt:lpstr>
      <vt:lpstr>2.3. Concatenating string</vt:lpstr>
      <vt:lpstr>2.4. Strings are compared lexicographically</vt:lpstr>
      <vt:lpstr>2.4. strcmp()</vt:lpstr>
      <vt:lpstr>2.4. String comparison</vt:lpstr>
      <vt:lpstr>2.4. String comparison (Exercise)</vt:lpstr>
      <vt:lpstr>2.5. Example: Lowercase to uppercase conversion</vt:lpstr>
      <vt:lpstr>2.6. Example: 2D char array</vt:lpstr>
      <vt:lpstr>Summary</vt:lpstr>
      <vt:lpstr>Reading Assignment</vt:lpstr>
    </vt:vector>
  </TitlesOfParts>
  <Manager/>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Strings</dc:title>
  <dc:subject/>
  <dc:creator/>
  <cp:keywords/>
  <dc:description/>
  <cp:lastModifiedBy>Yim Pan Chui, Dr. (CSD)</cp:lastModifiedBy>
  <cp:revision>1</cp:revision>
  <dcterms:created xsi:type="dcterms:W3CDTF">2011-07-19T12:51:33Z</dcterms:created>
  <dcterms:modified xsi:type="dcterms:W3CDTF">2024-07-04T07:50:26Z</dcterms:modified>
  <cp:category/>
</cp:coreProperties>
</file>