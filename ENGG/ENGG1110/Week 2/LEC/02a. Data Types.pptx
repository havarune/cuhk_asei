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69" r:id="rId2"/>
    <p:sldId id="257" r:id="rId3"/>
    <p:sldId id="334" r:id="rId4"/>
    <p:sldId id="339" r:id="rId5"/>
    <p:sldId id="337" r:id="rId6"/>
    <p:sldId id="299" r:id="rId7"/>
    <p:sldId id="298" r:id="rId8"/>
    <p:sldId id="301" r:id="rId9"/>
    <p:sldId id="331" r:id="rId10"/>
    <p:sldId id="306" r:id="rId11"/>
    <p:sldId id="307" r:id="rId12"/>
    <p:sldId id="309" r:id="rId13"/>
    <p:sldId id="310" r:id="rId14"/>
    <p:sldId id="325" r:id="rId15"/>
    <p:sldId id="328" r:id="rId16"/>
    <p:sldId id="342" r:id="rId17"/>
    <p:sldId id="343" r:id="rId18"/>
    <p:sldId id="344" r:id="rId19"/>
    <p:sldId id="329" r:id="rId20"/>
    <p:sldId id="311" r:id="rId21"/>
    <p:sldId id="312" r:id="rId22"/>
    <p:sldId id="321" r:id="rId23"/>
    <p:sldId id="315" r:id="rId24"/>
    <p:sldId id="322" r:id="rId25"/>
    <p:sldId id="323" r:id="rId26"/>
    <p:sldId id="324" r:id="rId27"/>
    <p:sldId id="330" r:id="rId28"/>
    <p:sldId id="317" r:id="rId29"/>
    <p:sldId id="318" r:id="rId30"/>
    <p:sldId id="340" r:id="rId31"/>
    <p:sldId id="341" r:id="rId32"/>
    <p:sldId id="291" r:id="rId33"/>
    <p:sldId id="308" r:id="rId34"/>
    <p:sldId id="333" r:id="rId35"/>
    <p:sldId id="345" r:id="rId36"/>
  </p:sldIdLst>
  <p:sldSz cx="9144000" cy="6858000" type="screen4x3"/>
  <p:notesSz cx="6858000" cy="9144000"/>
  <p:custDataLst>
    <p:tags r:id="rId3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8" clrIdx="0">
    <p:extLst>
      <p:ext uri="{19B8F6BF-5375-455C-9EA6-DF929625EA0E}">
        <p15:presenceInfo xmlns:p15="http://schemas.microsoft.com/office/powerpoint/2012/main" userId="Chuck-jee Chau" providerId="None"/>
      </p:ext>
    </p:extLst>
  </p:cmAuthor>
  <p:cmAuthor id="2" name="William Hui (IEG)" initials="W(" lastIdx="2" clrIdx="1">
    <p:extLst>
      <p:ext uri="{19B8F6BF-5375-455C-9EA6-DF929625EA0E}">
        <p15:presenceInfo xmlns:p15="http://schemas.microsoft.com/office/powerpoint/2012/main" userId="S::kyhui@cuhk.edu.hk::07728535-8fdc-4325-b24f-20cc4d58a3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93CE4F-E95D-9C45-7B82-24203C6D997E}" v="4" dt="2024-09-09T07:28:05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1" autoAdjust="0"/>
    <p:restoredTop sz="74312" autoAdjust="0"/>
  </p:normalViewPr>
  <p:slideViewPr>
    <p:cSldViewPr>
      <p:cViewPr varScale="1">
        <p:scale>
          <a:sx n="47" d="100"/>
          <a:sy n="47" d="100"/>
        </p:scale>
        <p:origin x="1028" y="5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13956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 Chuen Kam (CSD)" userId="S::hochuenkam@cuhk.edu.hk::d211cd2f-93d8-4bb4-a04c-87bdee3b4bb2" providerId="AD" clId="Web-{004E3A89-6B4B-2648-3D9B-9EADC46B2580}"/>
    <pc:docChg chg="modSld sldOrd">
      <pc:chgData name="Ho Chuen Kam (CSD)" userId="S::hochuenkam@cuhk.edu.hk::d211cd2f-93d8-4bb4-a04c-87bdee3b4bb2" providerId="AD" clId="Web-{004E3A89-6B4B-2648-3D9B-9EADC46B2580}" dt="2023-09-08T11:58:35.531" v="4"/>
      <pc:docMkLst>
        <pc:docMk/>
      </pc:docMkLst>
      <pc:sldChg chg="ord">
        <pc:chgData name="Ho Chuen Kam (CSD)" userId="S::hochuenkam@cuhk.edu.hk::d211cd2f-93d8-4bb4-a04c-87bdee3b4bb2" providerId="AD" clId="Web-{004E3A89-6B4B-2648-3D9B-9EADC46B2580}" dt="2023-09-08T11:58:35.531" v="4"/>
        <pc:sldMkLst>
          <pc:docMk/>
          <pc:sldMk cId="3425428985" sldId="321"/>
        </pc:sldMkLst>
      </pc:sldChg>
      <pc:sldChg chg="modSp">
        <pc:chgData name="Ho Chuen Kam (CSD)" userId="S::hochuenkam@cuhk.edu.hk::d211cd2f-93d8-4bb4-a04c-87bdee3b4bb2" providerId="AD" clId="Web-{004E3A89-6B4B-2648-3D9B-9EADC46B2580}" dt="2023-09-08T11:32:42.943" v="2" actId="20577"/>
        <pc:sldMkLst>
          <pc:docMk/>
          <pc:sldMk cId="3904831089" sldId="339"/>
        </pc:sldMkLst>
        <pc:spChg chg="mod">
          <ac:chgData name="Ho Chuen Kam (CSD)" userId="S::hochuenkam@cuhk.edu.hk::d211cd2f-93d8-4bb4-a04c-87bdee3b4bb2" providerId="AD" clId="Web-{004E3A89-6B4B-2648-3D9B-9EADC46B2580}" dt="2023-09-08T11:32:42.943" v="2" actId="20577"/>
          <ac:spMkLst>
            <pc:docMk/>
            <pc:sldMk cId="3904831089" sldId="339"/>
            <ac:spMk id="7" creationId="{4E8F04ED-B5FE-4B87-8A59-F7F5B8DA7EEA}"/>
          </ac:spMkLst>
        </pc:spChg>
      </pc:sldChg>
    </pc:docChg>
  </pc:docChgLst>
  <pc:docChgLst>
    <pc:chgData name="William Hui (IEG)" userId="S::kyhui@cuhk.edu.hk::07728535-8fdc-4325-b24f-20cc4d58a3a3" providerId="AD" clId="Web-{80EE1F2A-6871-D33C-48E6-D8958C98E11A}"/>
    <pc:docChg chg="modSld">
      <pc:chgData name="William Hui (IEG)" userId="S::kyhui@cuhk.edu.hk::07728535-8fdc-4325-b24f-20cc4d58a3a3" providerId="AD" clId="Web-{80EE1F2A-6871-D33C-48E6-D8958C98E11A}" dt="2019-09-01T06:44:51.234" v="4" actId="20577"/>
      <pc:docMkLst>
        <pc:docMk/>
      </pc:docMkLst>
      <pc:sldChg chg="modSp">
        <pc:chgData name="William Hui (IEG)" userId="S::kyhui@cuhk.edu.hk::07728535-8fdc-4325-b24f-20cc4d58a3a3" providerId="AD" clId="Web-{80EE1F2A-6871-D33C-48E6-D8958C98E11A}" dt="2019-09-01T06:44:44.609" v="2" actId="20577"/>
        <pc:sldMkLst>
          <pc:docMk/>
          <pc:sldMk cId="880753762" sldId="310"/>
        </pc:sldMkLst>
        <pc:spChg chg="mod">
          <ac:chgData name="William Hui (IEG)" userId="S::kyhui@cuhk.edu.hk::07728535-8fdc-4325-b24f-20cc4d58a3a3" providerId="AD" clId="Web-{80EE1F2A-6871-D33C-48E6-D8958C98E11A}" dt="2019-09-01T06:44:44.609" v="2" actId="20577"/>
          <ac:spMkLst>
            <pc:docMk/>
            <pc:sldMk cId="880753762" sldId="310"/>
            <ac:spMk id="3" creationId="{00000000-0000-0000-0000-000000000000}"/>
          </ac:spMkLst>
        </pc:spChg>
      </pc:sldChg>
    </pc:docChg>
  </pc:docChgLst>
  <pc:docChgLst>
    <pc:chgData name="Chuck jee Chau (CSD)" userId="7aa7a09e-983f-4214-9e5a-071cbb678e81" providerId="ADAL" clId="{B25C91A6-162F-5C4B-8F0B-50645C496863}"/>
    <pc:docChg chg="custSel modSld">
      <pc:chgData name="Chuck jee Chau (CSD)" userId="7aa7a09e-983f-4214-9e5a-071cbb678e81" providerId="ADAL" clId="{B25C91A6-162F-5C4B-8F0B-50645C496863}" dt="2019-09-05T12:13:23.121" v="53" actId="1036"/>
      <pc:docMkLst>
        <pc:docMk/>
      </pc:docMkLst>
      <pc:sldChg chg="delCm">
        <pc:chgData name="Chuck jee Chau (CSD)" userId="7aa7a09e-983f-4214-9e5a-071cbb678e81" providerId="ADAL" clId="{B25C91A6-162F-5C4B-8F0B-50645C496863}" dt="2019-09-05T12:09:55.959" v="33" actId="1592"/>
        <pc:sldMkLst>
          <pc:docMk/>
          <pc:sldMk cId="1865750968" sldId="257"/>
        </pc:sldMkLst>
      </pc:sldChg>
      <pc:sldChg chg="delCm">
        <pc:chgData name="Chuck jee Chau (CSD)" userId="7aa7a09e-983f-4214-9e5a-071cbb678e81" providerId="ADAL" clId="{B25C91A6-162F-5C4B-8F0B-50645C496863}" dt="2019-09-05T12:09:55.961" v="34" actId="1592"/>
        <pc:sldMkLst>
          <pc:docMk/>
          <pc:sldMk cId="1813253057" sldId="298"/>
        </pc:sldMkLst>
      </pc:sldChg>
      <pc:sldChg chg="delCm">
        <pc:chgData name="Chuck jee Chau (CSD)" userId="7aa7a09e-983f-4214-9e5a-071cbb678e81" providerId="ADAL" clId="{B25C91A6-162F-5C4B-8F0B-50645C496863}" dt="2019-09-05T12:09:55.963" v="35" actId="1592"/>
        <pc:sldMkLst>
          <pc:docMk/>
          <pc:sldMk cId="2001830082" sldId="301"/>
        </pc:sldMkLst>
      </pc:sldChg>
      <pc:sldChg chg="modSp delCm">
        <pc:chgData name="Chuck jee Chau (CSD)" userId="7aa7a09e-983f-4214-9e5a-071cbb678e81" providerId="ADAL" clId="{B25C91A6-162F-5C4B-8F0B-50645C496863}" dt="2019-09-05T12:12:54.122" v="47" actId="1038"/>
        <pc:sldMkLst>
          <pc:docMk/>
          <pc:sldMk cId="903365495" sldId="306"/>
        </pc:sldMkLst>
        <pc:spChg chg="mod">
          <ac:chgData name="Chuck jee Chau (CSD)" userId="7aa7a09e-983f-4214-9e5a-071cbb678e81" providerId="ADAL" clId="{B25C91A6-162F-5C4B-8F0B-50645C496863}" dt="2019-09-05T12:12:54.122" v="47" actId="1038"/>
          <ac:spMkLst>
            <pc:docMk/>
            <pc:sldMk cId="903365495" sldId="306"/>
            <ac:spMk id="13315" creationId="{00000000-0000-0000-0000-000000000000}"/>
          </ac:spMkLst>
        </pc:spChg>
      </pc:sldChg>
      <pc:sldChg chg="delCm">
        <pc:chgData name="Chuck jee Chau (CSD)" userId="7aa7a09e-983f-4214-9e5a-071cbb678e81" providerId="ADAL" clId="{B25C91A6-162F-5C4B-8F0B-50645C496863}" dt="2019-09-05T12:09:55.965" v="37" actId="1592"/>
        <pc:sldMkLst>
          <pc:docMk/>
          <pc:sldMk cId="1675233449" sldId="307"/>
        </pc:sldMkLst>
      </pc:sldChg>
      <pc:sldChg chg="delCm">
        <pc:chgData name="Chuck jee Chau (CSD)" userId="7aa7a09e-983f-4214-9e5a-071cbb678e81" providerId="ADAL" clId="{B25C91A6-162F-5C4B-8F0B-50645C496863}" dt="2019-09-05T12:09:55.967" v="38" actId="1592"/>
        <pc:sldMkLst>
          <pc:docMk/>
          <pc:sldMk cId="2311490943" sldId="309"/>
        </pc:sldMkLst>
      </pc:sldChg>
      <pc:sldChg chg="delCm">
        <pc:chgData name="Chuck jee Chau (CSD)" userId="7aa7a09e-983f-4214-9e5a-071cbb678e81" providerId="ADAL" clId="{B25C91A6-162F-5C4B-8F0B-50645C496863}" dt="2019-09-05T12:09:55.968" v="39" actId="1592"/>
        <pc:sldMkLst>
          <pc:docMk/>
          <pc:sldMk cId="880753762" sldId="310"/>
        </pc:sldMkLst>
      </pc:sldChg>
      <pc:sldChg chg="modSp">
        <pc:chgData name="Chuck jee Chau (CSD)" userId="7aa7a09e-983f-4214-9e5a-071cbb678e81" providerId="ADAL" clId="{B25C91A6-162F-5C4B-8F0B-50645C496863}" dt="2019-09-05T12:07:02.357" v="32" actId="114"/>
        <pc:sldMkLst>
          <pc:docMk/>
          <pc:sldMk cId="1109498715" sldId="322"/>
        </pc:sldMkLst>
        <pc:spChg chg="mod">
          <ac:chgData name="Chuck jee Chau (CSD)" userId="7aa7a09e-983f-4214-9e5a-071cbb678e81" providerId="ADAL" clId="{B25C91A6-162F-5C4B-8F0B-50645C496863}" dt="2019-09-05T12:07:02.357" v="32" actId="114"/>
          <ac:spMkLst>
            <pc:docMk/>
            <pc:sldMk cId="1109498715" sldId="322"/>
            <ac:spMk id="454659" creationId="{00000000-0000-0000-0000-000000000000}"/>
          </ac:spMkLst>
        </pc:spChg>
      </pc:sldChg>
      <pc:sldChg chg="modSp">
        <pc:chgData name="Chuck jee Chau (CSD)" userId="7aa7a09e-983f-4214-9e5a-071cbb678e81" providerId="ADAL" clId="{B25C91A6-162F-5C4B-8F0B-50645C496863}" dt="2019-09-05T12:02:19.432" v="15" actId="27636"/>
        <pc:sldMkLst>
          <pc:docMk/>
          <pc:sldMk cId="2086632624" sldId="325"/>
        </pc:sldMkLst>
        <pc:spChg chg="mod">
          <ac:chgData name="Chuck jee Chau (CSD)" userId="7aa7a09e-983f-4214-9e5a-071cbb678e81" providerId="ADAL" clId="{B25C91A6-162F-5C4B-8F0B-50645C496863}" dt="2019-09-05T12:02:19.432" v="15" actId="27636"/>
          <ac:spMkLst>
            <pc:docMk/>
            <pc:sldMk cId="2086632624" sldId="325"/>
            <ac:spMk id="140291" creationId="{00000000-0000-0000-0000-000000000000}"/>
          </ac:spMkLst>
        </pc:spChg>
      </pc:sldChg>
      <pc:sldChg chg="modSp delCm">
        <pc:chgData name="Chuck jee Chau (CSD)" userId="7aa7a09e-983f-4214-9e5a-071cbb678e81" providerId="ADAL" clId="{B25C91A6-162F-5C4B-8F0B-50645C496863}" dt="2019-09-05T12:13:23.121" v="53" actId="1036"/>
        <pc:sldMkLst>
          <pc:docMk/>
          <pc:sldMk cId="3342617491" sldId="328"/>
        </pc:sldMkLst>
        <pc:spChg chg="mod">
          <ac:chgData name="Chuck jee Chau (CSD)" userId="7aa7a09e-983f-4214-9e5a-071cbb678e81" providerId="ADAL" clId="{B25C91A6-162F-5C4B-8F0B-50645C496863}" dt="2019-09-05T12:13:23.121" v="53" actId="1036"/>
          <ac:spMkLst>
            <pc:docMk/>
            <pc:sldMk cId="3342617491" sldId="328"/>
            <ac:spMk id="16387" creationId="{00000000-0000-0000-0000-000000000000}"/>
          </ac:spMkLst>
        </pc:spChg>
      </pc:sldChg>
      <pc:sldChg chg="delCm">
        <pc:chgData name="Chuck jee Chau (CSD)" userId="7aa7a09e-983f-4214-9e5a-071cbb678e81" providerId="ADAL" clId="{B25C91A6-162F-5C4B-8F0B-50645C496863}" dt="2019-09-05T12:09:55.970" v="41" actId="1592"/>
        <pc:sldMkLst>
          <pc:docMk/>
          <pc:sldMk cId="1610639556" sldId="342"/>
        </pc:sldMkLst>
      </pc:sldChg>
      <pc:sldChg chg="modSp">
        <pc:chgData name="Chuck jee Chau (CSD)" userId="7aa7a09e-983f-4214-9e5a-071cbb678e81" providerId="ADAL" clId="{B25C91A6-162F-5C4B-8F0B-50645C496863}" dt="2019-09-05T12:10:35.736" v="44" actId="20577"/>
        <pc:sldMkLst>
          <pc:docMk/>
          <pc:sldMk cId="2419097457" sldId="345"/>
        </pc:sldMkLst>
        <pc:spChg chg="mod">
          <ac:chgData name="Chuck jee Chau (CSD)" userId="7aa7a09e-983f-4214-9e5a-071cbb678e81" providerId="ADAL" clId="{B25C91A6-162F-5C4B-8F0B-50645C496863}" dt="2019-09-05T12:10:35.736" v="44" actId="20577"/>
          <ac:spMkLst>
            <pc:docMk/>
            <pc:sldMk cId="2419097457" sldId="345"/>
            <ac:spMk id="7" creationId="{BB42CEFC-D2BF-4B29-A47E-2C174B55C702}"/>
          </ac:spMkLst>
        </pc:spChg>
      </pc:sldChg>
    </pc:docChg>
  </pc:docChgLst>
  <pc:docChgLst>
    <pc:chgData name="Yim Pan Chui, Dr. (CSD)" userId="06f431c5-cc1a-4439-a61b-5f3af947c103" providerId="ADAL" clId="{85101BAF-70C5-43C0-BB70-5FA722A5B65E}"/>
    <pc:docChg chg="modSld">
      <pc:chgData name="Yim Pan Chui, Dr. (CSD)" userId="06f431c5-cc1a-4439-a61b-5f3af947c103" providerId="ADAL" clId="{85101BAF-70C5-43C0-BB70-5FA722A5B65E}" dt="2024-01-14T15:00:45.347" v="38" actId="20577"/>
      <pc:docMkLst>
        <pc:docMk/>
      </pc:docMkLst>
      <pc:sldChg chg="modSp mod">
        <pc:chgData name="Yim Pan Chui, Dr. (CSD)" userId="06f431c5-cc1a-4439-a61b-5f3af947c103" providerId="ADAL" clId="{85101BAF-70C5-43C0-BB70-5FA722A5B65E}" dt="2024-01-14T15:00:45.347" v="38" actId="20577"/>
        <pc:sldMkLst>
          <pc:docMk/>
          <pc:sldMk cId="2419097457" sldId="345"/>
        </pc:sldMkLst>
        <pc:spChg chg="mod">
          <ac:chgData name="Yim Pan Chui, Dr. (CSD)" userId="06f431c5-cc1a-4439-a61b-5f3af947c103" providerId="ADAL" clId="{85101BAF-70C5-43C0-BB70-5FA722A5B65E}" dt="2024-01-14T15:00:45.347" v="38" actId="20577"/>
          <ac:spMkLst>
            <pc:docMk/>
            <pc:sldMk cId="2419097457" sldId="345"/>
            <ac:spMk id="3" creationId="{1A42E128-67DC-4079-B610-6266594B8729}"/>
          </ac:spMkLst>
        </pc:spChg>
      </pc:sldChg>
    </pc:docChg>
  </pc:docChgLst>
  <pc:docChgLst>
    <pc:chgData name="William Hui (IEG)" userId="S::kyhui@cuhk.edu.hk::07728535-8fdc-4325-b24f-20cc4d58a3a3" providerId="AD" clId="Web-{68A8FD4D-004C-2F95-9932-1648AA9D6E29}"/>
    <pc:docChg chg="">
      <pc:chgData name="William Hui (IEG)" userId="S::kyhui@cuhk.edu.hk::07728535-8fdc-4325-b24f-20cc4d58a3a3" providerId="AD" clId="Web-{68A8FD4D-004C-2F95-9932-1648AA9D6E29}" dt="2019-08-27T08:29:33.624" v="0"/>
      <pc:docMkLst>
        <pc:docMk/>
      </pc:docMkLst>
      <pc:sldChg chg="addCm">
        <pc:chgData name="William Hui (IEG)" userId="S::kyhui@cuhk.edu.hk::07728535-8fdc-4325-b24f-20cc4d58a3a3" providerId="AD" clId="Web-{68A8FD4D-004C-2F95-9932-1648AA9D6E29}" dt="2019-08-27T08:29:33.624" v="0"/>
        <pc:sldMkLst>
          <pc:docMk/>
          <pc:sldMk cId="1813253057" sldId="298"/>
        </pc:sldMkLst>
      </pc:sldChg>
    </pc:docChg>
  </pc:docChgLst>
  <pc:docChgLst>
    <pc:chgData name="Marco Ho (IEG)" userId="S::marco.ho@cuhk.edu.hk::12259f2b-657e-43df-ac17-e4914e2efdc8" providerId="AD" clId="Web-{AD2E75E8-DF98-D680-FA6D-A2ECFD7BAA70}"/>
    <pc:docChg chg="modSld">
      <pc:chgData name="Marco Ho (IEG)" userId="S::marco.ho@cuhk.edu.hk::12259f2b-657e-43df-ac17-e4914e2efdc8" providerId="AD" clId="Web-{AD2E75E8-DF98-D680-FA6D-A2ECFD7BAA70}" dt="2021-09-08T15:38:31.457" v="111" actId="20577"/>
      <pc:docMkLst>
        <pc:docMk/>
      </pc:docMkLst>
      <pc:sldChg chg="modSp">
        <pc:chgData name="Marco Ho (IEG)" userId="S::marco.ho@cuhk.edu.hk::12259f2b-657e-43df-ac17-e4914e2efdc8" providerId="AD" clId="Web-{AD2E75E8-DF98-D680-FA6D-A2ECFD7BAA70}" dt="2021-09-08T15:38:31.457" v="111" actId="20577"/>
        <pc:sldMkLst>
          <pc:docMk/>
          <pc:sldMk cId="2265347520" sldId="308"/>
        </pc:sldMkLst>
        <pc:spChg chg="mod">
          <ac:chgData name="Marco Ho (IEG)" userId="S::marco.ho@cuhk.edu.hk::12259f2b-657e-43df-ac17-e4914e2efdc8" providerId="AD" clId="Web-{AD2E75E8-DF98-D680-FA6D-A2ECFD7BAA70}" dt="2021-09-08T15:34:43.921" v="28" actId="20577"/>
          <ac:spMkLst>
            <pc:docMk/>
            <pc:sldMk cId="2265347520" sldId="308"/>
            <ac:spMk id="131076" creationId="{00000000-0000-0000-0000-000000000000}"/>
          </ac:spMkLst>
        </pc:spChg>
        <pc:spChg chg="mod">
          <ac:chgData name="Marco Ho (IEG)" userId="S::marco.ho@cuhk.edu.hk::12259f2b-657e-43df-ac17-e4914e2efdc8" providerId="AD" clId="Web-{AD2E75E8-DF98-D680-FA6D-A2ECFD7BAA70}" dt="2021-09-08T15:38:31.457" v="111" actId="20577"/>
          <ac:spMkLst>
            <pc:docMk/>
            <pc:sldMk cId="2265347520" sldId="308"/>
            <ac:spMk id="131078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C0976D4D-BB45-C93D-732C-1379CEC21F4F}"/>
    <pc:docChg chg="addSld modSld">
      <pc:chgData name="William Hui (IEG)" userId="S::kyhui@cuhk.edu.hk::07728535-8fdc-4325-b24f-20cc4d58a3a3" providerId="AD" clId="Web-{C0976D4D-BB45-C93D-732C-1379CEC21F4F}" dt="2019-08-31T10:47:43.853" v="389" actId="20577"/>
      <pc:docMkLst>
        <pc:docMk/>
      </pc:docMkLst>
      <pc:sldChg chg="addSp modSp new mod modClrScheme chgLayout">
        <pc:chgData name="William Hui (IEG)" userId="S::kyhui@cuhk.edu.hk::07728535-8fdc-4325-b24f-20cc4d58a3a3" providerId="AD" clId="Web-{C0976D4D-BB45-C93D-732C-1379CEC21F4F}" dt="2019-08-31T10:47:43.853" v="388" actId="20577"/>
        <pc:sldMkLst>
          <pc:docMk/>
          <pc:sldMk cId="2419097457" sldId="345"/>
        </pc:sldMkLst>
        <pc:spChg chg="mod ord">
          <ac:chgData name="William Hui (IEG)" userId="S::kyhui@cuhk.edu.hk::07728535-8fdc-4325-b24f-20cc4d58a3a3" providerId="AD" clId="Web-{C0976D4D-BB45-C93D-732C-1379CEC21F4F}" dt="2019-08-31T10:37:53.974" v="80" actId="20577"/>
          <ac:spMkLst>
            <pc:docMk/>
            <pc:sldMk cId="2419097457" sldId="345"/>
            <ac:spMk id="2" creationId="{770ED27A-F7DA-4ED7-BC7B-5DD3E4CF4E57}"/>
          </ac:spMkLst>
        </pc:spChg>
        <pc:spChg chg="mod ord">
          <ac:chgData name="William Hui (IEG)" userId="S::kyhui@cuhk.edu.hk::07728535-8fdc-4325-b24f-20cc4d58a3a3" providerId="AD" clId="Web-{C0976D4D-BB45-C93D-732C-1379CEC21F4F}" dt="2019-08-31T10:47:43.853" v="388" actId="20577"/>
          <ac:spMkLst>
            <pc:docMk/>
            <pc:sldMk cId="2419097457" sldId="345"/>
            <ac:spMk id="3" creationId="{1A42E128-67DC-4079-B610-6266594B8729}"/>
          </ac:spMkLst>
        </pc:spChg>
        <pc:spChg chg="mod ord">
          <ac:chgData name="William Hui (IEG)" userId="S::kyhui@cuhk.edu.hk::07728535-8fdc-4325-b24f-20cc4d58a3a3" providerId="AD" clId="Web-{C0976D4D-BB45-C93D-732C-1379CEC21F4F}" dt="2019-08-31T10:37:29.755" v="38"/>
          <ac:spMkLst>
            <pc:docMk/>
            <pc:sldMk cId="2419097457" sldId="345"/>
            <ac:spMk id="4" creationId="{771E98B7-FD25-462F-A099-A99FEF171998}"/>
          </ac:spMkLst>
        </pc:spChg>
        <pc:spChg chg="add mod">
          <ac:chgData name="William Hui (IEG)" userId="S::kyhui@cuhk.edu.hk::07728535-8fdc-4325-b24f-20cc4d58a3a3" providerId="AD" clId="Web-{C0976D4D-BB45-C93D-732C-1379CEC21F4F}" dt="2019-08-31T10:46:19.540" v="383" actId="20577"/>
          <ac:spMkLst>
            <pc:docMk/>
            <pc:sldMk cId="2419097457" sldId="345"/>
            <ac:spMk id="7" creationId="{BB42CEFC-D2BF-4B29-A47E-2C174B55C702}"/>
          </ac:spMkLst>
        </pc:spChg>
        <pc:picChg chg="add mod">
          <ac:chgData name="William Hui (IEG)" userId="S::kyhui@cuhk.edu.hk::07728535-8fdc-4325-b24f-20cc4d58a3a3" providerId="AD" clId="Web-{C0976D4D-BB45-C93D-732C-1379CEC21F4F}" dt="2019-08-31T10:44:56.587" v="324"/>
          <ac:picMkLst>
            <pc:docMk/>
            <pc:sldMk cId="2419097457" sldId="345"/>
            <ac:picMk id="5" creationId="{37B207C2-7235-4893-928E-986E1BC72390}"/>
          </ac:picMkLst>
        </pc:picChg>
      </pc:sldChg>
    </pc:docChg>
  </pc:docChgLst>
  <pc:docChgLst>
    <pc:chgData name="William Hui (IEG)" userId="S::kyhui@cuhk.edu.hk::07728535-8fdc-4325-b24f-20cc4d58a3a3" providerId="AD" clId="Web-{7A98A2F1-84B1-2177-6AC7-31F809A7BE21}"/>
    <pc:docChg chg="">
      <pc:chgData name="William Hui (IEG)" userId="S::kyhui@cuhk.edu.hk::07728535-8fdc-4325-b24f-20cc4d58a3a3" providerId="AD" clId="Web-{7A98A2F1-84B1-2177-6AC7-31F809A7BE21}" dt="2019-08-30T11:25:48.008" v="0"/>
      <pc:docMkLst>
        <pc:docMk/>
      </pc:docMkLst>
      <pc:sldChg chg="addCm">
        <pc:chgData name="William Hui (IEG)" userId="S::kyhui@cuhk.edu.hk::07728535-8fdc-4325-b24f-20cc4d58a3a3" providerId="AD" clId="Web-{7A98A2F1-84B1-2177-6AC7-31F809A7BE21}" dt="2019-08-30T11:25:48.008" v="0"/>
        <pc:sldMkLst>
          <pc:docMk/>
          <pc:sldMk cId="880753762" sldId="310"/>
        </pc:sldMkLst>
      </pc:sldChg>
    </pc:docChg>
  </pc:docChgLst>
  <pc:docChgLst>
    <pc:chgData name="William Hui (IEG)" userId="S::kyhui@cuhk.edu.hk::07728535-8fdc-4325-b24f-20cc4d58a3a3" providerId="AD" clId="Web-{4CEC3A3A-B36B-C04F-A7C6-284254D8B84F}"/>
    <pc:docChg chg="addSld delSld modSld sldOrd">
      <pc:chgData name="William Hui (IEG)" userId="S::kyhui@cuhk.edu.hk::07728535-8fdc-4325-b24f-20cc4d58a3a3" providerId="AD" clId="Web-{4CEC3A3A-B36B-C04F-A7C6-284254D8B84F}" dt="2019-08-23T13:15:36.042" v="2208"/>
      <pc:docMkLst>
        <pc:docMk/>
      </pc:docMkLst>
      <pc:sldChg chg="modSp">
        <pc:chgData name="William Hui (IEG)" userId="S::kyhui@cuhk.edu.hk::07728535-8fdc-4325-b24f-20cc4d58a3a3" providerId="AD" clId="Web-{4CEC3A3A-B36B-C04F-A7C6-284254D8B84F}" dt="2019-08-23T11:43:46.593" v="1145" actId="20577"/>
        <pc:sldMkLst>
          <pc:docMk/>
          <pc:sldMk cId="0" sldId="269"/>
        </pc:sldMkLst>
        <pc:spChg chg="mod">
          <ac:chgData name="William Hui (IEG)" userId="S::kyhui@cuhk.edu.hk::07728535-8fdc-4325-b24f-20cc4d58a3a3" providerId="AD" clId="Web-{4CEC3A3A-B36B-C04F-A7C6-284254D8B84F}" dt="2019-08-23T11:43:46.593" v="1145" actId="20577"/>
          <ac:spMkLst>
            <pc:docMk/>
            <pc:sldMk cId="0" sldId="269"/>
            <ac:spMk id="5" creationId="{00000000-0000-0000-0000-000000000000}"/>
          </ac:spMkLst>
        </pc:spChg>
      </pc:sldChg>
      <pc:sldChg chg="modSp ord">
        <pc:chgData name="William Hui (IEG)" userId="S::kyhui@cuhk.edu.hk::07728535-8fdc-4325-b24f-20cc4d58a3a3" providerId="AD" clId="Web-{4CEC3A3A-B36B-C04F-A7C6-284254D8B84F}" dt="2019-08-23T11:43:13.609" v="1143" actId="20577"/>
        <pc:sldMkLst>
          <pc:docMk/>
          <pc:sldMk cId="0" sldId="291"/>
        </pc:sldMkLst>
        <pc:spChg chg="mod">
          <ac:chgData name="William Hui (IEG)" userId="S::kyhui@cuhk.edu.hk::07728535-8fdc-4325-b24f-20cc4d58a3a3" providerId="AD" clId="Web-{4CEC3A3A-B36B-C04F-A7C6-284254D8B84F}" dt="2019-08-23T11:43:13.609" v="1143" actId="20577"/>
          <ac:spMkLst>
            <pc:docMk/>
            <pc:sldMk cId="0" sldId="291"/>
            <ac:spMk id="3" creationId="{00000000-0000-0000-0000-000000000000}"/>
          </ac:spMkLst>
        </pc:spChg>
      </pc:sldChg>
      <pc:sldChg chg="modSp ord">
        <pc:chgData name="William Hui (IEG)" userId="S::kyhui@cuhk.edu.hk::07728535-8fdc-4325-b24f-20cc4d58a3a3" providerId="AD" clId="Web-{4CEC3A3A-B36B-C04F-A7C6-284254D8B84F}" dt="2019-08-23T10:34:17.396" v="939" actId="20577"/>
        <pc:sldMkLst>
          <pc:docMk/>
          <pc:sldMk cId="1813253057" sldId="298"/>
        </pc:sldMkLst>
        <pc:spChg chg="mod">
          <ac:chgData name="William Hui (IEG)" userId="S::kyhui@cuhk.edu.hk::07728535-8fdc-4325-b24f-20cc4d58a3a3" providerId="AD" clId="Web-{4CEC3A3A-B36B-C04F-A7C6-284254D8B84F}" dt="2019-08-23T10:34:17.396" v="939" actId="20577"/>
          <ac:spMkLst>
            <pc:docMk/>
            <pc:sldMk cId="1813253057" sldId="298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4CEC3A3A-B36B-C04F-A7C6-284254D8B84F}" dt="2019-08-23T10:00:26.470" v="152" actId="20577"/>
          <ac:spMkLst>
            <pc:docMk/>
            <pc:sldMk cId="1813253057" sldId="298"/>
            <ac:spMk id="3" creationId="{00000000-0000-0000-0000-000000000000}"/>
          </ac:spMkLst>
        </pc:spChg>
      </pc:sldChg>
      <pc:sldChg chg="modSp add del">
        <pc:chgData name="William Hui (IEG)" userId="S::kyhui@cuhk.edu.hk::07728535-8fdc-4325-b24f-20cc4d58a3a3" providerId="AD" clId="Web-{4CEC3A3A-B36B-C04F-A7C6-284254D8B84F}" dt="2019-08-23T11:55:02.725" v="1262"/>
        <pc:sldMkLst>
          <pc:docMk/>
          <pc:sldMk cId="2919047067" sldId="299"/>
        </pc:sldMkLst>
        <pc:spChg chg="mod">
          <ac:chgData name="William Hui (IEG)" userId="S::kyhui@cuhk.edu.hk::07728535-8fdc-4325-b24f-20cc4d58a3a3" providerId="AD" clId="Web-{4CEC3A3A-B36B-C04F-A7C6-284254D8B84F}" dt="2019-08-23T10:34:11.568" v="936" actId="20577"/>
          <ac:spMkLst>
            <pc:docMk/>
            <pc:sldMk cId="2919047067" sldId="299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CEC3A3A-B36B-C04F-A7C6-284254D8B84F}" dt="2019-08-23T10:34:23.646" v="944" actId="20577"/>
        <pc:sldMkLst>
          <pc:docMk/>
          <pc:sldMk cId="2001830082" sldId="301"/>
        </pc:sldMkLst>
        <pc:spChg chg="mod">
          <ac:chgData name="William Hui (IEG)" userId="S::kyhui@cuhk.edu.hk::07728535-8fdc-4325-b24f-20cc4d58a3a3" providerId="AD" clId="Web-{4CEC3A3A-B36B-C04F-A7C6-284254D8B84F}" dt="2019-08-23T10:34:23.646" v="944" actId="20577"/>
          <ac:spMkLst>
            <pc:docMk/>
            <pc:sldMk cId="2001830082" sldId="301"/>
            <ac:spMk id="8195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CEC3A3A-B36B-C04F-A7C6-284254D8B84F}" dt="2019-08-23T10:34:33.662" v="952" actId="20577"/>
        <pc:sldMkLst>
          <pc:docMk/>
          <pc:sldMk cId="903365495" sldId="306"/>
        </pc:sldMkLst>
        <pc:spChg chg="mod">
          <ac:chgData name="William Hui (IEG)" userId="S::kyhui@cuhk.edu.hk::07728535-8fdc-4325-b24f-20cc4d58a3a3" providerId="AD" clId="Web-{4CEC3A3A-B36B-C04F-A7C6-284254D8B84F}" dt="2019-08-23T10:34:33.662" v="952" actId="20577"/>
          <ac:spMkLst>
            <pc:docMk/>
            <pc:sldMk cId="903365495" sldId="306"/>
            <ac:spMk id="13315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CEC3A3A-B36B-C04F-A7C6-284254D8B84F}" dt="2019-08-23T10:34:49.038" v="955" actId="20577"/>
        <pc:sldMkLst>
          <pc:docMk/>
          <pc:sldMk cId="880753762" sldId="310"/>
        </pc:sldMkLst>
        <pc:spChg chg="mod">
          <ac:chgData name="William Hui (IEG)" userId="S::kyhui@cuhk.edu.hk::07728535-8fdc-4325-b24f-20cc4d58a3a3" providerId="AD" clId="Web-{4CEC3A3A-B36B-C04F-A7C6-284254D8B84F}" dt="2019-08-23T10:34:49.038" v="955" actId="20577"/>
          <ac:spMkLst>
            <pc:docMk/>
            <pc:sldMk cId="880753762" sldId="310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CEC3A3A-B36B-C04F-A7C6-284254D8B84F}" dt="2019-08-23T11:56:47.794" v="1320" actId="20577"/>
        <pc:sldMkLst>
          <pc:docMk/>
          <pc:sldMk cId="951030993" sldId="317"/>
        </pc:sldMkLst>
        <pc:spChg chg="mod">
          <ac:chgData name="William Hui (IEG)" userId="S::kyhui@cuhk.edu.hk::07728535-8fdc-4325-b24f-20cc4d58a3a3" providerId="AD" clId="Web-{4CEC3A3A-B36B-C04F-A7C6-284254D8B84F}" dt="2019-08-23T11:56:47.794" v="1320" actId="20577"/>
          <ac:spMkLst>
            <pc:docMk/>
            <pc:sldMk cId="951030993" sldId="317"/>
            <ac:spMk id="23555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CEC3A3A-B36B-C04F-A7C6-284254D8B84F}" dt="2019-08-23T11:56:55.762" v="1321" actId="20577"/>
        <pc:sldMkLst>
          <pc:docMk/>
          <pc:sldMk cId="2235384287" sldId="318"/>
        </pc:sldMkLst>
        <pc:spChg chg="mod">
          <ac:chgData name="William Hui (IEG)" userId="S::kyhui@cuhk.edu.hk::07728535-8fdc-4325-b24f-20cc4d58a3a3" providerId="AD" clId="Web-{4CEC3A3A-B36B-C04F-A7C6-284254D8B84F}" dt="2019-08-23T11:56:55.762" v="1321" actId="20577"/>
          <ac:spMkLst>
            <pc:docMk/>
            <pc:sldMk cId="2235384287" sldId="318"/>
            <ac:spMk id="24579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CEC3A3A-B36B-C04F-A7C6-284254D8B84F}" dt="2019-08-23T12:04:00.484" v="1664" actId="20577"/>
        <pc:sldMkLst>
          <pc:docMk/>
          <pc:sldMk cId="2172418020" sldId="324"/>
        </pc:sldMkLst>
        <pc:spChg chg="mod">
          <ac:chgData name="William Hui (IEG)" userId="S::kyhui@cuhk.edu.hk::07728535-8fdc-4325-b24f-20cc4d58a3a3" providerId="AD" clId="Web-{4CEC3A3A-B36B-C04F-A7C6-284254D8B84F}" dt="2019-08-23T11:56:31.459" v="1310" actId="20577"/>
          <ac:spMkLst>
            <pc:docMk/>
            <pc:sldMk cId="2172418020" sldId="324"/>
            <ac:spMk id="5" creationId="{00000000-0000-0000-0000-000000000000}"/>
          </ac:spMkLst>
        </pc:spChg>
        <pc:spChg chg="mod">
          <ac:chgData name="William Hui (IEG)" userId="S::kyhui@cuhk.edu.hk::07728535-8fdc-4325-b24f-20cc4d58a3a3" providerId="AD" clId="Web-{4CEC3A3A-B36B-C04F-A7C6-284254D8B84F}" dt="2019-08-23T12:04:00.484" v="1664" actId="20577"/>
          <ac:spMkLst>
            <pc:docMk/>
            <pc:sldMk cId="2172418020" sldId="324"/>
            <ac:spMk id="3584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CEC3A3A-B36B-C04F-A7C6-284254D8B84F}" dt="2019-08-23T10:35:21.461" v="958" actId="20577"/>
        <pc:sldMkLst>
          <pc:docMk/>
          <pc:sldMk cId="124525374" sldId="329"/>
        </pc:sldMkLst>
        <pc:spChg chg="mod">
          <ac:chgData name="William Hui (IEG)" userId="S::kyhui@cuhk.edu.hk::07728535-8fdc-4325-b24f-20cc4d58a3a3" providerId="AD" clId="Web-{4CEC3A3A-B36B-C04F-A7C6-284254D8B84F}" dt="2019-08-23T10:35:21.461" v="958" actId="20577"/>
          <ac:spMkLst>
            <pc:docMk/>
            <pc:sldMk cId="124525374" sldId="329"/>
            <ac:spMk id="1741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CEC3A3A-B36B-C04F-A7C6-284254D8B84F}" dt="2019-08-23T11:56:38.997" v="1315" actId="20577"/>
        <pc:sldMkLst>
          <pc:docMk/>
          <pc:sldMk cId="3792797033" sldId="330"/>
        </pc:sldMkLst>
        <pc:spChg chg="mod">
          <ac:chgData name="William Hui (IEG)" userId="S::kyhui@cuhk.edu.hk::07728535-8fdc-4325-b24f-20cc4d58a3a3" providerId="AD" clId="Web-{4CEC3A3A-B36B-C04F-A7C6-284254D8B84F}" dt="2019-08-23T11:56:38.997" v="1315" actId="20577"/>
          <ac:spMkLst>
            <pc:docMk/>
            <pc:sldMk cId="3792797033" sldId="330"/>
            <ac:spMk id="5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CEC3A3A-B36B-C04F-A7C6-284254D8B84F}" dt="2019-08-23T10:34:26.881" v="947" actId="20577"/>
        <pc:sldMkLst>
          <pc:docMk/>
          <pc:sldMk cId="2470743563" sldId="331"/>
        </pc:sldMkLst>
        <pc:spChg chg="mod">
          <ac:chgData name="William Hui (IEG)" userId="S::kyhui@cuhk.edu.hk::07728535-8fdc-4325-b24f-20cc4d58a3a3" providerId="AD" clId="Web-{4CEC3A3A-B36B-C04F-A7C6-284254D8B84F}" dt="2019-08-23T10:34:26.881" v="947" actId="20577"/>
          <ac:spMkLst>
            <pc:docMk/>
            <pc:sldMk cId="2470743563" sldId="331"/>
            <ac:spMk id="8195" creationId="{00000000-0000-0000-0000-000000000000}"/>
          </ac:spMkLst>
        </pc:spChg>
      </pc:sldChg>
      <pc:sldChg chg="addSp delSp modSp new">
        <pc:chgData name="William Hui (IEG)" userId="S::kyhui@cuhk.edu.hk::07728535-8fdc-4325-b24f-20cc4d58a3a3" providerId="AD" clId="Web-{4CEC3A3A-B36B-C04F-A7C6-284254D8B84F}" dt="2019-08-23T11:54:45.943" v="1259" actId="20577"/>
        <pc:sldMkLst>
          <pc:docMk/>
          <pc:sldMk cId="1239773939" sldId="334"/>
        </pc:sldMkLst>
        <pc:spChg chg="mod">
          <ac:chgData name="William Hui (IEG)" userId="S::kyhui@cuhk.edu.hk::07728535-8fdc-4325-b24f-20cc4d58a3a3" providerId="AD" clId="Web-{4CEC3A3A-B36B-C04F-A7C6-284254D8B84F}" dt="2019-08-23T10:33:29.254" v="909" actId="20577"/>
          <ac:spMkLst>
            <pc:docMk/>
            <pc:sldMk cId="1239773939" sldId="334"/>
            <ac:spMk id="2" creationId="{68154632-73C7-4E61-BD5E-00ED4DF6E087}"/>
          </ac:spMkLst>
        </pc:spChg>
        <pc:spChg chg="mod">
          <ac:chgData name="William Hui (IEG)" userId="S::kyhui@cuhk.edu.hk::07728535-8fdc-4325-b24f-20cc4d58a3a3" providerId="AD" clId="Web-{4CEC3A3A-B36B-C04F-A7C6-284254D8B84F}" dt="2019-08-23T10:27:00.616" v="385" actId="20577"/>
          <ac:spMkLst>
            <pc:docMk/>
            <pc:sldMk cId="1239773939" sldId="334"/>
            <ac:spMk id="3" creationId="{36FAD0C3-4DB9-44C9-99CC-97D4BFA9B3C2}"/>
          </ac:spMkLst>
        </pc:spChg>
        <pc:spChg chg="add mod">
          <ac:chgData name="William Hui (IEG)" userId="S::kyhui@cuhk.edu.hk::07728535-8fdc-4325-b24f-20cc4d58a3a3" providerId="AD" clId="Web-{4CEC3A3A-B36B-C04F-A7C6-284254D8B84F}" dt="2019-08-23T11:45:04.937" v="1149" actId="1076"/>
          <ac:spMkLst>
            <pc:docMk/>
            <pc:sldMk cId="1239773939" sldId="334"/>
            <ac:spMk id="5" creationId="{7520CE01-46CB-40A8-86E4-A6DDDE9DA1F7}"/>
          </ac:spMkLst>
        </pc:spChg>
        <pc:spChg chg="add del">
          <ac:chgData name="William Hui (IEG)" userId="S::kyhui@cuhk.edu.hk::07728535-8fdc-4325-b24f-20cc4d58a3a3" providerId="AD" clId="Web-{4CEC3A3A-B36B-C04F-A7C6-284254D8B84F}" dt="2019-08-23T11:45:12.609" v="1151"/>
          <ac:spMkLst>
            <pc:docMk/>
            <pc:sldMk cId="1239773939" sldId="334"/>
            <ac:spMk id="6" creationId="{7520CE01-46CB-40A8-86E4-A6DDDE9DA1F7}"/>
          </ac:spMkLst>
        </pc:spChg>
        <pc:spChg chg="add mod">
          <ac:chgData name="William Hui (IEG)" userId="S::kyhui@cuhk.edu.hk::07728535-8fdc-4325-b24f-20cc4d58a3a3" providerId="AD" clId="Web-{4CEC3A3A-B36B-C04F-A7C6-284254D8B84F}" dt="2019-08-23T11:54:45.943" v="1259" actId="20577"/>
          <ac:spMkLst>
            <pc:docMk/>
            <pc:sldMk cId="1239773939" sldId="334"/>
            <ac:spMk id="7" creationId="{4E8F04ED-B5FE-4B87-8A59-F7F5B8DA7EEA}"/>
          </ac:spMkLst>
        </pc:spChg>
      </pc:sldChg>
      <pc:sldChg chg="modSp add ord replId">
        <pc:chgData name="William Hui (IEG)" userId="S::kyhui@cuhk.edu.hk::07728535-8fdc-4325-b24f-20cc4d58a3a3" providerId="AD" clId="Web-{4CEC3A3A-B36B-C04F-A7C6-284254D8B84F}" dt="2019-08-23T11:41:50.124" v="1117" actId="20577"/>
        <pc:sldMkLst>
          <pc:docMk/>
          <pc:sldMk cId="233057475" sldId="337"/>
        </pc:sldMkLst>
        <pc:spChg chg="mod">
          <ac:chgData name="William Hui (IEG)" userId="S::kyhui@cuhk.edu.hk::07728535-8fdc-4325-b24f-20cc4d58a3a3" providerId="AD" clId="Web-{4CEC3A3A-B36B-C04F-A7C6-284254D8B84F}" dt="2019-08-23T10:33:38.035" v="920" actId="20577"/>
          <ac:spMkLst>
            <pc:docMk/>
            <pc:sldMk cId="233057475" sldId="337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4CEC3A3A-B36B-C04F-A7C6-284254D8B84F}" dt="2019-08-23T11:41:50.124" v="1117" actId="20577"/>
          <ac:spMkLst>
            <pc:docMk/>
            <pc:sldMk cId="233057475" sldId="337"/>
            <ac:spMk id="3" creationId="{00000000-0000-0000-0000-000000000000}"/>
          </ac:spMkLst>
        </pc:spChg>
      </pc:sldChg>
      <pc:sldChg chg="modSp add replId">
        <pc:chgData name="William Hui (IEG)" userId="S::kyhui@cuhk.edu.hk::07728535-8fdc-4325-b24f-20cc4d58a3a3" providerId="AD" clId="Web-{4CEC3A3A-B36B-C04F-A7C6-284254D8B84F}" dt="2019-08-23T11:55:48.459" v="1305" actId="20577"/>
        <pc:sldMkLst>
          <pc:docMk/>
          <pc:sldMk cId="3904831089" sldId="339"/>
        </pc:sldMkLst>
        <pc:spChg chg="mod">
          <ac:chgData name="William Hui (IEG)" userId="S::kyhui@cuhk.edu.hk::07728535-8fdc-4325-b24f-20cc4d58a3a3" providerId="AD" clId="Web-{4CEC3A3A-B36B-C04F-A7C6-284254D8B84F}" dt="2019-08-23T11:55:48.459" v="1305" actId="20577"/>
          <ac:spMkLst>
            <pc:docMk/>
            <pc:sldMk cId="3904831089" sldId="339"/>
            <ac:spMk id="3" creationId="{36FAD0C3-4DB9-44C9-99CC-97D4BFA9B3C2}"/>
          </ac:spMkLst>
        </pc:spChg>
      </pc:sldChg>
      <pc:sldChg chg="modSp add ord replId">
        <pc:chgData name="William Hui (IEG)" userId="S::kyhui@cuhk.edu.hk::07728535-8fdc-4325-b24f-20cc4d58a3a3" providerId="AD" clId="Web-{4CEC3A3A-B36B-C04F-A7C6-284254D8B84F}" dt="2019-08-23T12:05:42.953" v="1668" actId="20577"/>
        <pc:sldMkLst>
          <pc:docMk/>
          <pc:sldMk cId="4065580447" sldId="340"/>
        </pc:sldMkLst>
        <pc:spChg chg="mod">
          <ac:chgData name="William Hui (IEG)" userId="S::kyhui@cuhk.edu.hk::07728535-8fdc-4325-b24f-20cc4d58a3a3" providerId="AD" clId="Web-{4CEC3A3A-B36B-C04F-A7C6-284254D8B84F}" dt="2019-08-23T11:58:53.889" v="1358" actId="20577"/>
          <ac:spMkLst>
            <pc:docMk/>
            <pc:sldMk cId="4065580447" sldId="340"/>
            <ac:spMk id="2" creationId="{68154632-73C7-4E61-BD5E-00ED4DF6E087}"/>
          </ac:spMkLst>
        </pc:spChg>
        <pc:spChg chg="mod">
          <ac:chgData name="William Hui (IEG)" userId="S::kyhui@cuhk.edu.hk::07728535-8fdc-4325-b24f-20cc4d58a3a3" providerId="AD" clId="Web-{4CEC3A3A-B36B-C04F-A7C6-284254D8B84F}" dt="2019-08-23T12:05:42.953" v="1668" actId="20577"/>
          <ac:spMkLst>
            <pc:docMk/>
            <pc:sldMk cId="4065580447" sldId="340"/>
            <ac:spMk id="3" creationId="{36FAD0C3-4DB9-44C9-99CC-97D4BFA9B3C2}"/>
          </ac:spMkLst>
        </pc:spChg>
      </pc:sldChg>
      <pc:sldChg chg="addSp modSp add replId">
        <pc:chgData name="William Hui (IEG)" userId="S::kyhui@cuhk.edu.hk::07728535-8fdc-4325-b24f-20cc4d58a3a3" providerId="AD" clId="Web-{4CEC3A3A-B36B-C04F-A7C6-284254D8B84F}" dt="2019-08-23T12:07:23.391" v="1704" actId="14100"/>
        <pc:sldMkLst>
          <pc:docMk/>
          <pc:sldMk cId="1028041660" sldId="341"/>
        </pc:sldMkLst>
        <pc:spChg chg="mod">
          <ac:chgData name="William Hui (IEG)" userId="S::kyhui@cuhk.edu.hk::07728535-8fdc-4325-b24f-20cc4d58a3a3" providerId="AD" clId="Web-{4CEC3A3A-B36B-C04F-A7C6-284254D8B84F}" dt="2019-08-23T12:05:52" v="1673" actId="20577"/>
          <ac:spMkLst>
            <pc:docMk/>
            <pc:sldMk cId="1028041660" sldId="341"/>
            <ac:spMk id="3" creationId="{36FAD0C3-4DB9-44C9-99CC-97D4BFA9B3C2}"/>
          </ac:spMkLst>
        </pc:spChg>
        <pc:spChg chg="add mod">
          <ac:chgData name="William Hui (IEG)" userId="S::kyhui@cuhk.edu.hk::07728535-8fdc-4325-b24f-20cc4d58a3a3" providerId="AD" clId="Web-{4CEC3A3A-B36B-C04F-A7C6-284254D8B84F}" dt="2019-08-23T11:59:42.202" v="1415" actId="14100"/>
          <ac:spMkLst>
            <pc:docMk/>
            <pc:sldMk cId="1028041660" sldId="341"/>
            <ac:spMk id="6" creationId="{BA9EC3AC-6EB4-494F-8040-3B6D5D69E2C7}"/>
          </ac:spMkLst>
        </pc:spChg>
        <pc:spChg chg="add mod">
          <ac:chgData name="William Hui (IEG)" userId="S::kyhui@cuhk.edu.hk::07728535-8fdc-4325-b24f-20cc4d58a3a3" providerId="AD" clId="Web-{4CEC3A3A-B36B-C04F-A7C6-284254D8B84F}" dt="2019-08-23T11:59:54.467" v="1417" actId="1076"/>
          <ac:spMkLst>
            <pc:docMk/>
            <pc:sldMk cId="1028041660" sldId="341"/>
            <ac:spMk id="8" creationId="{444C8DBC-AEA9-4902-969D-CDC6C9AB5385}"/>
          </ac:spMkLst>
        </pc:spChg>
        <pc:spChg chg="add mod">
          <ac:chgData name="William Hui (IEG)" userId="S::kyhui@cuhk.edu.hk::07728535-8fdc-4325-b24f-20cc4d58a3a3" providerId="AD" clId="Web-{4CEC3A3A-B36B-C04F-A7C6-284254D8B84F}" dt="2019-08-23T12:00:45.093" v="1421" actId="1076"/>
          <ac:spMkLst>
            <pc:docMk/>
            <pc:sldMk cId="1028041660" sldId="341"/>
            <ac:spMk id="9" creationId="{AF503FDD-F0F6-4EC5-B265-FE1F27DF9B6F}"/>
          </ac:spMkLst>
        </pc:spChg>
        <pc:spChg chg="add mod">
          <ac:chgData name="William Hui (IEG)" userId="S::kyhui@cuhk.edu.hk::07728535-8fdc-4325-b24f-20cc4d58a3a3" providerId="AD" clId="Web-{4CEC3A3A-B36B-C04F-A7C6-284254D8B84F}" dt="2019-08-23T12:02:26.984" v="1506" actId="20577"/>
          <ac:spMkLst>
            <pc:docMk/>
            <pc:sldMk cId="1028041660" sldId="341"/>
            <ac:spMk id="10" creationId="{285AE504-83FC-415C-8F82-E69C065DFE78}"/>
          </ac:spMkLst>
        </pc:spChg>
        <pc:spChg chg="add mod">
          <ac:chgData name="William Hui (IEG)" userId="S::kyhui@cuhk.edu.hk::07728535-8fdc-4325-b24f-20cc4d58a3a3" providerId="AD" clId="Web-{4CEC3A3A-B36B-C04F-A7C6-284254D8B84F}" dt="2019-08-23T12:02:52.374" v="1563" actId="1076"/>
          <ac:spMkLst>
            <pc:docMk/>
            <pc:sldMk cId="1028041660" sldId="341"/>
            <ac:spMk id="11" creationId="{A9E2E398-E59B-457E-ADD2-C8E6FAA299D0}"/>
          </ac:spMkLst>
        </pc:spChg>
        <pc:spChg chg="add mod">
          <ac:chgData name="William Hui (IEG)" userId="S::kyhui@cuhk.edu.hk::07728535-8fdc-4325-b24f-20cc4d58a3a3" providerId="AD" clId="Web-{4CEC3A3A-B36B-C04F-A7C6-284254D8B84F}" dt="2019-08-23T12:07:23.391" v="1704" actId="14100"/>
          <ac:spMkLst>
            <pc:docMk/>
            <pc:sldMk cId="1028041660" sldId="341"/>
            <ac:spMk id="12" creationId="{F29CEF6D-5417-4A53-A10F-9746ABC8DC3B}"/>
          </ac:spMkLst>
        </pc:spChg>
      </pc:sldChg>
      <pc:sldChg chg="addSp delSp modSp new addAnim">
        <pc:chgData name="William Hui (IEG)" userId="S::kyhui@cuhk.edu.hk::07728535-8fdc-4325-b24f-20cc4d58a3a3" providerId="AD" clId="Web-{4CEC3A3A-B36B-C04F-A7C6-284254D8B84F}" dt="2019-08-23T12:11:38.407" v="1766" actId="1076"/>
        <pc:sldMkLst>
          <pc:docMk/>
          <pc:sldMk cId="1610639556" sldId="342"/>
        </pc:sldMkLst>
        <pc:spChg chg="mod">
          <ac:chgData name="William Hui (IEG)" userId="S::kyhui@cuhk.edu.hk::07728535-8fdc-4325-b24f-20cc4d58a3a3" providerId="AD" clId="Web-{4CEC3A3A-B36B-C04F-A7C6-284254D8B84F}" dt="2019-08-23T12:10:19.251" v="1729" actId="20577"/>
          <ac:spMkLst>
            <pc:docMk/>
            <pc:sldMk cId="1610639556" sldId="342"/>
            <ac:spMk id="2" creationId="{B33F9F43-7EE6-4991-80FD-EA238433DC23}"/>
          </ac:spMkLst>
        </pc:spChg>
        <pc:spChg chg="mod">
          <ac:chgData name="William Hui (IEG)" userId="S::kyhui@cuhk.edu.hk::07728535-8fdc-4325-b24f-20cc4d58a3a3" providerId="AD" clId="Web-{4CEC3A3A-B36B-C04F-A7C6-284254D8B84F}" dt="2019-08-23T12:10:30.454" v="1747" actId="20577"/>
          <ac:spMkLst>
            <pc:docMk/>
            <pc:sldMk cId="1610639556" sldId="342"/>
            <ac:spMk id="3" creationId="{06F9DDE2-2D1E-49AD-9DEA-F6F8135580D2}"/>
          </ac:spMkLst>
        </pc:spChg>
        <pc:spChg chg="add mod">
          <ac:chgData name="William Hui (IEG)" userId="S::kyhui@cuhk.edu.hk::07728535-8fdc-4325-b24f-20cc4d58a3a3" providerId="AD" clId="Web-{4CEC3A3A-B36B-C04F-A7C6-284254D8B84F}" dt="2019-08-23T12:11:29.641" v="1763" actId="1076"/>
          <ac:spMkLst>
            <pc:docMk/>
            <pc:sldMk cId="1610639556" sldId="342"/>
            <ac:spMk id="6" creationId="{0B7BB0A4-073F-432C-A196-97E4FB315E65}"/>
          </ac:spMkLst>
        </pc:spChg>
        <pc:spChg chg="add mod">
          <ac:chgData name="William Hui (IEG)" userId="S::kyhui@cuhk.edu.hk::07728535-8fdc-4325-b24f-20cc4d58a3a3" providerId="AD" clId="Web-{4CEC3A3A-B36B-C04F-A7C6-284254D8B84F}" dt="2019-08-23T12:10:47.204" v="1755" actId="1076"/>
          <ac:spMkLst>
            <pc:docMk/>
            <pc:sldMk cId="1610639556" sldId="342"/>
            <ac:spMk id="8" creationId="{A20DD4D5-25EE-4D20-9A7E-F9806D06570B}"/>
          </ac:spMkLst>
        </pc:spChg>
        <pc:spChg chg="add mod">
          <ac:chgData name="William Hui (IEG)" userId="S::kyhui@cuhk.edu.hk::07728535-8fdc-4325-b24f-20cc4d58a3a3" providerId="AD" clId="Web-{4CEC3A3A-B36B-C04F-A7C6-284254D8B84F}" dt="2019-08-23T12:11:20.579" v="1760" actId="1076"/>
          <ac:spMkLst>
            <pc:docMk/>
            <pc:sldMk cId="1610639556" sldId="342"/>
            <ac:spMk id="10" creationId="{DB45014D-0F66-4D58-AAB6-8458B8DA8872}"/>
          </ac:spMkLst>
        </pc:spChg>
        <pc:spChg chg="add del">
          <ac:chgData name="William Hui (IEG)" userId="S::kyhui@cuhk.edu.hk::07728535-8fdc-4325-b24f-20cc4d58a3a3" providerId="AD" clId="Web-{4CEC3A3A-B36B-C04F-A7C6-284254D8B84F}" dt="2019-08-23T12:11:31.360" v="1764"/>
          <ac:spMkLst>
            <pc:docMk/>
            <pc:sldMk cId="1610639556" sldId="342"/>
            <ac:spMk id="12" creationId="{65F3E535-1ECB-4ED8-A2A6-98D43FAC66C0}"/>
          </ac:spMkLst>
        </pc:spChg>
        <pc:spChg chg="add mod">
          <ac:chgData name="William Hui (IEG)" userId="S::kyhui@cuhk.edu.hk::07728535-8fdc-4325-b24f-20cc4d58a3a3" providerId="AD" clId="Web-{4CEC3A3A-B36B-C04F-A7C6-284254D8B84F}" dt="2019-08-23T12:11:38.407" v="1766" actId="1076"/>
          <ac:spMkLst>
            <pc:docMk/>
            <pc:sldMk cId="1610639556" sldId="342"/>
            <ac:spMk id="14" creationId="{3D65495B-1BC3-488A-AF7D-8B9E07679C40}"/>
          </ac:spMkLst>
        </pc:spChg>
      </pc:sldChg>
      <pc:sldChg chg="modSp new">
        <pc:chgData name="William Hui (IEG)" userId="S::kyhui@cuhk.edu.hk::07728535-8fdc-4325-b24f-20cc4d58a3a3" providerId="AD" clId="Web-{4CEC3A3A-B36B-C04F-A7C6-284254D8B84F}" dt="2019-08-23T13:15:13.964" v="2205" actId="20577"/>
        <pc:sldMkLst>
          <pc:docMk/>
          <pc:sldMk cId="3077261992" sldId="343"/>
        </pc:sldMkLst>
        <pc:spChg chg="mod">
          <ac:chgData name="William Hui (IEG)" userId="S::kyhui@cuhk.edu.hk::07728535-8fdc-4325-b24f-20cc4d58a3a3" providerId="AD" clId="Web-{4CEC3A3A-B36B-C04F-A7C6-284254D8B84F}" dt="2019-08-23T12:31:22.645" v="2105" actId="20577"/>
          <ac:spMkLst>
            <pc:docMk/>
            <pc:sldMk cId="3077261992" sldId="343"/>
            <ac:spMk id="2" creationId="{4760C6A9-E834-45C6-B071-0D9F94DF81C6}"/>
          </ac:spMkLst>
        </pc:spChg>
        <pc:spChg chg="mod">
          <ac:chgData name="William Hui (IEG)" userId="S::kyhui@cuhk.edu.hk::07728535-8fdc-4325-b24f-20cc4d58a3a3" providerId="AD" clId="Web-{4CEC3A3A-B36B-C04F-A7C6-284254D8B84F}" dt="2019-08-23T13:15:13.964" v="2205" actId="20577"/>
          <ac:spMkLst>
            <pc:docMk/>
            <pc:sldMk cId="3077261992" sldId="343"/>
            <ac:spMk id="3" creationId="{1CD47E23-4E95-4C41-BBF5-29A69CC5709F}"/>
          </ac:spMkLst>
        </pc:spChg>
      </pc:sldChg>
      <pc:sldChg chg="addSp delSp modSp add">
        <pc:chgData name="William Hui (IEG)" userId="S::kyhui@cuhk.edu.hk::07728535-8fdc-4325-b24f-20cc4d58a3a3" providerId="AD" clId="Web-{4CEC3A3A-B36B-C04F-A7C6-284254D8B84F}" dt="2019-08-23T12:31:26.379" v="2108" actId="20577"/>
        <pc:sldMkLst>
          <pc:docMk/>
          <pc:sldMk cId="2129714325" sldId="344"/>
        </pc:sldMkLst>
        <pc:spChg chg="add mod">
          <ac:chgData name="William Hui (IEG)" userId="S::kyhui@cuhk.edu.hk::07728535-8fdc-4325-b24f-20cc4d58a3a3" providerId="AD" clId="Web-{4CEC3A3A-B36B-C04F-A7C6-284254D8B84F}" dt="2019-08-23T12:31:26.379" v="2108" actId="20577"/>
          <ac:spMkLst>
            <pc:docMk/>
            <pc:sldMk cId="2129714325" sldId="344"/>
            <ac:spMk id="2" creationId="{5966E5FE-E9F6-416C-B884-0F25619734B3}"/>
          </ac:spMkLst>
        </pc:spChg>
        <pc:spChg chg="mod">
          <ac:chgData name="William Hui (IEG)" userId="S::kyhui@cuhk.edu.hk::07728535-8fdc-4325-b24f-20cc4d58a3a3" providerId="AD" clId="Web-{4CEC3A3A-B36B-C04F-A7C6-284254D8B84F}" dt="2019-08-23T12:30:40.176" v="2087" actId="1076"/>
          <ac:spMkLst>
            <pc:docMk/>
            <pc:sldMk cId="2129714325" sldId="344"/>
            <ac:spMk id="9" creationId="{00000000-0000-0000-0000-000000000000}"/>
          </ac:spMkLst>
        </pc:spChg>
        <pc:spChg chg="mod">
          <ac:chgData name="William Hui (IEG)" userId="S::kyhui@cuhk.edu.hk::07728535-8fdc-4325-b24f-20cc4d58a3a3" providerId="AD" clId="Web-{4CEC3A3A-B36B-C04F-A7C6-284254D8B84F}" dt="2019-08-23T12:30:40.129" v="2086" actId="1076"/>
          <ac:spMkLst>
            <pc:docMk/>
            <pc:sldMk cId="2129714325" sldId="344"/>
            <ac:spMk id="34819" creationId="{00000000-0000-0000-0000-000000000000}"/>
          </ac:spMkLst>
        </pc:spChg>
        <pc:spChg chg="del">
          <ac:chgData name="William Hui (IEG)" userId="S::kyhui@cuhk.edu.hk::07728535-8fdc-4325-b24f-20cc4d58a3a3" providerId="AD" clId="Web-{4CEC3A3A-B36B-C04F-A7C6-284254D8B84F}" dt="2019-08-23T12:30:16.332" v="2082"/>
          <ac:spMkLst>
            <pc:docMk/>
            <pc:sldMk cId="2129714325" sldId="344"/>
            <ac:spMk id="34820" creationId="{00000000-0000-0000-0000-000000000000}"/>
          </ac:spMkLst>
        </pc:spChg>
        <pc:spChg chg="mod">
          <ac:chgData name="William Hui (IEG)" userId="S::kyhui@cuhk.edu.hk::07728535-8fdc-4325-b24f-20cc4d58a3a3" providerId="AD" clId="Web-{4CEC3A3A-B36B-C04F-A7C6-284254D8B84F}" dt="2019-08-23T12:30:48.145" v="2090" actId="1076"/>
          <ac:spMkLst>
            <pc:docMk/>
            <pc:sldMk cId="2129714325" sldId="344"/>
            <ac:spMk id="34821" creationId="{00000000-0000-0000-0000-000000000000}"/>
          </ac:spMkLst>
        </pc:spChg>
        <pc:spChg chg="mod">
          <ac:chgData name="William Hui (IEG)" userId="S::kyhui@cuhk.edu.hk::07728535-8fdc-4325-b24f-20cc4d58a3a3" providerId="AD" clId="Web-{4CEC3A3A-B36B-C04F-A7C6-284254D8B84F}" dt="2019-08-23T12:30:40.239" v="2089" actId="1076"/>
          <ac:spMkLst>
            <pc:docMk/>
            <pc:sldMk cId="2129714325" sldId="344"/>
            <ac:spMk id="34823" creationId="{00000000-0000-0000-0000-000000000000}"/>
          </ac:spMkLst>
        </pc:spChg>
        <pc:spChg chg="mod">
          <ac:chgData name="William Hui (IEG)" userId="S::kyhui@cuhk.edu.hk::07728535-8fdc-4325-b24f-20cc4d58a3a3" providerId="AD" clId="Web-{4CEC3A3A-B36B-C04F-A7C6-284254D8B84F}" dt="2019-08-23T12:30:40.207" v="2088" actId="1076"/>
          <ac:spMkLst>
            <pc:docMk/>
            <pc:sldMk cId="2129714325" sldId="344"/>
            <ac:spMk id="34825" creationId="{00000000-0000-0000-0000-000000000000}"/>
          </ac:spMkLst>
        </pc:spChg>
      </pc:sldChg>
    </pc:docChg>
  </pc:docChgLst>
  <pc:docChgLst>
    <pc:chgData name="Chuck Jee Chau, Dr. (CSD)" userId="7aa7a09e-983f-4214-9e5a-071cbb678e81" providerId="ADAL" clId="{B25C91A6-162F-5C4B-8F0B-50645C496863}"/>
    <pc:docChg chg="undo custSel addSld modSld sldOrd">
      <pc:chgData name="Chuck Jee Chau, Dr. (CSD)" userId="7aa7a09e-983f-4214-9e5a-071cbb678e81" providerId="ADAL" clId="{B25C91A6-162F-5C4B-8F0B-50645C496863}" dt="2019-08-27T06:37:43.831" v="395" actId="404"/>
      <pc:docMkLst>
        <pc:docMk/>
      </pc:docMkLst>
      <pc:sldChg chg="modSp add addCm modCm">
        <pc:chgData name="Chuck Jee Chau, Dr. (CSD)" userId="7aa7a09e-983f-4214-9e5a-071cbb678e81" providerId="ADAL" clId="{B25C91A6-162F-5C4B-8F0B-50645C496863}" dt="2019-08-26T10:39:40.870" v="117"/>
        <pc:sldMkLst>
          <pc:docMk/>
          <pc:sldMk cId="1865750968" sldId="257"/>
        </pc:sldMkLst>
        <pc:spChg chg="mod">
          <ac:chgData name="Chuck Jee Chau, Dr. (CSD)" userId="7aa7a09e-983f-4214-9e5a-071cbb678e81" providerId="ADAL" clId="{B25C91A6-162F-5C4B-8F0B-50645C496863}" dt="2019-08-26T10:39:25.882" v="115" actId="20577"/>
          <ac:spMkLst>
            <pc:docMk/>
            <pc:sldMk cId="1865750968" sldId="257"/>
            <ac:spMk id="3" creationId="{00000000-0000-0000-0000-000000000000}"/>
          </ac:spMkLst>
        </pc:spChg>
      </pc:sldChg>
      <pc:sldChg chg="modSp">
        <pc:chgData name="Chuck Jee Chau, Dr. (CSD)" userId="7aa7a09e-983f-4214-9e5a-071cbb678e81" providerId="ADAL" clId="{B25C91A6-162F-5C4B-8F0B-50645C496863}" dt="2019-08-27T06:37:43.831" v="395" actId="404"/>
        <pc:sldMkLst>
          <pc:docMk/>
          <pc:sldMk cId="0" sldId="291"/>
        </pc:sldMkLst>
        <pc:spChg chg="mod">
          <ac:chgData name="Chuck Jee Chau, Dr. (CSD)" userId="7aa7a09e-983f-4214-9e5a-071cbb678e81" providerId="ADAL" clId="{B25C91A6-162F-5C4B-8F0B-50645C496863}" dt="2019-08-27T06:37:43.831" v="395" actId="404"/>
          <ac:spMkLst>
            <pc:docMk/>
            <pc:sldMk cId="0" sldId="291"/>
            <ac:spMk id="2" creationId="{00000000-0000-0000-0000-000000000000}"/>
          </ac:spMkLst>
        </pc:spChg>
        <pc:spChg chg="mod">
          <ac:chgData name="Chuck Jee Chau, Dr. (CSD)" userId="7aa7a09e-983f-4214-9e5a-071cbb678e81" providerId="ADAL" clId="{B25C91A6-162F-5C4B-8F0B-50645C496863}" dt="2019-08-27T06:36:13.520" v="388" actId="20577"/>
          <ac:spMkLst>
            <pc:docMk/>
            <pc:sldMk cId="0" sldId="291"/>
            <ac:spMk id="3" creationId="{00000000-0000-0000-0000-000000000000}"/>
          </ac:spMkLst>
        </pc:spChg>
      </pc:sldChg>
      <pc:sldChg chg="modSp addCm modCm">
        <pc:chgData name="Chuck Jee Chau, Dr. (CSD)" userId="7aa7a09e-983f-4214-9e5a-071cbb678e81" providerId="ADAL" clId="{B25C91A6-162F-5C4B-8F0B-50645C496863}" dt="2019-08-27T06:22:35.077" v="205" actId="404"/>
        <pc:sldMkLst>
          <pc:docMk/>
          <pc:sldMk cId="1813253057" sldId="298"/>
        </pc:sldMkLst>
        <pc:spChg chg="mod">
          <ac:chgData name="Chuck Jee Chau, Dr. (CSD)" userId="7aa7a09e-983f-4214-9e5a-071cbb678e81" providerId="ADAL" clId="{B25C91A6-162F-5C4B-8F0B-50645C496863}" dt="2019-08-27T06:22:35.077" v="205" actId="404"/>
          <ac:spMkLst>
            <pc:docMk/>
            <pc:sldMk cId="1813253057" sldId="298"/>
            <ac:spMk id="2" creationId="{00000000-0000-0000-0000-000000000000}"/>
          </ac:spMkLst>
        </pc:spChg>
        <pc:spChg chg="mod">
          <ac:chgData name="Chuck Jee Chau, Dr. (CSD)" userId="7aa7a09e-983f-4214-9e5a-071cbb678e81" providerId="ADAL" clId="{B25C91A6-162F-5C4B-8F0B-50645C496863}" dt="2019-08-27T06:15:13.480" v="190" actId="20577"/>
          <ac:spMkLst>
            <pc:docMk/>
            <pc:sldMk cId="1813253057" sldId="298"/>
            <ac:spMk id="3" creationId="{00000000-0000-0000-0000-000000000000}"/>
          </ac:spMkLst>
        </pc:spChg>
      </pc:sldChg>
      <pc:sldChg chg="modSp">
        <pc:chgData name="Chuck Jee Chau, Dr. (CSD)" userId="7aa7a09e-983f-4214-9e5a-071cbb678e81" providerId="ADAL" clId="{B25C91A6-162F-5C4B-8F0B-50645C496863}" dt="2019-08-27T06:22:30.644" v="203" actId="404"/>
        <pc:sldMkLst>
          <pc:docMk/>
          <pc:sldMk cId="2919047067" sldId="299"/>
        </pc:sldMkLst>
        <pc:spChg chg="mod">
          <ac:chgData name="Chuck Jee Chau, Dr. (CSD)" userId="7aa7a09e-983f-4214-9e5a-071cbb678e81" providerId="ADAL" clId="{B25C91A6-162F-5C4B-8F0B-50645C496863}" dt="2019-08-27T06:22:30.644" v="203" actId="404"/>
          <ac:spMkLst>
            <pc:docMk/>
            <pc:sldMk cId="2919047067" sldId="299"/>
            <ac:spMk id="2" creationId="{00000000-0000-0000-0000-000000000000}"/>
          </ac:spMkLst>
        </pc:spChg>
      </pc:sldChg>
      <pc:sldChg chg="modSp addCm modCm">
        <pc:chgData name="Chuck Jee Chau, Dr. (CSD)" userId="7aa7a09e-983f-4214-9e5a-071cbb678e81" providerId="ADAL" clId="{B25C91A6-162F-5C4B-8F0B-50645C496863}" dt="2019-08-27T06:22:41.679" v="206" actId="20577"/>
        <pc:sldMkLst>
          <pc:docMk/>
          <pc:sldMk cId="2001830082" sldId="301"/>
        </pc:sldMkLst>
        <pc:spChg chg="mod">
          <ac:chgData name="Chuck Jee Chau, Dr. (CSD)" userId="7aa7a09e-983f-4214-9e5a-071cbb678e81" providerId="ADAL" clId="{B25C91A6-162F-5C4B-8F0B-50645C496863}" dt="2019-08-27T06:22:41.679" v="206" actId="20577"/>
          <ac:spMkLst>
            <pc:docMk/>
            <pc:sldMk cId="2001830082" sldId="301"/>
            <ac:spMk id="8195" creationId="{00000000-0000-0000-0000-000000000000}"/>
          </ac:spMkLst>
        </pc:spChg>
        <pc:spChg chg="mod">
          <ac:chgData name="Chuck Jee Chau, Dr. (CSD)" userId="7aa7a09e-983f-4214-9e5a-071cbb678e81" providerId="ADAL" clId="{B25C91A6-162F-5C4B-8F0B-50645C496863}" dt="2019-08-27T06:16:25.762" v="199" actId="20577"/>
          <ac:spMkLst>
            <pc:docMk/>
            <pc:sldMk cId="2001830082" sldId="301"/>
            <ac:spMk id="464899" creationId="{00000000-0000-0000-0000-000000000000}"/>
          </ac:spMkLst>
        </pc:spChg>
      </pc:sldChg>
      <pc:sldChg chg="modSp addCm modCm">
        <pc:chgData name="Chuck Jee Chau, Dr. (CSD)" userId="7aa7a09e-983f-4214-9e5a-071cbb678e81" providerId="ADAL" clId="{B25C91A6-162F-5C4B-8F0B-50645C496863}" dt="2019-08-27T06:22:48.497" v="208" actId="20577"/>
        <pc:sldMkLst>
          <pc:docMk/>
          <pc:sldMk cId="903365495" sldId="306"/>
        </pc:sldMkLst>
        <pc:spChg chg="mod">
          <ac:chgData name="Chuck Jee Chau, Dr. (CSD)" userId="7aa7a09e-983f-4214-9e5a-071cbb678e81" providerId="ADAL" clId="{B25C91A6-162F-5C4B-8F0B-50645C496863}" dt="2019-08-27T06:22:48.497" v="208" actId="20577"/>
          <ac:spMkLst>
            <pc:docMk/>
            <pc:sldMk cId="903365495" sldId="306"/>
            <ac:spMk id="13315" creationId="{00000000-0000-0000-0000-000000000000}"/>
          </ac:spMkLst>
        </pc:spChg>
        <pc:graphicFrameChg chg="mod modGraphic">
          <ac:chgData name="Chuck Jee Chau, Dr. (CSD)" userId="7aa7a09e-983f-4214-9e5a-071cbb678e81" providerId="ADAL" clId="{B25C91A6-162F-5C4B-8F0B-50645C496863}" dt="2019-08-26T11:09:50.900" v="186" actId="20577"/>
          <ac:graphicFrameMkLst>
            <pc:docMk/>
            <pc:sldMk cId="903365495" sldId="306"/>
            <ac:graphicFrameMk id="519215" creationId="{00000000-0000-0000-0000-000000000000}"/>
          </ac:graphicFrameMkLst>
        </pc:graphicFrameChg>
      </pc:sldChg>
      <pc:sldChg chg="modSp addCm modCm">
        <pc:chgData name="Chuck Jee Chau, Dr. (CSD)" userId="7aa7a09e-983f-4214-9e5a-071cbb678e81" providerId="ADAL" clId="{B25C91A6-162F-5C4B-8F0B-50645C496863}" dt="2019-08-27T06:25:25.337" v="240" actId="20577"/>
        <pc:sldMkLst>
          <pc:docMk/>
          <pc:sldMk cId="1675233449" sldId="307"/>
        </pc:sldMkLst>
        <pc:spChg chg="mod">
          <ac:chgData name="Chuck Jee Chau, Dr. (CSD)" userId="7aa7a09e-983f-4214-9e5a-071cbb678e81" providerId="ADAL" clId="{B25C91A6-162F-5C4B-8F0B-50645C496863}" dt="2019-08-27T06:25:25.337" v="240" actId="20577"/>
          <ac:spMkLst>
            <pc:docMk/>
            <pc:sldMk cId="1675233449" sldId="307"/>
            <ac:spMk id="3" creationId="{00000000-0000-0000-0000-000000000000}"/>
          </ac:spMkLst>
        </pc:spChg>
      </pc:sldChg>
      <pc:sldChg chg="modSp modAnim addCm modCm">
        <pc:chgData name="Chuck Jee Chau, Dr. (CSD)" userId="7aa7a09e-983f-4214-9e5a-071cbb678e81" providerId="ADAL" clId="{B25C91A6-162F-5C4B-8F0B-50645C496863}" dt="2019-08-27T06:27:14.335" v="307"/>
        <pc:sldMkLst>
          <pc:docMk/>
          <pc:sldMk cId="2311490943" sldId="309"/>
        </pc:sldMkLst>
        <pc:spChg chg="mod">
          <ac:chgData name="Chuck Jee Chau, Dr. (CSD)" userId="7aa7a09e-983f-4214-9e5a-071cbb678e81" providerId="ADAL" clId="{B25C91A6-162F-5C4B-8F0B-50645C496863}" dt="2019-08-27T06:22:56.385" v="209" actId="404"/>
          <ac:spMkLst>
            <pc:docMk/>
            <pc:sldMk cId="2311490943" sldId="309"/>
            <ac:spMk id="12291" creationId="{00000000-0000-0000-0000-000000000000}"/>
          </ac:spMkLst>
        </pc:spChg>
        <pc:spChg chg="mod">
          <ac:chgData name="Chuck Jee Chau, Dr. (CSD)" userId="7aa7a09e-983f-4214-9e5a-071cbb678e81" providerId="ADAL" clId="{B25C91A6-162F-5C4B-8F0B-50645C496863}" dt="2019-08-27T06:27:02.764" v="305" actId="20577"/>
          <ac:spMkLst>
            <pc:docMk/>
            <pc:sldMk cId="2311490943" sldId="309"/>
            <ac:spMk id="509955" creationId="{00000000-0000-0000-0000-000000000000}"/>
          </ac:spMkLst>
        </pc:spChg>
      </pc:sldChg>
      <pc:sldChg chg="modSp">
        <pc:chgData name="Chuck Jee Chau, Dr. (CSD)" userId="7aa7a09e-983f-4214-9e5a-071cbb678e81" providerId="ADAL" clId="{B25C91A6-162F-5C4B-8F0B-50645C496863}" dt="2019-08-27T06:30:43.193" v="371" actId="20577"/>
        <pc:sldMkLst>
          <pc:docMk/>
          <pc:sldMk cId="880753762" sldId="310"/>
        </pc:sldMkLst>
        <pc:spChg chg="mod">
          <ac:chgData name="Chuck Jee Chau, Dr. (CSD)" userId="7aa7a09e-983f-4214-9e5a-071cbb678e81" providerId="ADAL" clId="{B25C91A6-162F-5C4B-8F0B-50645C496863}" dt="2019-08-27T06:23:00.491" v="210" actId="404"/>
          <ac:spMkLst>
            <pc:docMk/>
            <pc:sldMk cId="880753762" sldId="310"/>
            <ac:spMk id="2" creationId="{00000000-0000-0000-0000-000000000000}"/>
          </ac:spMkLst>
        </pc:spChg>
        <pc:spChg chg="mod">
          <ac:chgData name="Chuck Jee Chau, Dr. (CSD)" userId="7aa7a09e-983f-4214-9e5a-071cbb678e81" providerId="ADAL" clId="{B25C91A6-162F-5C4B-8F0B-50645C496863}" dt="2019-08-27T06:30:43.193" v="371" actId="20577"/>
          <ac:spMkLst>
            <pc:docMk/>
            <pc:sldMk cId="880753762" sldId="310"/>
            <ac:spMk id="3" creationId="{00000000-0000-0000-0000-000000000000}"/>
          </ac:spMkLst>
        </pc:spChg>
      </pc:sldChg>
      <pc:sldChg chg="modSp">
        <pc:chgData name="Chuck Jee Chau, Dr. (CSD)" userId="7aa7a09e-983f-4214-9e5a-071cbb678e81" providerId="ADAL" clId="{B25C91A6-162F-5C4B-8F0B-50645C496863}" dt="2019-08-27T06:31:49.142" v="373" actId="113"/>
        <pc:sldMkLst>
          <pc:docMk/>
          <pc:sldMk cId="3402248385" sldId="311"/>
        </pc:sldMkLst>
        <pc:spChg chg="mod">
          <ac:chgData name="Chuck Jee Chau, Dr. (CSD)" userId="7aa7a09e-983f-4214-9e5a-071cbb678e81" providerId="ADAL" clId="{B25C91A6-162F-5C4B-8F0B-50645C496863}" dt="2019-08-27T06:31:49.142" v="373" actId="113"/>
          <ac:spMkLst>
            <pc:docMk/>
            <pc:sldMk cId="3402248385" sldId="311"/>
            <ac:spMk id="472067" creationId="{00000000-0000-0000-0000-000000000000}"/>
          </ac:spMkLst>
        </pc:spChg>
      </pc:sldChg>
      <pc:sldChg chg="modSp">
        <pc:chgData name="Chuck Jee Chau, Dr. (CSD)" userId="7aa7a09e-983f-4214-9e5a-071cbb678e81" providerId="ADAL" clId="{B25C91A6-162F-5C4B-8F0B-50645C496863}" dt="2019-08-26T11:08:46.021" v="181"/>
        <pc:sldMkLst>
          <pc:docMk/>
          <pc:sldMk cId="3433458238" sldId="315"/>
        </pc:sldMkLst>
        <pc:spChg chg="mod">
          <ac:chgData name="Chuck Jee Chau, Dr. (CSD)" userId="7aa7a09e-983f-4214-9e5a-071cbb678e81" providerId="ADAL" clId="{B25C91A6-162F-5C4B-8F0B-50645C496863}" dt="2019-08-26T11:08:46.021" v="181"/>
          <ac:spMkLst>
            <pc:docMk/>
            <pc:sldMk cId="3433458238" sldId="315"/>
            <ac:spMk id="454659" creationId="{00000000-0000-0000-0000-000000000000}"/>
          </ac:spMkLst>
        </pc:spChg>
      </pc:sldChg>
      <pc:sldChg chg="modSp">
        <pc:chgData name="Chuck Jee Chau, Dr. (CSD)" userId="7aa7a09e-983f-4214-9e5a-071cbb678e81" providerId="ADAL" clId="{B25C91A6-162F-5C4B-8F0B-50645C496863}" dt="2019-08-27T06:37:00.039" v="391" actId="403"/>
        <pc:sldMkLst>
          <pc:docMk/>
          <pc:sldMk cId="951030993" sldId="317"/>
        </pc:sldMkLst>
        <pc:spChg chg="mod">
          <ac:chgData name="Chuck Jee Chau, Dr. (CSD)" userId="7aa7a09e-983f-4214-9e5a-071cbb678e81" providerId="ADAL" clId="{B25C91A6-162F-5C4B-8F0B-50645C496863}" dt="2019-08-27T06:37:00.039" v="391" actId="403"/>
          <ac:spMkLst>
            <pc:docMk/>
            <pc:sldMk cId="951030993" sldId="317"/>
            <ac:spMk id="23555" creationId="{00000000-0000-0000-0000-000000000000}"/>
          </ac:spMkLst>
        </pc:spChg>
        <pc:spChg chg="mod">
          <ac:chgData name="Chuck Jee Chau, Dr. (CSD)" userId="7aa7a09e-983f-4214-9e5a-071cbb678e81" providerId="ADAL" clId="{B25C91A6-162F-5C4B-8F0B-50645C496863}" dt="2019-08-26T11:08:46.021" v="181"/>
          <ac:spMkLst>
            <pc:docMk/>
            <pc:sldMk cId="951030993" sldId="317"/>
            <ac:spMk id="23556" creationId="{00000000-0000-0000-0000-000000000000}"/>
          </ac:spMkLst>
        </pc:spChg>
      </pc:sldChg>
      <pc:sldChg chg="modSp">
        <pc:chgData name="Chuck Jee Chau, Dr. (CSD)" userId="7aa7a09e-983f-4214-9e5a-071cbb678e81" providerId="ADAL" clId="{B25C91A6-162F-5C4B-8F0B-50645C496863}" dt="2019-08-26T11:08:46.021" v="181"/>
        <pc:sldMkLst>
          <pc:docMk/>
          <pc:sldMk cId="2235384287" sldId="318"/>
        </pc:sldMkLst>
        <pc:spChg chg="mod">
          <ac:chgData name="Chuck Jee Chau, Dr. (CSD)" userId="7aa7a09e-983f-4214-9e5a-071cbb678e81" providerId="ADAL" clId="{B25C91A6-162F-5C4B-8F0B-50645C496863}" dt="2019-08-26T11:08:46.021" v="181"/>
          <ac:spMkLst>
            <pc:docMk/>
            <pc:sldMk cId="2235384287" sldId="318"/>
            <ac:spMk id="475139" creationId="{00000000-0000-0000-0000-000000000000}"/>
          </ac:spMkLst>
        </pc:spChg>
      </pc:sldChg>
      <pc:sldChg chg="modSp">
        <pc:chgData name="Chuck Jee Chau, Dr. (CSD)" userId="7aa7a09e-983f-4214-9e5a-071cbb678e81" providerId="ADAL" clId="{B25C91A6-162F-5C4B-8F0B-50645C496863}" dt="2019-08-26T11:08:46.021" v="181"/>
        <pc:sldMkLst>
          <pc:docMk/>
          <pc:sldMk cId="3425428985" sldId="321"/>
        </pc:sldMkLst>
        <pc:spChg chg="mod">
          <ac:chgData name="Chuck Jee Chau, Dr. (CSD)" userId="7aa7a09e-983f-4214-9e5a-071cbb678e81" providerId="ADAL" clId="{B25C91A6-162F-5C4B-8F0B-50645C496863}" dt="2019-08-26T11:08:46.021" v="181"/>
          <ac:spMkLst>
            <pc:docMk/>
            <pc:sldMk cId="3425428985" sldId="321"/>
            <ac:spMk id="526339" creationId="{00000000-0000-0000-0000-000000000000}"/>
          </ac:spMkLst>
        </pc:spChg>
      </pc:sldChg>
      <pc:sldChg chg="modSp">
        <pc:chgData name="Chuck Jee Chau, Dr. (CSD)" userId="7aa7a09e-983f-4214-9e5a-071cbb678e81" providerId="ADAL" clId="{B25C91A6-162F-5C4B-8F0B-50645C496863}" dt="2019-08-27T06:33:27.495" v="374" actId="790"/>
        <pc:sldMkLst>
          <pc:docMk/>
          <pc:sldMk cId="1109498715" sldId="322"/>
        </pc:sldMkLst>
        <pc:spChg chg="mod">
          <ac:chgData name="Chuck Jee Chau, Dr. (CSD)" userId="7aa7a09e-983f-4214-9e5a-071cbb678e81" providerId="ADAL" clId="{B25C91A6-162F-5C4B-8F0B-50645C496863}" dt="2019-08-27T06:33:27.495" v="374" actId="790"/>
          <ac:spMkLst>
            <pc:docMk/>
            <pc:sldMk cId="1109498715" sldId="322"/>
            <ac:spMk id="5" creationId="{00000000-0000-0000-0000-000000000000}"/>
          </ac:spMkLst>
        </pc:spChg>
        <pc:spChg chg="mod">
          <ac:chgData name="Chuck Jee Chau, Dr. (CSD)" userId="7aa7a09e-983f-4214-9e5a-071cbb678e81" providerId="ADAL" clId="{B25C91A6-162F-5C4B-8F0B-50645C496863}" dt="2019-08-26T11:08:46.021" v="181"/>
          <ac:spMkLst>
            <pc:docMk/>
            <pc:sldMk cId="1109498715" sldId="322"/>
            <ac:spMk id="454659" creationId="{00000000-0000-0000-0000-000000000000}"/>
          </ac:spMkLst>
        </pc:spChg>
      </pc:sldChg>
      <pc:sldChg chg="modSp">
        <pc:chgData name="Chuck Jee Chau, Dr. (CSD)" userId="7aa7a09e-983f-4214-9e5a-071cbb678e81" providerId="ADAL" clId="{B25C91A6-162F-5C4B-8F0B-50645C496863}" dt="2019-08-27T06:33:58.408" v="376" actId="113"/>
        <pc:sldMkLst>
          <pc:docMk/>
          <pc:sldMk cId="1032918976" sldId="323"/>
        </pc:sldMkLst>
        <pc:spChg chg="mod">
          <ac:chgData name="Chuck Jee Chau, Dr. (CSD)" userId="7aa7a09e-983f-4214-9e5a-071cbb678e81" providerId="ADAL" clId="{B25C91A6-162F-5C4B-8F0B-50645C496863}" dt="2019-08-27T06:33:58.408" v="376" actId="113"/>
          <ac:spMkLst>
            <pc:docMk/>
            <pc:sldMk cId="1032918976" sldId="323"/>
            <ac:spMk id="172035" creationId="{00000000-0000-0000-0000-000000000000}"/>
          </ac:spMkLst>
        </pc:spChg>
      </pc:sldChg>
      <pc:sldChg chg="modSp">
        <pc:chgData name="Chuck Jee Chau, Dr. (CSD)" userId="7aa7a09e-983f-4214-9e5a-071cbb678e81" providerId="ADAL" clId="{B25C91A6-162F-5C4B-8F0B-50645C496863}" dt="2019-08-27T06:34:27.301" v="377" actId="404"/>
        <pc:sldMkLst>
          <pc:docMk/>
          <pc:sldMk cId="2172418020" sldId="324"/>
        </pc:sldMkLst>
        <pc:spChg chg="mod">
          <ac:chgData name="Chuck Jee Chau, Dr. (CSD)" userId="7aa7a09e-983f-4214-9e5a-071cbb678e81" providerId="ADAL" clId="{B25C91A6-162F-5C4B-8F0B-50645C496863}" dt="2019-08-27T06:34:27.301" v="377" actId="404"/>
          <ac:spMkLst>
            <pc:docMk/>
            <pc:sldMk cId="2172418020" sldId="324"/>
            <ac:spMk id="5" creationId="{00000000-0000-0000-0000-000000000000}"/>
          </ac:spMkLst>
        </pc:spChg>
        <pc:spChg chg="mod">
          <ac:chgData name="Chuck Jee Chau, Dr. (CSD)" userId="7aa7a09e-983f-4214-9e5a-071cbb678e81" providerId="ADAL" clId="{B25C91A6-162F-5C4B-8F0B-50645C496863}" dt="2019-08-26T11:08:46.021" v="181"/>
          <ac:spMkLst>
            <pc:docMk/>
            <pc:sldMk cId="2172418020" sldId="324"/>
            <ac:spMk id="11" creationId="{00000000-0000-0000-0000-000000000000}"/>
          </ac:spMkLst>
        </pc:spChg>
      </pc:sldChg>
      <pc:sldChg chg="modSp addCm modCm">
        <pc:chgData name="Chuck Jee Chau, Dr. (CSD)" userId="7aa7a09e-983f-4214-9e5a-071cbb678e81" providerId="ADAL" clId="{B25C91A6-162F-5C4B-8F0B-50645C496863}" dt="2019-08-26T11:11:00.560" v="188"/>
        <pc:sldMkLst>
          <pc:docMk/>
          <pc:sldMk cId="3342617491" sldId="328"/>
        </pc:sldMkLst>
        <pc:graphicFrameChg chg="mod modGraphic">
          <ac:chgData name="Chuck Jee Chau, Dr. (CSD)" userId="7aa7a09e-983f-4214-9e5a-071cbb678e81" providerId="ADAL" clId="{B25C91A6-162F-5C4B-8F0B-50645C496863}" dt="2019-08-26T11:08:46.021" v="181"/>
          <ac:graphicFrameMkLst>
            <pc:docMk/>
            <pc:sldMk cId="3342617491" sldId="328"/>
            <ac:graphicFrameMk id="520229" creationId="{00000000-0000-0000-0000-000000000000}"/>
          </ac:graphicFrameMkLst>
        </pc:graphicFrameChg>
      </pc:sldChg>
      <pc:sldChg chg="modSp">
        <pc:chgData name="Chuck Jee Chau, Dr. (CSD)" userId="7aa7a09e-983f-4214-9e5a-071cbb678e81" providerId="ADAL" clId="{B25C91A6-162F-5C4B-8F0B-50645C496863}" dt="2019-08-27T06:37:04.996" v="392" actId="404"/>
        <pc:sldMkLst>
          <pc:docMk/>
          <pc:sldMk cId="3792797033" sldId="330"/>
        </pc:sldMkLst>
        <pc:spChg chg="mod">
          <ac:chgData name="Chuck Jee Chau, Dr. (CSD)" userId="7aa7a09e-983f-4214-9e5a-071cbb678e81" providerId="ADAL" clId="{B25C91A6-162F-5C4B-8F0B-50645C496863}" dt="2019-08-27T06:37:04.996" v="392" actId="404"/>
          <ac:spMkLst>
            <pc:docMk/>
            <pc:sldMk cId="3792797033" sldId="330"/>
            <ac:spMk id="5" creationId="{00000000-0000-0000-0000-000000000000}"/>
          </ac:spMkLst>
        </pc:spChg>
        <pc:spChg chg="mod">
          <ac:chgData name="Chuck Jee Chau, Dr. (CSD)" userId="7aa7a09e-983f-4214-9e5a-071cbb678e81" providerId="ADAL" clId="{B25C91A6-162F-5C4B-8F0B-50645C496863}" dt="2019-08-26T11:08:46.021" v="181"/>
          <ac:spMkLst>
            <pc:docMk/>
            <pc:sldMk cId="3792797033" sldId="330"/>
            <ac:spMk id="8" creationId="{00000000-0000-0000-0000-000000000000}"/>
          </ac:spMkLst>
        </pc:spChg>
      </pc:sldChg>
      <pc:sldChg chg="modSp">
        <pc:chgData name="Chuck Jee Chau, Dr. (CSD)" userId="7aa7a09e-983f-4214-9e5a-071cbb678e81" providerId="ADAL" clId="{B25C91A6-162F-5C4B-8F0B-50645C496863}" dt="2019-08-27T06:22:45.516" v="207" actId="20577"/>
        <pc:sldMkLst>
          <pc:docMk/>
          <pc:sldMk cId="2470743563" sldId="331"/>
        </pc:sldMkLst>
        <pc:spChg chg="mod">
          <ac:chgData name="Chuck Jee Chau, Dr. (CSD)" userId="7aa7a09e-983f-4214-9e5a-071cbb678e81" providerId="ADAL" clId="{B25C91A6-162F-5C4B-8F0B-50645C496863}" dt="2019-08-27T06:22:45.516" v="207" actId="20577"/>
          <ac:spMkLst>
            <pc:docMk/>
            <pc:sldMk cId="2470743563" sldId="331"/>
            <ac:spMk id="8195" creationId="{00000000-0000-0000-0000-000000000000}"/>
          </ac:spMkLst>
        </pc:spChg>
      </pc:sldChg>
      <pc:sldChg chg="modSp">
        <pc:chgData name="Chuck Jee Chau, Dr. (CSD)" userId="7aa7a09e-983f-4214-9e5a-071cbb678e81" providerId="ADAL" clId="{B25C91A6-162F-5C4B-8F0B-50645C496863}" dt="2019-08-27T06:36:46.376" v="389" actId="404"/>
        <pc:sldMkLst>
          <pc:docMk/>
          <pc:sldMk cId="2846729869" sldId="333"/>
        </pc:sldMkLst>
        <pc:spChg chg="mod">
          <ac:chgData name="Chuck Jee Chau, Dr. (CSD)" userId="7aa7a09e-983f-4214-9e5a-071cbb678e81" providerId="ADAL" clId="{B25C91A6-162F-5C4B-8F0B-50645C496863}" dt="2019-08-27T06:36:46.376" v="389" actId="404"/>
          <ac:spMkLst>
            <pc:docMk/>
            <pc:sldMk cId="2846729869" sldId="333"/>
            <ac:spMk id="2" creationId="{00000000-0000-0000-0000-000000000000}"/>
          </ac:spMkLst>
        </pc:spChg>
      </pc:sldChg>
      <pc:sldChg chg="modSp ord">
        <pc:chgData name="Chuck Jee Chau, Dr. (CSD)" userId="7aa7a09e-983f-4214-9e5a-071cbb678e81" providerId="ADAL" clId="{B25C91A6-162F-5C4B-8F0B-50645C496863}" dt="2019-08-27T06:22:20.125" v="201" actId="404"/>
        <pc:sldMkLst>
          <pc:docMk/>
          <pc:sldMk cId="1239773939" sldId="334"/>
        </pc:sldMkLst>
        <pc:spChg chg="mod">
          <ac:chgData name="Chuck Jee Chau, Dr. (CSD)" userId="7aa7a09e-983f-4214-9e5a-071cbb678e81" providerId="ADAL" clId="{B25C91A6-162F-5C4B-8F0B-50645C496863}" dt="2019-08-27T06:22:20.125" v="201" actId="404"/>
          <ac:spMkLst>
            <pc:docMk/>
            <pc:sldMk cId="1239773939" sldId="334"/>
            <ac:spMk id="2" creationId="{68154632-73C7-4E61-BD5E-00ED4DF6E087}"/>
          </ac:spMkLst>
        </pc:spChg>
      </pc:sldChg>
      <pc:sldChg chg="modSp">
        <pc:chgData name="Chuck Jee Chau, Dr. (CSD)" userId="7aa7a09e-983f-4214-9e5a-071cbb678e81" providerId="ADAL" clId="{B25C91A6-162F-5C4B-8F0B-50645C496863}" dt="2019-08-27T06:22:27.415" v="202" actId="404"/>
        <pc:sldMkLst>
          <pc:docMk/>
          <pc:sldMk cId="233057475" sldId="337"/>
        </pc:sldMkLst>
        <pc:spChg chg="mod">
          <ac:chgData name="Chuck Jee Chau, Dr. (CSD)" userId="7aa7a09e-983f-4214-9e5a-071cbb678e81" providerId="ADAL" clId="{B25C91A6-162F-5C4B-8F0B-50645C496863}" dt="2019-08-27T06:22:27.415" v="202" actId="404"/>
          <ac:spMkLst>
            <pc:docMk/>
            <pc:sldMk cId="233057475" sldId="337"/>
            <ac:spMk id="2" creationId="{00000000-0000-0000-0000-000000000000}"/>
          </ac:spMkLst>
        </pc:spChg>
        <pc:spChg chg="mod">
          <ac:chgData name="Chuck Jee Chau, Dr. (CSD)" userId="7aa7a09e-983f-4214-9e5a-071cbb678e81" providerId="ADAL" clId="{B25C91A6-162F-5C4B-8F0B-50645C496863}" dt="2019-08-26T11:08:46.021" v="181"/>
          <ac:spMkLst>
            <pc:docMk/>
            <pc:sldMk cId="233057475" sldId="337"/>
            <ac:spMk id="3" creationId="{00000000-0000-0000-0000-000000000000}"/>
          </ac:spMkLst>
        </pc:spChg>
      </pc:sldChg>
      <pc:sldChg chg="modSp">
        <pc:chgData name="Chuck Jee Chau, Dr. (CSD)" userId="7aa7a09e-983f-4214-9e5a-071cbb678e81" providerId="ADAL" clId="{B25C91A6-162F-5C4B-8F0B-50645C496863}" dt="2019-08-27T06:24:03.567" v="219" actId="20577"/>
        <pc:sldMkLst>
          <pc:docMk/>
          <pc:sldMk cId="3904831089" sldId="339"/>
        </pc:sldMkLst>
        <pc:spChg chg="mod">
          <ac:chgData name="Chuck Jee Chau, Dr. (CSD)" userId="7aa7a09e-983f-4214-9e5a-071cbb678e81" providerId="ADAL" clId="{B25C91A6-162F-5C4B-8F0B-50645C496863}" dt="2019-08-27T06:24:03.567" v="219" actId="20577"/>
          <ac:spMkLst>
            <pc:docMk/>
            <pc:sldMk cId="3904831089" sldId="339"/>
            <ac:spMk id="2" creationId="{68154632-73C7-4E61-BD5E-00ED4DF6E087}"/>
          </ac:spMkLst>
        </pc:spChg>
      </pc:sldChg>
      <pc:sldChg chg="modSp">
        <pc:chgData name="Chuck Jee Chau, Dr. (CSD)" userId="7aa7a09e-983f-4214-9e5a-071cbb678e81" providerId="ADAL" clId="{B25C91A6-162F-5C4B-8F0B-50645C496863}" dt="2019-08-27T06:37:38.803" v="394" actId="404"/>
        <pc:sldMkLst>
          <pc:docMk/>
          <pc:sldMk cId="4065580447" sldId="340"/>
        </pc:sldMkLst>
        <pc:spChg chg="mod">
          <ac:chgData name="Chuck Jee Chau, Dr. (CSD)" userId="7aa7a09e-983f-4214-9e5a-071cbb678e81" providerId="ADAL" clId="{B25C91A6-162F-5C4B-8F0B-50645C496863}" dt="2019-08-27T06:37:38.803" v="394" actId="404"/>
          <ac:spMkLst>
            <pc:docMk/>
            <pc:sldMk cId="4065580447" sldId="340"/>
            <ac:spMk id="2" creationId="{68154632-73C7-4E61-BD5E-00ED4DF6E087}"/>
          </ac:spMkLst>
        </pc:spChg>
      </pc:sldChg>
      <pc:sldChg chg="modSp">
        <pc:chgData name="Chuck Jee Chau, Dr. (CSD)" userId="7aa7a09e-983f-4214-9e5a-071cbb678e81" providerId="ADAL" clId="{B25C91A6-162F-5C4B-8F0B-50645C496863}" dt="2019-08-27T06:37:35.641" v="393" actId="404"/>
        <pc:sldMkLst>
          <pc:docMk/>
          <pc:sldMk cId="1028041660" sldId="341"/>
        </pc:sldMkLst>
        <pc:spChg chg="mod">
          <ac:chgData name="Chuck Jee Chau, Dr. (CSD)" userId="7aa7a09e-983f-4214-9e5a-071cbb678e81" providerId="ADAL" clId="{B25C91A6-162F-5C4B-8F0B-50645C496863}" dt="2019-08-27T06:37:35.641" v="393" actId="404"/>
          <ac:spMkLst>
            <pc:docMk/>
            <pc:sldMk cId="1028041660" sldId="341"/>
            <ac:spMk id="2" creationId="{68154632-73C7-4E61-BD5E-00ED4DF6E087}"/>
          </ac:spMkLst>
        </pc:spChg>
        <pc:spChg chg="mod">
          <ac:chgData name="Chuck Jee Chau, Dr. (CSD)" userId="7aa7a09e-983f-4214-9e5a-071cbb678e81" providerId="ADAL" clId="{B25C91A6-162F-5C4B-8F0B-50645C496863}" dt="2019-08-27T06:35:40.247" v="378" actId="2711"/>
          <ac:spMkLst>
            <pc:docMk/>
            <pc:sldMk cId="1028041660" sldId="341"/>
            <ac:spMk id="11" creationId="{A9E2E398-E59B-457E-ADD2-C8E6FAA299D0}"/>
          </ac:spMkLst>
        </pc:spChg>
      </pc:sldChg>
      <pc:sldChg chg="modSp ord addCm modCm">
        <pc:chgData name="Chuck Jee Chau, Dr. (CSD)" userId="7aa7a09e-983f-4214-9e5a-071cbb678e81" providerId="ADAL" clId="{B25C91A6-162F-5C4B-8F0B-50645C496863}" dt="2019-08-27T06:23:23.440" v="213" actId="20577"/>
        <pc:sldMkLst>
          <pc:docMk/>
          <pc:sldMk cId="1610639556" sldId="342"/>
        </pc:sldMkLst>
        <pc:spChg chg="mod">
          <ac:chgData name="Chuck Jee Chau, Dr. (CSD)" userId="7aa7a09e-983f-4214-9e5a-071cbb678e81" providerId="ADAL" clId="{B25C91A6-162F-5C4B-8F0B-50645C496863}" dt="2019-08-27T06:23:23.440" v="213" actId="20577"/>
          <ac:spMkLst>
            <pc:docMk/>
            <pc:sldMk cId="1610639556" sldId="342"/>
            <ac:spMk id="2" creationId="{B33F9F43-7EE6-4991-80FD-EA238433DC23}"/>
          </ac:spMkLst>
        </pc:spChg>
      </pc:sldChg>
      <pc:sldChg chg="addSp delSp modSp">
        <pc:chgData name="Chuck Jee Chau, Dr. (CSD)" userId="7aa7a09e-983f-4214-9e5a-071cbb678e81" providerId="ADAL" clId="{B25C91A6-162F-5C4B-8F0B-50645C496863}" dt="2019-08-27T06:23:21.663" v="212" actId="20577"/>
        <pc:sldMkLst>
          <pc:docMk/>
          <pc:sldMk cId="3077261992" sldId="343"/>
        </pc:sldMkLst>
        <pc:spChg chg="del">
          <ac:chgData name="Chuck Jee Chau, Dr. (CSD)" userId="7aa7a09e-983f-4214-9e5a-071cbb678e81" providerId="ADAL" clId="{B25C91A6-162F-5C4B-8F0B-50645C496863}" dt="2019-08-26T10:40:57.622" v="132" actId="478"/>
          <ac:spMkLst>
            <pc:docMk/>
            <pc:sldMk cId="3077261992" sldId="343"/>
            <ac:spMk id="2" creationId="{4760C6A9-E834-45C6-B071-0D9F94DF81C6}"/>
          </ac:spMkLst>
        </pc:spChg>
        <pc:spChg chg="mod">
          <ac:chgData name="Chuck Jee Chau, Dr. (CSD)" userId="7aa7a09e-983f-4214-9e5a-071cbb678e81" providerId="ADAL" clId="{B25C91A6-162F-5C4B-8F0B-50645C496863}" dt="2019-08-26T11:08:46.021" v="181"/>
          <ac:spMkLst>
            <pc:docMk/>
            <pc:sldMk cId="3077261992" sldId="343"/>
            <ac:spMk id="3" creationId="{1CD47E23-4E95-4C41-BBF5-29A69CC5709F}"/>
          </ac:spMkLst>
        </pc:spChg>
        <pc:spChg chg="add del mod">
          <ac:chgData name="Chuck Jee Chau, Dr. (CSD)" userId="7aa7a09e-983f-4214-9e5a-071cbb678e81" providerId="ADAL" clId="{B25C91A6-162F-5C4B-8F0B-50645C496863}" dt="2019-08-26T10:41:01.666" v="134" actId="478"/>
          <ac:spMkLst>
            <pc:docMk/>
            <pc:sldMk cId="3077261992" sldId="343"/>
            <ac:spMk id="6" creationId="{8FFC8B55-DF46-C640-AD8B-1C9EB8FE4054}"/>
          </ac:spMkLst>
        </pc:spChg>
        <pc:spChg chg="add mod">
          <ac:chgData name="Chuck Jee Chau, Dr. (CSD)" userId="7aa7a09e-983f-4214-9e5a-071cbb678e81" providerId="ADAL" clId="{B25C91A6-162F-5C4B-8F0B-50645C496863}" dt="2019-08-27T06:23:21.663" v="212" actId="20577"/>
          <ac:spMkLst>
            <pc:docMk/>
            <pc:sldMk cId="3077261992" sldId="343"/>
            <ac:spMk id="7" creationId="{10672B9D-14FB-524C-BC6F-F7231FCB2D30}"/>
          </ac:spMkLst>
        </pc:spChg>
      </pc:sldChg>
      <pc:sldChg chg="modSp">
        <pc:chgData name="Chuck Jee Chau, Dr. (CSD)" userId="7aa7a09e-983f-4214-9e5a-071cbb678e81" providerId="ADAL" clId="{B25C91A6-162F-5C4B-8F0B-50645C496863}" dt="2019-08-27T06:29:25.712" v="314" actId="1076"/>
        <pc:sldMkLst>
          <pc:docMk/>
          <pc:sldMk cId="2129714325" sldId="344"/>
        </pc:sldMkLst>
        <pc:spChg chg="mod">
          <ac:chgData name="Chuck Jee Chau, Dr. (CSD)" userId="7aa7a09e-983f-4214-9e5a-071cbb678e81" providerId="ADAL" clId="{B25C91A6-162F-5C4B-8F0B-50645C496863}" dt="2019-08-27T06:23:18.558" v="211" actId="20577"/>
          <ac:spMkLst>
            <pc:docMk/>
            <pc:sldMk cId="2129714325" sldId="344"/>
            <ac:spMk id="2" creationId="{5966E5FE-E9F6-416C-B884-0F25619734B3}"/>
          </ac:spMkLst>
        </pc:spChg>
        <pc:spChg chg="mod">
          <ac:chgData name="Chuck Jee Chau, Dr. (CSD)" userId="7aa7a09e-983f-4214-9e5a-071cbb678e81" providerId="ADAL" clId="{B25C91A6-162F-5C4B-8F0B-50645C496863}" dt="2019-08-27T06:29:22.999" v="313" actId="1076"/>
          <ac:spMkLst>
            <pc:docMk/>
            <pc:sldMk cId="2129714325" sldId="344"/>
            <ac:spMk id="34819" creationId="{00000000-0000-0000-0000-000000000000}"/>
          </ac:spMkLst>
        </pc:spChg>
        <pc:spChg chg="mod">
          <ac:chgData name="Chuck Jee Chau, Dr. (CSD)" userId="7aa7a09e-983f-4214-9e5a-071cbb678e81" providerId="ADAL" clId="{B25C91A6-162F-5C4B-8F0B-50645C496863}" dt="2019-08-27T06:29:09.400" v="311" actId="113"/>
          <ac:spMkLst>
            <pc:docMk/>
            <pc:sldMk cId="2129714325" sldId="344"/>
            <ac:spMk id="34823" creationId="{00000000-0000-0000-0000-000000000000}"/>
          </ac:spMkLst>
        </pc:spChg>
        <pc:spChg chg="mod">
          <ac:chgData name="Chuck Jee Chau, Dr. (CSD)" userId="7aa7a09e-983f-4214-9e5a-071cbb678e81" providerId="ADAL" clId="{B25C91A6-162F-5C4B-8F0B-50645C496863}" dt="2019-08-27T06:29:25.712" v="314" actId="1076"/>
          <ac:spMkLst>
            <pc:docMk/>
            <pc:sldMk cId="2129714325" sldId="344"/>
            <ac:spMk id="34824" creationId="{00000000-0000-0000-0000-000000000000}"/>
          </ac:spMkLst>
        </pc:spChg>
      </pc:sldChg>
    </pc:docChg>
  </pc:docChgLst>
  <pc:docChgLst>
    <pc:chgData name="Yim Pan Chui, Dr. (CSD)" userId="06f431c5-cc1a-4439-a61b-5f3af947c103" providerId="ADAL" clId="{8E54DB47-DA5C-4955-A779-581BE716E1D7}"/>
    <pc:docChg chg="undo custSel addSld delSld modSld sldOrd">
      <pc:chgData name="Yim Pan Chui, Dr. (CSD)" userId="06f431c5-cc1a-4439-a61b-5f3af947c103" providerId="ADAL" clId="{8E54DB47-DA5C-4955-A779-581BE716E1D7}" dt="2024-01-12T01:01:23.738" v="72" actId="20577"/>
      <pc:docMkLst>
        <pc:docMk/>
      </pc:docMkLst>
      <pc:sldChg chg="add del mod ord modShow modNotesTx">
        <pc:chgData name="Yim Pan Chui, Dr. (CSD)" userId="06f431c5-cc1a-4439-a61b-5f3af947c103" providerId="ADAL" clId="{8E54DB47-DA5C-4955-A779-581BE716E1D7}" dt="2024-01-12T01:01:23.738" v="72" actId="20577"/>
        <pc:sldMkLst>
          <pc:docMk/>
          <pc:sldMk cId="903365495" sldId="306"/>
        </pc:sldMkLst>
      </pc:sldChg>
      <pc:sldChg chg="modNotesTx">
        <pc:chgData name="Yim Pan Chui, Dr. (CSD)" userId="06f431c5-cc1a-4439-a61b-5f3af947c103" providerId="ADAL" clId="{8E54DB47-DA5C-4955-A779-581BE716E1D7}" dt="2024-01-12T00:43:13.457" v="0"/>
        <pc:sldMkLst>
          <pc:docMk/>
          <pc:sldMk cId="3425428985" sldId="321"/>
        </pc:sldMkLst>
      </pc:sldChg>
      <pc:sldChg chg="addSp delSp modSp add mod">
        <pc:chgData name="Yim Pan Chui, Dr. (CSD)" userId="06f431c5-cc1a-4439-a61b-5f3af947c103" providerId="ADAL" clId="{8E54DB47-DA5C-4955-A779-581BE716E1D7}" dt="2024-01-12T00:51:48.779" v="10" actId="208"/>
        <pc:sldMkLst>
          <pc:docMk/>
          <pc:sldMk cId="2419097457" sldId="345"/>
        </pc:sldMkLst>
        <pc:spChg chg="mod">
          <ac:chgData name="Yim Pan Chui, Dr. (CSD)" userId="06f431c5-cc1a-4439-a61b-5f3af947c103" providerId="ADAL" clId="{8E54DB47-DA5C-4955-A779-581BE716E1D7}" dt="2024-01-12T00:48:32.977" v="4" actId="20577"/>
          <ac:spMkLst>
            <pc:docMk/>
            <pc:sldMk cId="2419097457" sldId="345"/>
            <ac:spMk id="3" creationId="{1A42E128-67DC-4079-B610-6266594B8729}"/>
          </ac:spMkLst>
        </pc:spChg>
        <pc:picChg chg="del">
          <ac:chgData name="Yim Pan Chui, Dr. (CSD)" userId="06f431c5-cc1a-4439-a61b-5f3af947c103" providerId="ADAL" clId="{8E54DB47-DA5C-4955-A779-581BE716E1D7}" dt="2024-01-12T00:48:45.974" v="5" actId="478"/>
          <ac:picMkLst>
            <pc:docMk/>
            <pc:sldMk cId="2419097457" sldId="345"/>
            <ac:picMk id="5" creationId="{37B207C2-7235-4893-928E-986E1BC72390}"/>
          </ac:picMkLst>
        </pc:picChg>
        <pc:picChg chg="add del">
          <ac:chgData name="Yim Pan Chui, Dr. (CSD)" userId="06f431c5-cc1a-4439-a61b-5f3af947c103" providerId="ADAL" clId="{8E54DB47-DA5C-4955-A779-581BE716E1D7}" dt="2024-01-12T00:51:22.502" v="7" actId="22"/>
          <ac:picMkLst>
            <pc:docMk/>
            <pc:sldMk cId="2419097457" sldId="345"/>
            <ac:picMk id="8" creationId="{0C8B0B48-92DE-0F23-0187-D9D6346B86ED}"/>
          </ac:picMkLst>
        </pc:picChg>
        <pc:picChg chg="add mod">
          <ac:chgData name="Yim Pan Chui, Dr. (CSD)" userId="06f431c5-cc1a-4439-a61b-5f3af947c103" providerId="ADAL" clId="{8E54DB47-DA5C-4955-A779-581BE716E1D7}" dt="2024-01-12T00:51:48.779" v="10" actId="208"/>
          <ac:picMkLst>
            <pc:docMk/>
            <pc:sldMk cId="2419097457" sldId="345"/>
            <ac:picMk id="10" creationId="{8B74FA9C-BEC1-BABE-0D2E-98BBA1077C18}"/>
          </ac:picMkLst>
        </pc:picChg>
      </pc:sldChg>
      <pc:sldChg chg="modSp add del mod setBg modNotesTx">
        <pc:chgData name="Yim Pan Chui, Dr. (CSD)" userId="06f431c5-cc1a-4439-a61b-5f3af947c103" providerId="ADAL" clId="{8E54DB47-DA5C-4955-A779-581BE716E1D7}" dt="2024-01-12T00:58:46.387" v="26" actId="47"/>
        <pc:sldMkLst>
          <pc:docMk/>
          <pc:sldMk cId="3562382719" sldId="346"/>
        </pc:sldMkLst>
        <pc:graphicFrameChg chg="modGraphic">
          <ac:chgData name="Yim Pan Chui, Dr. (CSD)" userId="06f431c5-cc1a-4439-a61b-5f3af947c103" providerId="ADAL" clId="{8E54DB47-DA5C-4955-A779-581BE716E1D7}" dt="2024-01-12T00:55:15.710" v="19" actId="20577"/>
          <ac:graphicFrameMkLst>
            <pc:docMk/>
            <pc:sldMk cId="3562382719" sldId="346"/>
            <ac:graphicFrameMk id="519215" creationId="{00000000-0000-0000-0000-000000000000}"/>
          </ac:graphicFrameMkLst>
        </pc:graphicFrameChg>
      </pc:sldChg>
    </pc:docChg>
  </pc:docChgLst>
  <pc:docChgLst>
    <pc:chgData name="PANG, Kui Laam" userId="S::1155234409@link.cuhk.edu.hk::9ea0a5bf-5005-41cd-b710-d27336fc7c89" providerId="AD" clId="Web-{3B93CE4F-E95D-9C45-7B82-24203C6D997E}"/>
    <pc:docChg chg="modSld">
      <pc:chgData name="PANG, Kui Laam" userId="S::1155234409@link.cuhk.edu.hk::9ea0a5bf-5005-41cd-b710-d27336fc7c89" providerId="AD" clId="Web-{3B93CE4F-E95D-9C45-7B82-24203C6D997E}" dt="2024-09-09T07:28:05.335" v="3" actId="20577"/>
      <pc:docMkLst>
        <pc:docMk/>
      </pc:docMkLst>
      <pc:sldChg chg="modSp">
        <pc:chgData name="PANG, Kui Laam" userId="S::1155234409@link.cuhk.edu.hk::9ea0a5bf-5005-41cd-b710-d27336fc7c89" providerId="AD" clId="Web-{3B93CE4F-E95D-9C45-7B82-24203C6D997E}" dt="2024-09-09T07:28:05.335" v="3" actId="20577"/>
        <pc:sldMkLst>
          <pc:docMk/>
          <pc:sldMk cId="951030993" sldId="317"/>
        </pc:sldMkLst>
        <pc:spChg chg="mod">
          <ac:chgData name="PANG, Kui Laam" userId="S::1155234409@link.cuhk.edu.hk::9ea0a5bf-5005-41cd-b710-d27336fc7c89" providerId="AD" clId="Web-{3B93CE4F-E95D-9C45-7B82-24203C6D997E}" dt="2024-09-09T07:28:05.335" v="3" actId="20577"/>
          <ac:spMkLst>
            <pc:docMk/>
            <pc:sldMk cId="951030993" sldId="317"/>
            <ac:spMk id="23556" creationId="{00000000-0000-0000-0000-000000000000}"/>
          </ac:spMkLst>
        </pc:spChg>
      </pc:sldChg>
    </pc:docChg>
  </pc:docChgLst>
  <pc:docChgLst>
    <pc:chgData name="Yuli Jiang (CSD)" userId="7c291cd4-aa97-4867-8d2d-ebf5c1c3b419" providerId="ADAL" clId="{2D861F13-C699-44CD-B963-7E1F8FC9F906}"/>
    <pc:docChg chg="modSld">
      <pc:chgData name="Yuli Jiang (CSD)" userId="7c291cd4-aa97-4867-8d2d-ebf5c1c3b419" providerId="ADAL" clId="{2D861F13-C699-44CD-B963-7E1F8FC9F906}" dt="2024-01-12T10:08:45.651" v="1" actId="20577"/>
      <pc:docMkLst>
        <pc:docMk/>
      </pc:docMkLst>
      <pc:sldChg chg="modSp mod">
        <pc:chgData name="Yuli Jiang (CSD)" userId="7c291cd4-aa97-4867-8d2d-ebf5c1c3b419" providerId="ADAL" clId="{2D861F13-C699-44CD-B963-7E1F8FC9F906}" dt="2024-01-12T10:08:45.651" v="1" actId="20577"/>
        <pc:sldMkLst>
          <pc:docMk/>
          <pc:sldMk cId="1239773939" sldId="334"/>
        </pc:sldMkLst>
        <pc:spChg chg="mod">
          <ac:chgData name="Yuli Jiang (CSD)" userId="7c291cd4-aa97-4867-8d2d-ebf5c1c3b419" providerId="ADAL" clId="{2D861F13-C699-44CD-B963-7E1F8FC9F906}" dt="2024-01-12T10:08:45.651" v="1" actId="20577"/>
          <ac:spMkLst>
            <pc:docMk/>
            <pc:sldMk cId="1239773939" sldId="334"/>
            <ac:spMk id="7" creationId="{4E8F04ED-B5FE-4B87-8A59-F7F5B8DA7EEA}"/>
          </ac:spMkLst>
        </pc:spChg>
      </pc:sldChg>
    </pc:docChg>
  </pc:docChgLst>
  <pc:docChgLst>
    <pc:chgData name="Yim Pan Chui, Dr. (CSD)" userId="06f431c5-cc1a-4439-a61b-5f3af947c103" providerId="ADAL" clId="{F89CE965-AE52-4078-A696-95892AD72662}"/>
    <pc:docChg chg="modSld">
      <pc:chgData name="Yim Pan Chui, Dr. (CSD)" userId="06f431c5-cc1a-4439-a61b-5f3af947c103" providerId="ADAL" clId="{F89CE965-AE52-4078-A696-95892AD72662}" dt="2024-08-29T05:05:21.990" v="31" actId="20577"/>
      <pc:docMkLst>
        <pc:docMk/>
      </pc:docMkLst>
      <pc:sldChg chg="modSp mod">
        <pc:chgData name="Yim Pan Chui, Dr. (CSD)" userId="06f431c5-cc1a-4439-a61b-5f3af947c103" providerId="ADAL" clId="{F89CE965-AE52-4078-A696-95892AD72662}" dt="2024-08-29T05:05:21.990" v="31" actId="20577"/>
        <pc:sldMkLst>
          <pc:docMk/>
          <pc:sldMk cId="2419097457" sldId="345"/>
        </pc:sldMkLst>
        <pc:spChg chg="mod">
          <ac:chgData name="Yim Pan Chui, Dr. (CSD)" userId="06f431c5-cc1a-4439-a61b-5f3af947c103" providerId="ADAL" clId="{F89CE965-AE52-4078-A696-95892AD72662}" dt="2024-08-29T05:05:21.990" v="31" actId="20577"/>
          <ac:spMkLst>
            <pc:docMk/>
            <pc:sldMk cId="2419097457" sldId="345"/>
            <ac:spMk id="3" creationId="{1A42E128-67DC-4079-B610-6266594B8729}"/>
          </ac:spMkLst>
        </pc:spChg>
        <pc:spChg chg="mod">
          <ac:chgData name="Yim Pan Chui, Dr. (CSD)" userId="06f431c5-cc1a-4439-a61b-5f3af947c103" providerId="ADAL" clId="{F89CE965-AE52-4078-A696-95892AD72662}" dt="2024-08-29T05:05:06.684" v="28" actId="20577"/>
          <ac:spMkLst>
            <pc:docMk/>
            <pc:sldMk cId="2419097457" sldId="345"/>
            <ac:spMk id="7" creationId="{BB42CEFC-D2BF-4B29-A47E-2C174B55C70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94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86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92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For some compilers </a:t>
            </a:r>
            <a:r>
              <a:rPr lang="en-US" b="0" baseline="0" dirty="0"/>
              <a:t> and some systems</a:t>
            </a:r>
            <a:r>
              <a:rPr lang="en-US" b="0" dirty="0"/>
              <a:t>, such as </a:t>
            </a:r>
            <a:r>
              <a:rPr lang="en-US" b="0" dirty="0" err="1"/>
              <a:t>Replit</a:t>
            </a:r>
            <a:r>
              <a:rPr lang="en-US" b="0" baseline="0" dirty="0"/>
              <a:t>, the sizes of “long” and “unsigned long” are 8 bytes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66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22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7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96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0" dirty="0">
              <a:ea typeface="新細明體" charset="-12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A47A7E00-2EDE-4ABE-8952-ED91CEF9103D}" type="slidenum">
              <a:rPr lang="zh-TW" altLang="en-US" smtClean="0">
                <a:latin typeface="Helvetica" pitchFamily="34" charset="0"/>
              </a:rPr>
              <a:pPr/>
              <a:t>18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245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8F3A7827-704E-412F-AB30-53A9F8FA8073}" type="slidenum">
              <a:rPr lang="zh-TW" altLang="en-US">
                <a:latin typeface="Helvetica" pitchFamily="34" charset="0"/>
              </a:rPr>
              <a:pPr/>
              <a:t>21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85FCCA4-B857-44FA-9526-9B8883213CB7}" type="slidenum">
              <a:rPr lang="zh-TW" altLang="en-US">
                <a:latin typeface="Helvetica" pitchFamily="34" charset="0"/>
              </a:rPr>
              <a:pPr/>
              <a:t>22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Detailed rules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obtained from: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https://learn.microsoft.com/en-us/cpp/c-language/usual-arithmetic-conversions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either operand is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double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other operand is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double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above condition is not met and either operand is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other operand is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above two conditions are not met and either operand is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other operand is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above three conditions are not met (none of the operands are of floating types), then integral conversions are performed on the operands as follows: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either operand is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unsigned long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other operand is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unsigned long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above condition is not met and either operand is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other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unsigned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both operands are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unsigned long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above two conditions are not met, and either operand is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other operand is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above three conditions are not met, and either operand is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unsigned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other operand is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unsigned 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none of the above conditions are met, both operands are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eaLnBrk="1" hangingPunct="1"/>
            <a:endParaRPr lang="en-US" altLang="zh-TW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84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0" dirty="0">
              <a:ea typeface="新細明體" charset="-12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9D99876-C296-4930-B8EC-B304D55E6F02}" type="slidenum">
              <a:rPr lang="zh-TW" altLang="en-US" smtClean="0">
                <a:latin typeface="Helvetica" pitchFamily="34" charset="0"/>
              </a:rPr>
              <a:pPr/>
              <a:t>26</a:t>
            </a:fld>
            <a:endParaRPr lang="en-US" altLang="zh-TW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新細明體" charset="-12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9D99876-C296-4930-B8EC-B304D55E6F02}" type="slidenum">
              <a:rPr lang="zh-TW" altLang="en-US" smtClean="0">
                <a:latin typeface="Helvetica" pitchFamily="34" charset="0"/>
              </a:rPr>
              <a:pPr/>
              <a:t>27</a:t>
            </a:fld>
            <a:endParaRPr lang="en-US" altLang="zh-TW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89A2169A-A971-483B-9AC6-C2D16EF9CEA0}" type="slidenum">
              <a:rPr lang="zh-TW" altLang="en-US">
                <a:latin typeface="Helvetica" pitchFamily="34" charset="0"/>
              </a:rPr>
              <a:pPr/>
              <a:t>28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/>
              <a:t>Answer: B, C, E</a:t>
            </a:r>
          </a:p>
          <a:p>
            <a:endParaRPr lang="en-US" b="0" dirty="0"/>
          </a:p>
          <a:p>
            <a:pPr eaLnBrk="1" hangingPunct="1"/>
            <a:endParaRPr lang="en-US" altLang="zh-TW" b="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484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29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76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23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8766229" TargetMode="External"/><Relationship Id="rId2" Type="http://schemas.openxmlformats.org/officeDocument/2006/relationships/hyperlink" Target="https://en.wikipedia.org/wiki/IEEE_754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3048000"/>
            <a:ext cx="8153400" cy="1828800"/>
          </a:xfrm>
        </p:spPr>
        <p:txBody>
          <a:bodyPr anchor="t" anchorCtr="0"/>
          <a:lstStyle/>
          <a:p>
            <a:pPr algn="l"/>
            <a:r>
              <a:rPr lang="en-US" b="1" dirty="0"/>
              <a:t>Fundamental Data Types</a:t>
            </a:r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Motivation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Integral (Integer) Types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Floating Point Numbers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Type Conversion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Back to the Original Example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5096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4632-73C7-4E61-BD5E-00ED4DF6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1. Motivation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D0C3-4DB9-44C9-99CC-97D4BFA9B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After our previous lecture, you should be able to have intuitive understanding of the following simple C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0A64B-AAF9-484F-97C3-ECB45583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0CE01-46CB-40A8-86E4-A6DDDE9D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32100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8F04ED-B5FE-4B87-8A59-F7F5B8DA7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932100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area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h, b;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h = 3;</a:t>
            </a: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b = 4; </a:t>
            </a: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"Height and base of triangle: %d, %d\n"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h, b);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area = (1/2) * h * b;</a:t>
            </a:r>
            <a:endParaRPr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"Area of triangle: %d\n"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area);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endParaRPr kumimoji="1" lang="en-US" altLang="zh-TW" sz="2000" dirty="0">
              <a:solidFill>
                <a:srgbClr val="0000FF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977393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4632-73C7-4E61-BD5E-00ED4DF6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1. Motivation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D0C3-4DB9-44C9-99CC-97D4BFA9B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This C program, however, does not produce the expected result. Why?! All the formula looks alright to you, right?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0A64B-AAF9-484F-97C3-ECB45583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0CE01-46CB-40A8-86E4-A6DDDE9D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32100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8F04ED-B5FE-4B87-8A59-F7F5B8DA7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932100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+mn-lt"/>
              </a:rPr>
              <a:t>#include &lt;</a:t>
            </a:r>
            <a:r>
              <a:rPr kumimoji="1" lang="en-US" altLang="zh-TW" sz="2000" err="1">
                <a:solidFill>
                  <a:srgbClr val="009900"/>
                </a:solidFill>
                <a:latin typeface="Consolas"/>
                <a:ea typeface="新細明體"/>
                <a:cs typeface="+mn-lt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+mn-lt"/>
              </a:rPr>
              <a:t>&gt;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  <a:buNone/>
            </a:pP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err="1">
                <a:solidFill>
                  <a:srgbClr val="0000FF"/>
                </a:solidFill>
                <a:latin typeface="Consolas"/>
                <a:ea typeface="新細明體"/>
                <a:cs typeface="+mn-lt"/>
              </a:rPr>
              <a:t>int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+mn-lt"/>
              </a:rPr>
              <a:t>void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)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  <a:buNone/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{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</a:t>
            </a:r>
            <a:r>
              <a:rPr kumimoji="1" lang="en-US" altLang="zh-TW" sz="2000" err="1">
                <a:solidFill>
                  <a:srgbClr val="0000FF"/>
                </a:solidFill>
                <a:latin typeface="Consolas"/>
                <a:ea typeface="新細明體"/>
                <a:cs typeface="+mn-lt"/>
              </a:rPr>
              <a:t>int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+mn-lt"/>
              </a:rPr>
              <a:t>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+mn-lt"/>
              </a:rPr>
              <a:t>area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, h, b;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+mn-lt"/>
              </a:rPr>
              <a:t>  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+mn-lt"/>
              </a:rPr>
              <a:t>  h = 3;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+mn-lt"/>
              </a:rPr>
              <a:t>  b = 4; 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</a:t>
            </a:r>
            <a:r>
              <a:rPr kumimoji="1" lang="en-US" altLang="zh-TW" sz="2000" err="1">
                <a:latin typeface="Consolas"/>
                <a:ea typeface="新細明體"/>
                <a:cs typeface="+mn-lt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+mn-lt"/>
              </a:rPr>
              <a:t>"Height and base of triangle: %d, %d\n"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, h, b);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area = (1/2) * h * b;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</a:t>
            </a:r>
            <a:r>
              <a:rPr kumimoji="1" lang="en-US" altLang="zh-TW" sz="2000" err="1">
                <a:latin typeface="Consolas"/>
                <a:ea typeface="新細明體"/>
                <a:cs typeface="+mn-lt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+mn-lt"/>
              </a:rPr>
              <a:t>"Area of triangle: %d\n"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, area);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   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+mn-lt"/>
              </a:rPr>
              <a:t>return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+mn-lt"/>
              </a:rPr>
              <a:t>0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;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}</a:t>
            </a:r>
            <a:endParaRPr lang="en-US" altLang="zh-TW" dirty="0">
              <a:latin typeface="Consolas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0483108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1. </a:t>
            </a:r>
            <a:r>
              <a:rPr lang="en-US" sz="4000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sz="2800" dirty="0">
                <a:cs typeface="Calibri"/>
              </a:rPr>
              <a:t>To</a:t>
            </a:r>
            <a:r>
              <a:rPr lang="en-US" sz="2800" dirty="0"/>
              <a:t> understand the problem of the above program, you need to learn more about </a:t>
            </a:r>
            <a:r>
              <a:rPr lang="en-US" sz="2800" u="sng" dirty="0"/>
              <a:t>data types</a:t>
            </a:r>
          </a:p>
          <a:p>
            <a:r>
              <a:rPr lang="en-US" sz="2800" dirty="0">
                <a:cs typeface="Calibri"/>
              </a:rPr>
              <a:t>In the previous lecture, we have introduced the </a:t>
            </a:r>
            <a:r>
              <a:rPr lang="en-US" sz="2800" i="1" dirty="0">
                <a:solidFill>
                  <a:schemeClr val="accent1"/>
                </a:solidFill>
                <a:cs typeface="Calibri"/>
              </a:rPr>
              <a:t>integer</a:t>
            </a:r>
            <a:r>
              <a:rPr lang="en-US" sz="2800" i="1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data type:</a:t>
            </a:r>
          </a:p>
          <a:p>
            <a:pPr marL="0" indent="0" algn="ctr">
              <a:buNone/>
            </a:pPr>
            <a:endParaRPr lang="en-US" sz="2400" dirty="0">
              <a:latin typeface="Consolas" panose="020B0609020204030204" pitchFamily="49" charset="0"/>
              <a:cs typeface="Calibri"/>
            </a:endParaRPr>
          </a:p>
          <a:p>
            <a:pPr marL="0" indent="0" algn="ctr">
              <a:buNone/>
            </a:pPr>
            <a:r>
              <a:rPr lang="en-US" sz="2400" dirty="0" err="1">
                <a:latin typeface="Consolas" panose="020B0609020204030204" pitchFamily="49" charset="0"/>
                <a:cs typeface="Calibri"/>
              </a:rPr>
              <a:t>int</a:t>
            </a:r>
            <a:r>
              <a:rPr lang="en-US" sz="2400" dirty="0">
                <a:latin typeface="Consolas" panose="020B0609020204030204" pitchFamily="49" charset="0"/>
                <a:cs typeface="Calibri"/>
              </a:rPr>
              <a:t> x = 0;</a:t>
            </a:r>
            <a:endParaRPr lang="en-US" dirty="0"/>
          </a:p>
          <a:p>
            <a:endParaRPr lang="en-US" sz="2800" dirty="0">
              <a:cs typeface="Calibri"/>
            </a:endParaRPr>
          </a:p>
          <a:p>
            <a:r>
              <a:rPr lang="en-US" sz="2800" dirty="0">
                <a:cs typeface="Calibri"/>
              </a:rPr>
              <a:t>You may also recall a </a:t>
            </a:r>
            <a:r>
              <a:rPr lang="en-US" sz="2800" i="1" dirty="0">
                <a:solidFill>
                  <a:schemeClr val="accent1"/>
                </a:solidFill>
                <a:cs typeface="Calibri"/>
              </a:rPr>
              <a:t>double</a:t>
            </a:r>
            <a:r>
              <a:rPr lang="en-US" sz="2800" i="1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data type:</a:t>
            </a:r>
            <a:endParaRPr lang="en-US" dirty="0"/>
          </a:p>
          <a:p>
            <a:endParaRPr lang="en-US" sz="2800" dirty="0">
              <a:latin typeface="Calibri"/>
              <a:cs typeface="Calibri"/>
            </a:endParaRPr>
          </a:p>
          <a:p>
            <a:pPr marL="0" indent="0" algn="ctr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double pi = 3.14;</a:t>
            </a:r>
            <a:endParaRPr lang="en-US" sz="2400" dirty="0">
              <a:cs typeface="Calibri"/>
            </a:endParaRPr>
          </a:p>
          <a:p>
            <a:endParaRPr lang="en-US" sz="2800" dirty="0">
              <a:cs typeface="Calibri"/>
            </a:endParaRPr>
          </a:p>
          <a:p>
            <a:r>
              <a:rPr lang="en-US" sz="2800" dirty="0">
                <a:cs typeface="Calibri"/>
              </a:rPr>
              <a:t>How do they differ? Why do we need to have different data types?</a:t>
            </a:r>
            <a:endParaRPr lang="en-US" dirty="0"/>
          </a:p>
          <a:p>
            <a:r>
              <a:rPr lang="en-US" sz="2800" dirty="0">
                <a:cs typeface="Calibri"/>
              </a:rPr>
              <a:t>Understanding data types thoroughly is a crucial first step of being a programmer in C</a:t>
            </a:r>
          </a:p>
          <a:p>
            <a:endParaRPr lang="en-US" sz="2800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747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 Integral (Integer)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b="1" u="sng" dirty="0">
                <a:ea typeface="新細明體" charset="-120"/>
              </a:rPr>
              <a:t>Key concepts</a:t>
            </a:r>
          </a:p>
          <a:p>
            <a:r>
              <a:rPr lang="en-US" sz="3000" dirty="0"/>
              <a:t>The smallest/largest integer values of type </a:t>
            </a:r>
            <a:r>
              <a:rPr lang="en-US" sz="3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endParaRPr lang="en-US" sz="3000" dirty="0"/>
          </a:p>
          <a:p>
            <a:endParaRPr lang="en-US" sz="3000" dirty="0"/>
          </a:p>
          <a:p>
            <a:r>
              <a:rPr lang="en-US" sz="3000" dirty="0"/>
              <a:t>Variation of integer types</a:t>
            </a:r>
          </a:p>
          <a:p>
            <a:pPr lvl="1"/>
            <a:r>
              <a:rPr lang="en-US" sz="2600" dirty="0"/>
              <a:t>Integer types of different sizes</a:t>
            </a:r>
          </a:p>
          <a:p>
            <a:pPr lvl="1"/>
            <a:r>
              <a:rPr lang="en-US" sz="2600" dirty="0"/>
              <a:t>Unsigned and signed integers</a:t>
            </a:r>
          </a:p>
          <a:p>
            <a:pPr marL="457200" lvl="1" indent="0">
              <a:buNone/>
            </a:pPr>
            <a:endParaRPr lang="en-US" sz="2600" dirty="0"/>
          </a:p>
          <a:p>
            <a:r>
              <a:rPr lang="en-US" sz="3000" dirty="0"/>
              <a:t>Integer overflow</a:t>
            </a:r>
          </a:p>
          <a:p>
            <a:endParaRPr lang="en-US" sz="3000" dirty="0"/>
          </a:p>
          <a:p>
            <a:endParaRPr lang="en-US" sz="3000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4706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2.1. </a:t>
            </a:r>
            <a:r>
              <a:rPr lang="en-US" sz="4000" dirty="0"/>
              <a:t>Basic Building Block: 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cs typeface="Calibri"/>
              </a:rPr>
              <a:t>Ultimately, a computer represent data in </a:t>
            </a:r>
            <a:r>
              <a:rPr lang="en-US" sz="2800" i="1" dirty="0">
                <a:solidFill>
                  <a:schemeClr val="accent1"/>
                </a:solidFill>
                <a:cs typeface="Calibri"/>
              </a:rPr>
              <a:t>bits</a:t>
            </a:r>
            <a:r>
              <a:rPr lang="en-US" sz="2800" dirty="0"/>
              <a:t>.</a:t>
            </a:r>
            <a:endParaRPr lang="en-US" sz="2800" i="1" dirty="0">
              <a:solidFill>
                <a:schemeClr val="accent1"/>
              </a:solidFill>
            </a:endParaRPr>
          </a:p>
          <a:p>
            <a:endParaRPr lang="en-US" sz="2800" dirty="0"/>
          </a:p>
          <a:p>
            <a:r>
              <a:rPr lang="en-US" sz="2800" dirty="0"/>
              <a:t>A </a:t>
            </a:r>
            <a:r>
              <a:rPr lang="en-US" sz="2800" i="1" dirty="0">
                <a:solidFill>
                  <a:srgbClr val="0070C0"/>
                </a:solidFill>
              </a:rPr>
              <a:t>bit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0070C0"/>
                </a:solidFill>
              </a:rPr>
              <a:t>b</a:t>
            </a:r>
            <a:r>
              <a:rPr lang="en-US" sz="2800" dirty="0"/>
              <a:t>inary dig</a:t>
            </a:r>
            <a:r>
              <a:rPr lang="en-US" sz="2800" dirty="0">
                <a:solidFill>
                  <a:srgbClr val="0070C0"/>
                </a:solidFill>
              </a:rPr>
              <a:t>it</a:t>
            </a:r>
            <a:r>
              <a:rPr lang="en-US" sz="2800" dirty="0"/>
              <a:t>) is the smallest unit data.</a:t>
            </a:r>
            <a:endParaRPr lang="en-US" sz="2800" dirty="0">
              <a:cs typeface="Calibri"/>
            </a:endParaRPr>
          </a:p>
          <a:p>
            <a:pPr lvl="1"/>
            <a:endParaRPr lang="en-US" sz="2400" dirty="0"/>
          </a:p>
          <a:p>
            <a:r>
              <a:rPr lang="en-US" sz="2800" dirty="0"/>
              <a:t>A bit can be either 0 or 1.</a:t>
            </a:r>
          </a:p>
          <a:p>
            <a:endParaRPr lang="en-US" sz="2800" dirty="0"/>
          </a:p>
          <a:p>
            <a:r>
              <a:rPr lang="en-US" sz="2800" dirty="0"/>
              <a:t>1 </a:t>
            </a:r>
            <a:r>
              <a:rPr lang="en-US" sz="2800" i="1" dirty="0">
                <a:solidFill>
                  <a:srgbClr val="0070C0"/>
                </a:solidFill>
              </a:rPr>
              <a:t>byte</a:t>
            </a:r>
            <a:r>
              <a:rPr lang="en-US" sz="2800" dirty="0"/>
              <a:t> == 8 bits</a:t>
            </a:r>
          </a:p>
          <a:p>
            <a:endParaRPr lang="en-US" sz="2800" dirty="0"/>
          </a:p>
          <a:p>
            <a:r>
              <a:rPr lang="en-US" sz="2800" dirty="0"/>
              <a:t>Computers use combination of bits to represent all sorts of data.</a:t>
            </a:r>
            <a:endParaRPr lang="en-US" sz="2800" dirty="0">
              <a:cs typeface="Calibri"/>
            </a:endParaRP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5305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3AFBFACC-D3D5-498A-9623-A5DE4039E3A6}" type="slidenum">
              <a:rPr lang="zh-TW" altLang="en-US" b="0"/>
              <a:pPr/>
              <a:t>8</a:t>
            </a:fld>
            <a:endParaRPr lang="en-US" altLang="zh-TW" b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2.1. From Bits to Integers</a:t>
            </a:r>
            <a:endParaRPr lang="en-US" altLang="zh-TW" sz="4000" dirty="0">
              <a:solidFill>
                <a:srgbClr val="0070C0"/>
              </a:solidFill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763000" cy="4953000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ea typeface="新細明體" pitchFamily="18" charset="-120"/>
              </a:rPr>
              <a:t>Binary number system uses </a:t>
            </a:r>
            <a:r>
              <a:rPr lang="en-US" altLang="zh-TW" sz="2800" i="1" dirty="0"/>
              <a:t>N</a:t>
            </a:r>
            <a:r>
              <a:rPr lang="en-US" altLang="zh-TW" sz="2800" dirty="0"/>
              <a:t> bits</a:t>
            </a:r>
            <a:r>
              <a:rPr lang="en-US" altLang="zh-TW" sz="2800" dirty="0">
                <a:ea typeface="新細明體" pitchFamily="18" charset="-120"/>
              </a:rPr>
              <a:t> </a:t>
            </a:r>
            <a:r>
              <a:rPr lang="en-US" altLang="zh-TW" sz="2800" dirty="0"/>
              <a:t>to represent integers.</a:t>
            </a:r>
            <a:endParaRPr lang="en-US" altLang="zh-TW" sz="2800" dirty="0">
              <a:ea typeface="新細明體" pitchFamily="18" charset="-120"/>
            </a:endParaRPr>
          </a:p>
          <a:p>
            <a:pPr lvl="1"/>
            <a:r>
              <a:rPr lang="en-US" altLang="zh-TW" sz="2400" dirty="0">
                <a:ea typeface="新細明體" pitchFamily="18" charset="-120"/>
              </a:rPr>
              <a:t>Typically, </a:t>
            </a:r>
            <a:r>
              <a:rPr lang="en-US" altLang="zh-TW" sz="2400" i="1" dirty="0">
                <a:ea typeface="新細明體" pitchFamily="18" charset="-120"/>
              </a:rPr>
              <a:t>N</a:t>
            </a:r>
            <a:r>
              <a:rPr lang="en-US" altLang="zh-TW" sz="2400" dirty="0">
                <a:ea typeface="新細明體" pitchFamily="18" charset="-120"/>
              </a:rPr>
              <a:t> = 8, 16, 32, 64 (corresponding to 1, 2, 4 and 8 bytes)</a:t>
            </a:r>
          </a:p>
          <a:p>
            <a:pPr lvl="1"/>
            <a:endParaRPr lang="en-US" altLang="zh-TW" sz="20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  <a:sym typeface="Wingdings" panose="05000000000000000000" pitchFamily="2" charset="2"/>
              </a:rPr>
              <a:t>E.g. </a:t>
            </a:r>
            <a:r>
              <a:rPr lang="en-US" altLang="zh-TW" sz="2800" dirty="0">
                <a:sym typeface="Wingdings" panose="05000000000000000000" pitchFamily="2" charset="2"/>
              </a:rPr>
              <a:t>8 bits represent one of 2</a:t>
            </a:r>
            <a:r>
              <a:rPr lang="en-US" altLang="zh-TW" sz="2800" baseline="30000" dirty="0">
                <a:sym typeface="Wingdings" panose="05000000000000000000" pitchFamily="2" charset="2"/>
              </a:rPr>
              <a:t>8</a:t>
            </a:r>
            <a:r>
              <a:rPr lang="en-US" altLang="zh-TW" sz="2800" dirty="0">
                <a:sym typeface="Wingdings" panose="05000000000000000000" pitchFamily="2" charset="2"/>
              </a:rPr>
              <a:t>=</a:t>
            </a:r>
            <a:r>
              <a:rPr lang="en-US" altLang="zh-TW" sz="2800" dirty="0">
                <a:ea typeface="新細明體" pitchFamily="18" charset="-120"/>
                <a:sym typeface="Wingdings" panose="05000000000000000000" pitchFamily="2" charset="2"/>
              </a:rPr>
              <a:t>256 different bit </a:t>
            </a:r>
            <a:r>
              <a:rPr lang="en-US" altLang="zh-TW" sz="2800" i="1" dirty="0">
                <a:ea typeface="新細明體" pitchFamily="18" charset="-120"/>
                <a:sym typeface="Wingdings" panose="05000000000000000000" pitchFamily="2" charset="2"/>
              </a:rPr>
              <a:t>patterns</a:t>
            </a:r>
            <a:r>
              <a:rPr lang="en-US" altLang="zh-TW" sz="2800" dirty="0">
                <a:ea typeface="新細明體" pitchFamily="18" charset="-120"/>
                <a:sym typeface="Wingdings" panose="05000000000000000000" pitchFamily="2" charset="2"/>
              </a:rPr>
              <a:t>:</a:t>
            </a:r>
          </a:p>
          <a:p>
            <a:endParaRPr lang="en-US" altLang="zh-TW" sz="2400" dirty="0">
              <a:ea typeface="新細明體" pitchFamily="18" charset="-120"/>
              <a:sym typeface="Wingdings" panose="05000000000000000000" pitchFamily="2" charset="2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52400" y="3124200"/>
            <a:ext cx="8839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zh-TW" sz="2000" dirty="0">
                <a:sym typeface="Wingdings" panose="05000000000000000000" pitchFamily="2" charset="2"/>
              </a:rPr>
              <a:t>00000000, 00000001, 00000010, 00000011, …, 11111110, 11111111</a:t>
            </a:r>
          </a:p>
          <a:p>
            <a:pPr lvl="1"/>
            <a:r>
              <a:rPr lang="en-US" altLang="zh-TW" sz="2000" dirty="0">
                <a:sym typeface="Wingdings" panose="05000000000000000000" pitchFamily="2" charset="2"/>
              </a:rPr>
              <a:t>Some people assign each a </a:t>
            </a:r>
            <a:r>
              <a:rPr lang="en-US" altLang="zh-TW" sz="2000" i="1" dirty="0">
                <a:sym typeface="Wingdings" panose="05000000000000000000" pitchFamily="2" charset="2"/>
              </a:rPr>
              <a:t>non-negative </a:t>
            </a:r>
            <a:r>
              <a:rPr lang="en-US" altLang="zh-TW" sz="2000" dirty="0">
                <a:sym typeface="Wingdings" panose="05000000000000000000" pitchFamily="2" charset="2"/>
              </a:rPr>
              <a:t>integer value, 0, 1, 2, …, 254, 255.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400" y="4114800"/>
            <a:ext cx="8839200" cy="22415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zh-TW" sz="2000" dirty="0">
                <a:sym typeface="Wingdings" panose="05000000000000000000" pitchFamily="2" charset="2"/>
              </a:rPr>
              <a:t>Some people rearrange the patterns in a different order:</a:t>
            </a:r>
          </a:p>
          <a:p>
            <a:pPr lvl="1"/>
            <a:endParaRPr lang="en-US" altLang="zh-TW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/>
            <a:r>
              <a:rPr lang="en-US" altLang="zh-TW" sz="2000" dirty="0">
                <a:solidFill>
                  <a:srgbClr val="FF0000"/>
                </a:solidFill>
                <a:sym typeface="Wingdings" panose="05000000000000000000" pitchFamily="2" charset="2"/>
              </a:rPr>
              <a:t>10000000, 10000001, 10000010, 10000011, 10000100, 1000101, …, </a:t>
            </a:r>
            <a:br>
              <a:rPr lang="en-US" altLang="zh-TW" sz="2000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lang="en-US" altLang="zh-TW" sz="2000" dirty="0">
                <a:solidFill>
                  <a:srgbClr val="FF0000"/>
                </a:solidFill>
                <a:sym typeface="Wingdings" panose="05000000000000000000" pitchFamily="2" charset="2"/>
              </a:rPr>
              <a:t>             11111110, 11111111,</a:t>
            </a:r>
            <a:r>
              <a:rPr lang="en-US" altLang="zh-TW" sz="2000" dirty="0">
                <a:sym typeface="Wingdings" panose="05000000000000000000" pitchFamily="2" charset="2"/>
              </a:rPr>
              <a:t> </a:t>
            </a:r>
            <a:r>
              <a:rPr lang="en-US" altLang="zh-TW" sz="2000" dirty="0">
                <a:solidFill>
                  <a:srgbClr val="0070C0"/>
                </a:solidFill>
                <a:sym typeface="Wingdings" panose="05000000000000000000" pitchFamily="2" charset="2"/>
              </a:rPr>
              <a:t>00000000, 00000001, 00000010, …, 01111111</a:t>
            </a:r>
          </a:p>
          <a:p>
            <a:pPr lvl="1"/>
            <a:endParaRPr lang="en-US" altLang="zh-TW" sz="2000" dirty="0">
              <a:sym typeface="Wingdings" panose="05000000000000000000" pitchFamily="2" charset="2"/>
            </a:endParaRPr>
          </a:p>
          <a:p>
            <a:pPr lvl="1"/>
            <a:r>
              <a:rPr lang="en-US" altLang="zh-TW" sz="2000" dirty="0">
                <a:sym typeface="Wingdings" panose="05000000000000000000" pitchFamily="2" charset="2"/>
              </a:rPr>
              <a:t>And call them </a:t>
            </a:r>
            <a:r>
              <a:rPr lang="en-US" altLang="zh-TW" sz="2000" dirty="0">
                <a:solidFill>
                  <a:srgbClr val="FF0000"/>
                </a:solidFill>
                <a:sym typeface="Wingdings" panose="05000000000000000000" pitchFamily="2" charset="2"/>
              </a:rPr>
              <a:t>-128, -127, -126, -125, …, -2, -1, </a:t>
            </a:r>
            <a:r>
              <a:rPr lang="en-US" altLang="zh-TW" sz="2000" dirty="0">
                <a:solidFill>
                  <a:srgbClr val="0070C0"/>
                </a:solidFill>
                <a:sym typeface="Wingdings" panose="05000000000000000000" pitchFamily="2" charset="2"/>
              </a:rPr>
              <a:t>0, 1, 2,3, …, 125, 126, 127</a:t>
            </a:r>
          </a:p>
          <a:p>
            <a:pPr lvl="1"/>
            <a:r>
              <a:rPr lang="en-US" altLang="zh-TW" sz="2000" dirty="0">
                <a:sym typeface="Wingdings" panose="05000000000000000000" pitchFamily="2" charset="2"/>
              </a:rPr>
              <a:t>The patterns are used for representing both –</a:t>
            </a:r>
            <a:r>
              <a:rPr lang="en-US" altLang="zh-TW" sz="2000" dirty="0" err="1">
                <a:sym typeface="Wingdings" panose="05000000000000000000" pitchFamily="2" charset="2"/>
              </a:rPr>
              <a:t>ve</a:t>
            </a:r>
            <a:r>
              <a:rPr lang="en-US" altLang="zh-TW" sz="2000" dirty="0">
                <a:sym typeface="Wingdings" panose="05000000000000000000" pitchFamily="2" charset="2"/>
              </a:rPr>
              <a:t>, 0 and +</a:t>
            </a:r>
            <a:r>
              <a:rPr lang="en-US" altLang="zh-TW" sz="2000" dirty="0" err="1">
                <a:sym typeface="Wingdings" panose="05000000000000000000" pitchFamily="2" charset="2"/>
              </a:rPr>
              <a:t>ve</a:t>
            </a:r>
            <a:r>
              <a:rPr lang="en-US" altLang="zh-TW" sz="2000" dirty="0">
                <a:sym typeface="Wingdings" panose="05000000000000000000" pitchFamily="2" charset="2"/>
              </a:rPr>
              <a:t> integers.</a:t>
            </a:r>
            <a:endParaRPr lang="en-US" altLang="zh-TW" sz="2000" dirty="0">
              <a:solidFill>
                <a:srgbClr val="0070C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0183008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3AFBFACC-D3D5-498A-9623-A5DE4039E3A6}" type="slidenum">
              <a:rPr lang="zh-TW" altLang="en-US" b="0"/>
              <a:pPr/>
              <a:t>9</a:t>
            </a:fld>
            <a:endParaRPr lang="en-US" altLang="zh-TW" b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2.1. From Bits to Integers</a:t>
            </a:r>
            <a:endParaRPr lang="en-US" altLang="zh-TW" sz="4000" dirty="0">
              <a:solidFill>
                <a:srgbClr val="0070C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763000" cy="4953000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ea typeface="新細明體" pitchFamily="18" charset="-120"/>
                <a:sym typeface="Wingdings" panose="05000000000000000000" pitchFamily="2" charset="2"/>
              </a:rPr>
              <a:t>With N bits, we can represent 2</a:t>
            </a:r>
            <a:r>
              <a:rPr lang="en-US" altLang="zh-TW" sz="2800" baseline="30000" dirty="0">
                <a:ea typeface="新細明體" pitchFamily="18" charset="-120"/>
                <a:sym typeface="Wingdings" panose="05000000000000000000" pitchFamily="2" charset="2"/>
              </a:rPr>
              <a:t>N</a:t>
            </a:r>
            <a:r>
              <a:rPr lang="en-US" altLang="zh-TW" sz="2800" dirty="0">
                <a:ea typeface="新細明體" pitchFamily="18" charset="-120"/>
                <a:sym typeface="Wingdings" panose="05000000000000000000" pitchFamily="2" charset="2"/>
              </a:rPr>
              <a:t> distinct values.</a:t>
            </a:r>
          </a:p>
          <a:p>
            <a:pPr lvl="1"/>
            <a:r>
              <a:rPr lang="en-US" altLang="zh-TW" sz="2400" dirty="0">
                <a:ea typeface="新細明體" pitchFamily="18" charset="-120"/>
                <a:sym typeface="Wingdings" panose="05000000000000000000" pitchFamily="2" charset="2"/>
              </a:rPr>
              <a:t>Half for negative integers, and half for non-negative integers:</a:t>
            </a:r>
          </a:p>
          <a:p>
            <a:pPr marL="457200" lvl="1" indent="0">
              <a:buNone/>
            </a:pPr>
            <a:r>
              <a:rPr lang="en-US" altLang="zh-TW" sz="2400" dirty="0">
                <a:ea typeface="新細明體" pitchFamily="18" charset="-120"/>
                <a:sym typeface="Wingdings" panose="05000000000000000000" pitchFamily="2" charset="2"/>
              </a:rPr>
              <a:t>	</a:t>
            </a:r>
            <a:r>
              <a:rPr lang="en-US" altLang="zh-TW" sz="2400" dirty="0">
                <a:solidFill>
                  <a:srgbClr val="FF0000"/>
                </a:solidFill>
                <a:ea typeface="新細明體" pitchFamily="18" charset="-120"/>
                <a:sym typeface="Wingdings" panose="05000000000000000000" pitchFamily="2" charset="2"/>
              </a:rPr>
              <a:t>-(2</a:t>
            </a:r>
            <a:r>
              <a:rPr lang="en-US" altLang="zh-TW" sz="2400" baseline="30000" dirty="0">
                <a:solidFill>
                  <a:srgbClr val="FF0000"/>
                </a:solidFill>
                <a:ea typeface="新細明體" pitchFamily="18" charset="-120"/>
                <a:sym typeface="Wingdings" panose="05000000000000000000" pitchFamily="2" charset="2"/>
              </a:rPr>
              <a:t>N-1</a:t>
            </a:r>
            <a:r>
              <a:rPr lang="en-US" altLang="zh-TW" sz="2400" dirty="0">
                <a:solidFill>
                  <a:srgbClr val="FF0000"/>
                </a:solidFill>
                <a:ea typeface="新細明體" pitchFamily="18" charset="-120"/>
                <a:sym typeface="Wingdings" panose="05000000000000000000" pitchFamily="2" charset="2"/>
              </a:rPr>
              <a:t>), </a:t>
            </a:r>
            <a:r>
              <a:rPr lang="en-US" altLang="zh-TW" sz="2400" dirty="0">
                <a:solidFill>
                  <a:srgbClr val="FF0000"/>
                </a:solidFill>
                <a:sym typeface="Wingdings" panose="05000000000000000000" pitchFamily="2" charset="2"/>
              </a:rPr>
              <a:t>-(2</a:t>
            </a:r>
            <a:r>
              <a:rPr lang="en-US" altLang="zh-TW" sz="2400" baseline="30000" dirty="0">
                <a:solidFill>
                  <a:srgbClr val="FF0000"/>
                </a:solidFill>
                <a:sym typeface="Wingdings" panose="05000000000000000000" pitchFamily="2" charset="2"/>
              </a:rPr>
              <a:t>N-1 </a:t>
            </a:r>
            <a:r>
              <a:rPr lang="en-US" altLang="zh-TW" sz="2400" dirty="0">
                <a:solidFill>
                  <a:srgbClr val="FF0000"/>
                </a:solidFill>
                <a:sym typeface="Wingdings" panose="05000000000000000000" pitchFamily="2" charset="2"/>
              </a:rPr>
              <a:t>- 1), …, </a:t>
            </a:r>
            <a:r>
              <a:rPr lang="en-US" altLang="zh-TW" sz="2400" dirty="0">
                <a:solidFill>
                  <a:srgbClr val="FF0000"/>
                </a:solidFill>
                <a:ea typeface="新細明體" pitchFamily="18" charset="-120"/>
                <a:sym typeface="Wingdings" panose="05000000000000000000" pitchFamily="2" charset="2"/>
              </a:rPr>
              <a:t>-2, -1,      </a:t>
            </a:r>
            <a:r>
              <a:rPr lang="en-US" altLang="zh-TW" sz="2400" dirty="0">
                <a:solidFill>
                  <a:srgbClr val="0070C0"/>
                </a:solidFill>
                <a:ea typeface="新細明體" pitchFamily="18" charset="-120"/>
                <a:sym typeface="Wingdings" panose="05000000000000000000" pitchFamily="2" charset="2"/>
              </a:rPr>
              <a:t>0, +1, +2, …, +(2</a:t>
            </a:r>
            <a:r>
              <a:rPr lang="en-US" altLang="zh-TW" sz="2400" baseline="30000" dirty="0">
                <a:solidFill>
                  <a:srgbClr val="0070C0"/>
                </a:solidFill>
                <a:ea typeface="新細明體" pitchFamily="18" charset="-120"/>
                <a:sym typeface="Wingdings" panose="05000000000000000000" pitchFamily="2" charset="2"/>
              </a:rPr>
              <a:t>N-1 </a:t>
            </a:r>
            <a:r>
              <a:rPr lang="en-US" altLang="zh-TW" sz="2400" dirty="0">
                <a:solidFill>
                  <a:srgbClr val="0070C0"/>
                </a:solidFill>
                <a:ea typeface="新細明體" pitchFamily="18" charset="-120"/>
                <a:sym typeface="Wingdings" panose="05000000000000000000" pitchFamily="2" charset="2"/>
              </a:rPr>
              <a:t>- 1)</a:t>
            </a:r>
          </a:p>
          <a:p>
            <a:pPr marL="457200" lvl="1" indent="0">
              <a:buNone/>
            </a:pPr>
            <a:endParaRPr lang="en-US" altLang="zh-TW" sz="2000" dirty="0">
              <a:ea typeface="新細明體" pitchFamily="18" charset="-120"/>
              <a:sym typeface="Wingdings" panose="05000000000000000000" pitchFamily="2" charset="2"/>
            </a:endParaRPr>
          </a:p>
          <a:p>
            <a:r>
              <a:rPr lang="en-US" altLang="zh-TW" sz="2800" dirty="0">
                <a:sym typeface="Wingdings" panose="05000000000000000000" pitchFamily="2" charset="2"/>
              </a:rPr>
              <a:t>Type </a:t>
            </a:r>
            <a:r>
              <a:rPr lang="en-US" altLang="zh-TW" sz="28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anose="05000000000000000000" pitchFamily="2" charset="2"/>
              </a:rPr>
              <a:t>int</a:t>
            </a:r>
            <a:r>
              <a:rPr lang="en-US" altLang="zh-TW" sz="2800" dirty="0">
                <a:ea typeface="新細明體" pitchFamily="18" charset="-120"/>
                <a:sym typeface="Wingdings" panose="05000000000000000000" pitchFamily="2" charset="2"/>
              </a:rPr>
              <a:t> is typically 32 bits in size </a:t>
            </a:r>
            <a:r>
              <a:rPr lang="en-US" altLang="zh-TW" sz="2800" i="1" dirty="0">
                <a:ea typeface="新細明體" pitchFamily="18" charset="-120"/>
                <a:sym typeface="Wingdings" panose="05000000000000000000" pitchFamily="2" charset="2"/>
              </a:rPr>
              <a:t>nowadays</a:t>
            </a:r>
            <a:r>
              <a:rPr lang="en-US" altLang="zh-TW" sz="2800" dirty="0">
                <a:ea typeface="新細明體" pitchFamily="18" charset="-120"/>
                <a:sym typeface="Wingdings" panose="05000000000000000000" pitchFamily="2" charset="2"/>
              </a:rPr>
              <a:t>. As such, it can represent integers in the following range</a:t>
            </a:r>
          </a:p>
          <a:p>
            <a:endParaRPr lang="en-US" altLang="zh-TW" sz="2800" dirty="0">
              <a:ea typeface="新細明體" pitchFamily="18" charset="-120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TW" sz="2400" dirty="0">
                <a:ea typeface="新細明體" pitchFamily="18" charset="-120"/>
              </a:rPr>
              <a:t>		</a:t>
            </a:r>
            <a:r>
              <a:rPr lang="en-US" altLang="zh-TW" sz="2400" dirty="0">
                <a:solidFill>
                  <a:srgbClr val="FF0000"/>
                </a:solidFill>
                <a:ea typeface="新細明體" pitchFamily="18" charset="-120"/>
              </a:rPr>
              <a:t>-(2</a:t>
            </a:r>
            <a:r>
              <a:rPr lang="en-US" altLang="zh-TW" sz="2400" baseline="30000" dirty="0">
                <a:solidFill>
                  <a:srgbClr val="FF0000"/>
                </a:solidFill>
                <a:ea typeface="新細明體" pitchFamily="18" charset="-120"/>
              </a:rPr>
              <a:t>31</a:t>
            </a:r>
            <a:r>
              <a:rPr lang="en-US" altLang="zh-TW" sz="2400" dirty="0">
                <a:solidFill>
                  <a:srgbClr val="FF0000"/>
                </a:solidFill>
                <a:ea typeface="新細明體" pitchFamily="18" charset="-120"/>
              </a:rPr>
              <a:t>), -(2</a:t>
            </a:r>
            <a:r>
              <a:rPr lang="en-US" altLang="zh-TW" sz="2400" baseline="30000" dirty="0">
                <a:solidFill>
                  <a:srgbClr val="FF0000"/>
                </a:solidFill>
                <a:ea typeface="新細明體" pitchFamily="18" charset="-120"/>
              </a:rPr>
              <a:t>31</a:t>
            </a:r>
            <a:r>
              <a:rPr lang="en-US" altLang="zh-TW" sz="2400" dirty="0">
                <a:solidFill>
                  <a:srgbClr val="FF0000"/>
                </a:solidFill>
                <a:ea typeface="新細明體" pitchFamily="18" charset="-120"/>
              </a:rPr>
              <a:t> - 1), … , -2, -1,      </a:t>
            </a:r>
            <a:r>
              <a:rPr lang="en-US" altLang="zh-TW" sz="2400" dirty="0">
                <a:solidFill>
                  <a:srgbClr val="0070C0"/>
                </a:solidFill>
                <a:ea typeface="新細明體" pitchFamily="18" charset="-120"/>
              </a:rPr>
              <a:t>0, +1, +2, …, +(2</a:t>
            </a:r>
            <a:r>
              <a:rPr lang="en-US" altLang="zh-TW" sz="2400" baseline="30000" dirty="0">
                <a:solidFill>
                  <a:srgbClr val="0070C0"/>
                </a:solidFill>
                <a:ea typeface="新細明體" pitchFamily="18" charset="-120"/>
              </a:rPr>
              <a:t>31 </a:t>
            </a:r>
            <a:r>
              <a:rPr lang="en-US" altLang="zh-TW" sz="2400" dirty="0">
                <a:solidFill>
                  <a:srgbClr val="0070C0"/>
                </a:solidFill>
                <a:ea typeface="新細明體" pitchFamily="18" charset="-120"/>
              </a:rPr>
              <a:t>- 1)</a:t>
            </a:r>
          </a:p>
          <a:p>
            <a:pPr>
              <a:buNone/>
            </a:pPr>
            <a:r>
              <a:rPr lang="en-US" altLang="zh-TW" sz="2400" dirty="0">
                <a:ea typeface="新細明體" pitchFamily="18" charset="-120"/>
              </a:rPr>
              <a:t>					or</a:t>
            </a:r>
          </a:p>
          <a:p>
            <a:pPr>
              <a:buNone/>
            </a:pPr>
            <a:r>
              <a:rPr lang="en-US" altLang="zh-TW" sz="2400" dirty="0">
                <a:ea typeface="新細明體" pitchFamily="18" charset="-120"/>
              </a:rPr>
              <a:t>		</a:t>
            </a:r>
            <a:r>
              <a:rPr lang="en-US" altLang="zh-TW" sz="2400" dirty="0">
                <a:solidFill>
                  <a:srgbClr val="FF0000"/>
                </a:solidFill>
                <a:ea typeface="新細明體" pitchFamily="18" charset="-120"/>
              </a:rPr>
              <a:t>-2147483648, …, -2, -1,      </a:t>
            </a:r>
            <a:r>
              <a:rPr lang="en-US" altLang="zh-TW" sz="2400" dirty="0">
                <a:solidFill>
                  <a:srgbClr val="0070C0"/>
                </a:solidFill>
                <a:ea typeface="新細明體" pitchFamily="18" charset="-120"/>
              </a:rPr>
              <a:t>0, 1, 2, …, 2147483647</a:t>
            </a:r>
          </a:p>
          <a:p>
            <a:pPr marL="457200" lvl="1" indent="0">
              <a:buNone/>
            </a:pPr>
            <a:endParaRPr lang="en-US" altLang="zh-TW" dirty="0">
              <a:ea typeface="新細明體" pitchFamily="18" charset="-12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707435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DC20937A-7710-4149-9F24-77536BB775B0}" type="slidenum">
              <a:rPr lang="zh-TW" altLang="en-US" b="0"/>
              <a:pPr/>
              <a:t>10</a:t>
            </a:fld>
            <a:endParaRPr lang="en-US" altLang="zh-TW" b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1" y="76200"/>
            <a:ext cx="8839199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2.2. Variations of Integral Types</a:t>
            </a:r>
          </a:p>
        </p:txBody>
      </p:sp>
      <p:graphicFrame>
        <p:nvGraphicFramePr>
          <p:cNvPr id="519215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814046"/>
              </p:ext>
            </p:extLst>
          </p:nvPr>
        </p:nvGraphicFramePr>
        <p:xfrm>
          <a:off x="193675" y="1201738"/>
          <a:ext cx="8680450" cy="4143314"/>
        </p:xfrm>
        <a:graphic>
          <a:graphicData uri="http://schemas.openxmlformats.org/drawingml/2006/table">
            <a:tbl>
              <a:tblPr/>
              <a:tblGrid>
                <a:gridCol w="326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1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Size in bytes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[Code::Blocks]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signed char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-128 to 127 (a signed byte)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short (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or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 short </a:t>
                      </a: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int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15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to 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15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-1  (-32768 to 32767)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int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31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to 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31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-1 (if 4 bytes)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long (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or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 long </a:t>
                      </a: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int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63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to 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63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-1 (if 8 bytes)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unsigned char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0 to 255 (an unsigned byte)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unsigned short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0 to 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-1 (0 to 65535)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unsigned </a:t>
                      </a: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int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  <a:b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</a:b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	(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or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 unsigned)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0 to 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32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-1 (if 4 bytes)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unsigned long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0 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to 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64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-1 (if 8 bytes)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19213" name="Text Box 45"/>
          <p:cNvSpPr txBox="1">
            <a:spLocks noChangeArrowheads="1"/>
          </p:cNvSpPr>
          <p:nvPr/>
        </p:nvSpPr>
        <p:spPr bwMode="auto">
          <a:xfrm>
            <a:off x="193675" y="5580063"/>
            <a:ext cx="7011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ea typeface="新細明體" pitchFamily="18" charset="-120"/>
              </a:rPr>
              <a:t>Why are there so many different types of integers?</a:t>
            </a:r>
          </a:p>
        </p:txBody>
      </p:sp>
    </p:spTree>
    <p:extLst>
      <p:ext uri="{BB962C8B-B14F-4D97-AF65-F5344CB8AC3E}">
        <p14:creationId xmlns:p14="http://schemas.microsoft.com/office/powerpoint/2010/main" val="9033654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2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solidFill>
                  <a:prstClr val="black"/>
                </a:solidFill>
                <a:ea typeface="新細明體" pitchFamily="18" charset="-120"/>
              </a:rPr>
              <a:t>2.2. Variations of Integral Types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appropriate type to represent integers in this program?</a:t>
            </a:r>
          </a:p>
          <a:p>
            <a:pPr lvl="1"/>
            <a:r>
              <a:rPr lang="en-US" dirty="0"/>
              <a:t>When the amount of data to be processed is large and the memory space is scarce, we have to be </a:t>
            </a:r>
            <a:r>
              <a:rPr lang="en-US" i="1" dirty="0"/>
              <a:t>mean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For now it suffices to know that these variations of integral types exist. For most applications, using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is adequate.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334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9804CA6-5C36-420A-BADD-82DC5985D43A}" type="slidenum">
              <a:rPr lang="zh-TW" altLang="en-US" b="0"/>
              <a:pPr/>
              <a:t>12</a:t>
            </a:fld>
            <a:endParaRPr lang="en-US" altLang="zh-TW" b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pitchFamily="18" charset="-120"/>
              </a:rPr>
              <a:t>2.3. Integer Overflow</a:t>
            </a:r>
          </a:p>
        </p:txBody>
      </p:sp>
      <p:sp>
        <p:nvSpPr>
          <p:cNvPr id="509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63638"/>
            <a:ext cx="8377238" cy="496728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i="1" dirty="0">
                <a:solidFill>
                  <a:srgbClr val="0070C0"/>
                </a:solidFill>
                <a:ea typeface="新細明體" pitchFamily="18" charset="-120"/>
              </a:rPr>
              <a:t>Integer overflow</a:t>
            </a:r>
            <a:r>
              <a:rPr lang="en-US" altLang="zh-TW" sz="2800" dirty="0">
                <a:ea typeface="新細明體" pitchFamily="18" charset="-120"/>
              </a:rPr>
              <a:t> occurs when the result of an arithmetic operation is too large to be represented by the underlying integer representation.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e.g.: assume integers are 32 bits in size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Add one to the largest signed positive integer:</a:t>
            </a:r>
            <a:endParaRPr lang="en-US" altLang="zh-TW" sz="2400" dirty="0">
              <a:ea typeface="新細明體" pitchFamily="18" charset="-120"/>
              <a:sym typeface="Wingdings" pitchFamily="2" charset="2"/>
            </a:endParaRPr>
          </a:p>
          <a:p>
            <a:pPr lvl="1">
              <a:lnSpc>
                <a:spcPct val="90000"/>
              </a:lnSpc>
              <a:buNone/>
            </a:pPr>
            <a:endParaRPr lang="en-US" altLang="zh-TW" sz="2400" dirty="0">
              <a:ea typeface="新細明體" pitchFamily="18" charset="-120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400" dirty="0">
                <a:ea typeface="新細明體" pitchFamily="18" charset="-120"/>
              </a:rPr>
              <a:t>	 2147483647 + 1 </a:t>
            </a:r>
            <a:r>
              <a:rPr lang="en-US" altLang="zh-TW" sz="2400" dirty="0">
                <a:ea typeface="新細明體" pitchFamily="18" charset="-120"/>
                <a:sym typeface="Wingdings" panose="05000000000000000000" pitchFamily="2" charset="2"/>
              </a:rPr>
              <a:t></a:t>
            </a:r>
            <a:r>
              <a:rPr lang="en-US" altLang="zh-TW" sz="2400" dirty="0">
                <a:ea typeface="新細明體" pitchFamily="18" charset="-12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ea typeface="新細明體" pitchFamily="18" charset="-120"/>
              </a:rPr>
              <a:t>–</a:t>
            </a:r>
            <a:r>
              <a:rPr lang="en-US" altLang="zh-TW" sz="2400" dirty="0">
                <a:ea typeface="新細明體" pitchFamily="18" charset="-120"/>
              </a:rPr>
              <a:t>2147483648</a:t>
            </a:r>
          </a:p>
          <a:p>
            <a:pPr lvl="1">
              <a:lnSpc>
                <a:spcPct val="90000"/>
              </a:lnSpc>
              <a:buNone/>
            </a:pPr>
            <a:endParaRPr lang="en-US" altLang="zh-TW" sz="2400" dirty="0">
              <a:ea typeface="新細明體" pitchFamily="18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The correct result +2147483648 is NOT representable in 32-bit signed integer representation, i.e. out of range.</a:t>
            </a:r>
          </a:p>
          <a:p>
            <a:pPr lvl="2">
              <a:lnSpc>
                <a:spcPct val="90000"/>
              </a:lnSpc>
            </a:pPr>
            <a:r>
              <a:rPr lang="en-US" altLang="zh-TW" sz="2000" dirty="0">
                <a:sym typeface="Wingdings" pitchFamily="2" charset="2"/>
              </a:rPr>
              <a:t>We have to use another data type to represent such a number</a:t>
            </a:r>
          </a:p>
          <a:p>
            <a:pPr lvl="1">
              <a:lnSpc>
                <a:spcPct val="90000"/>
              </a:lnSpc>
              <a:buNone/>
            </a:pPr>
            <a:endParaRPr lang="en-US" altLang="zh-TW" sz="2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14909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3. Floating Point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 u="sng" dirty="0"/>
              <a:t>Key Concepts</a:t>
            </a:r>
          </a:p>
          <a:p>
            <a:r>
              <a:rPr lang="en-US" sz="2800" dirty="0"/>
              <a:t>Floating point numbers representation and arithmetic are not exact.</a:t>
            </a:r>
          </a:p>
          <a:p>
            <a:endParaRPr lang="en-HK" sz="2800" dirty="0"/>
          </a:p>
          <a:p>
            <a:endParaRPr lang="en-HK" sz="2800" dirty="0"/>
          </a:p>
          <a:p>
            <a:r>
              <a:rPr lang="en-HK" sz="2800" dirty="0"/>
              <a:t>[Advanced and Optional] Further Reading and Reference</a:t>
            </a:r>
          </a:p>
          <a:p>
            <a:pPr marL="400050" lvl="1" indent="0">
              <a:buNone/>
            </a:pPr>
            <a:endParaRPr lang="en-HK" sz="2000" dirty="0"/>
          </a:p>
          <a:p>
            <a:pPr marL="400050" lvl="1" indent="0">
              <a:buNone/>
            </a:pPr>
            <a:r>
              <a:rPr lang="en-HK" sz="2000" dirty="0"/>
              <a:t>IEEE 754 Standard for Floating-Point Arithmetic, Wikipedia (</a:t>
            </a:r>
            <a:r>
              <a:rPr lang="en-US" sz="2000" dirty="0">
                <a:hlinkClick r:id="rId2"/>
              </a:rPr>
              <a:t>https://en.wikipedia.org/wiki/IEEE_754</a:t>
            </a:r>
            <a:r>
              <a:rPr lang="en-US" sz="2000" dirty="0"/>
              <a:t>)</a:t>
            </a:r>
            <a:endParaRPr lang="en-HK" sz="2000" dirty="0"/>
          </a:p>
          <a:p>
            <a:pPr marL="400050" lvl="1" indent="0">
              <a:buNone/>
            </a:pPr>
            <a:endParaRPr lang="en-HK" sz="2000" dirty="0"/>
          </a:p>
          <a:p>
            <a:pPr marL="400050" lvl="1" indent="0">
              <a:buNone/>
            </a:pPr>
            <a:r>
              <a:rPr lang="en-HK" sz="2000" dirty="0"/>
              <a:t>IEEE 754-2019 - IEEE Standard for Floating-Point Arithmetic (</a:t>
            </a:r>
            <a:r>
              <a:rPr lang="en-US" sz="2000" dirty="0">
                <a:hlinkClick r:id="rId3"/>
              </a:rPr>
              <a:t>https://ieeexplore.ieee.org/document/8766229</a:t>
            </a:r>
            <a:r>
              <a:rPr lang="en-US" sz="2000" dirty="0"/>
              <a:t>)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>
              <a:solidFill>
                <a:srgbClr val="FF0000"/>
              </a:solidFill>
              <a:latin typeface="Consolas"/>
            </a:endParaRP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5376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C8623-BAB2-4BA8-92F3-B85032EE11C5}" type="slidenum">
              <a:rPr lang="zh-TW" altLang="en-US"/>
              <a:pPr/>
              <a:t>14</a:t>
            </a:fld>
            <a:endParaRPr lang="en-US" altLang="zh-TW"/>
          </a:p>
        </p:txBody>
      </p:sp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ea typeface="新細明體" pitchFamily="18" charset="-120"/>
              </a:rPr>
              <a:t>3.1. Floating Point Number Representation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sz="2800" dirty="0">
                <a:ea typeface="新細明體" pitchFamily="18" charset="-120"/>
              </a:rPr>
              <a:t>Floating point numbers and integers have </a:t>
            </a:r>
            <a:r>
              <a:rPr lang="en-US" altLang="zh-TW" sz="2800" u="sng" dirty="0">
                <a:ea typeface="新細明體" pitchFamily="18" charset="-120"/>
              </a:rPr>
              <a:t>different representations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Not all real numbers are representable.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Finite number of bits vs. infinitely many real numbers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Decimal to/from binary conversion error, e.g. convert 0.1 to binary</a:t>
            </a:r>
          </a:p>
          <a:p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Floating-point number representation and arithmetic operations need not be exact.</a:t>
            </a:r>
          </a:p>
          <a:p>
            <a:pPr marL="457200" lvl="1" indent="0">
              <a:buNone/>
            </a:pPr>
            <a:r>
              <a:rPr lang="en-US" altLang="zh-TW" sz="2400" dirty="0">
                <a:ea typeface="新細明體" pitchFamily="18" charset="-120"/>
              </a:rPr>
              <a:t>e.g.,      </a:t>
            </a: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("%.20f; %.20f", 3.3, </a:t>
            </a:r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2.1 - 2.0 - 0.1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altLang="zh-TW" sz="2400" dirty="0">
                <a:ea typeface="新細明體" pitchFamily="18" charset="-120"/>
              </a:rPr>
              <a:t>yields   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3.29999999999999982236; </a:t>
            </a:r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0.00000000000000008327</a:t>
            </a:r>
            <a:b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For very large computations, rounding errors may accumulate and become significant.</a:t>
            </a:r>
          </a:p>
        </p:txBody>
      </p:sp>
    </p:spTree>
    <p:extLst>
      <p:ext uri="{BB962C8B-B14F-4D97-AF65-F5344CB8AC3E}">
        <p14:creationId xmlns:p14="http://schemas.microsoft.com/office/powerpoint/2010/main" val="20866326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7B6E01A9-05FE-4F7F-BE60-70997DE36524}" type="slidenum">
              <a:rPr lang="zh-TW" altLang="en-US" b="0"/>
              <a:pPr/>
              <a:t>15</a:t>
            </a:fld>
            <a:endParaRPr lang="en-US" altLang="zh-TW" b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462963" cy="7493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pitchFamily="18" charset="-120"/>
              </a:rPr>
              <a:t>3.2. C Language Floating-Point Types</a:t>
            </a:r>
          </a:p>
        </p:txBody>
      </p:sp>
      <p:graphicFrame>
        <p:nvGraphicFramePr>
          <p:cNvPr id="520229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468700"/>
              </p:ext>
            </p:extLst>
          </p:nvPr>
        </p:nvGraphicFramePr>
        <p:xfrm>
          <a:off x="228601" y="1219200"/>
          <a:ext cx="8682036" cy="2987040"/>
        </p:xfrm>
        <a:graphic>
          <a:graphicData uri="http://schemas.openxmlformats.org/drawingml/2006/table">
            <a:tbl>
              <a:tblPr/>
              <a:tblGrid>
                <a:gridCol w="1219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Size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[Code::Blocks]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Range and Precision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float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4 bytes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HK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32-bit </a:t>
                      </a:r>
                      <a:r>
                        <a:rPr kumimoji="0" lang="en-HK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single</a:t>
                      </a:r>
                      <a:r>
                        <a:rPr kumimoji="0" lang="en-HK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-precision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Range: ±3.4 x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10</a:t>
                      </a:r>
                      <a:r>
                        <a:rPr kumimoji="0" lang="en-US" altLang="zh-TW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± 38 </a:t>
                      </a:r>
                      <a:br>
                        <a:rPr kumimoji="0" lang="en-US" altLang="zh-TW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</a:b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Precision: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6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 significant decimal places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double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8 bytes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HK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64-bit </a:t>
                      </a:r>
                      <a:r>
                        <a:rPr kumimoji="0" lang="en-HK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double</a:t>
                      </a:r>
                      <a:r>
                        <a:rPr kumimoji="0" lang="en-HK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-precision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Range: ±1.7 x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10</a:t>
                      </a:r>
                      <a:r>
                        <a:rPr kumimoji="0" lang="en-US" altLang="zh-TW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± 308 </a:t>
                      </a:r>
                      <a:br>
                        <a:rPr kumimoji="0" lang="en-US" altLang="zh-TW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</a:b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Precision: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15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 significant decimal places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4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long double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≥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 8 bytes  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[16 bytes]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HK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System dependent; </a:t>
                      </a:r>
                      <a:r>
                        <a:rPr kumimoji="0" lang="en-HK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may provide</a:t>
                      </a:r>
                      <a:r>
                        <a:rPr kumimoji="0" lang="en-HK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 wider range and more precision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410" name="Rectangle 30"/>
          <p:cNvSpPr>
            <a:spLocks noGrp="1" noChangeArrowheads="1"/>
          </p:cNvSpPr>
          <p:nvPr>
            <p:ph type="body" idx="1"/>
          </p:nvPr>
        </p:nvSpPr>
        <p:spPr>
          <a:xfrm>
            <a:off x="309563" y="4267201"/>
            <a:ext cx="8640762" cy="2089152"/>
          </a:xfrm>
          <a:noFill/>
        </p:spPr>
        <p:txBody>
          <a:bodyPr>
            <a:normAutofit/>
          </a:bodyPr>
          <a:lstStyle/>
          <a:p>
            <a:r>
              <a:rPr lang="en-US" sz="2800" dirty="0"/>
              <a:t>123.451234512345 is more </a:t>
            </a:r>
            <a:r>
              <a:rPr lang="en-US" sz="2800" dirty="0">
                <a:sym typeface="Wingdings" panose="05000000000000000000" pitchFamily="2" charset="2"/>
              </a:rPr>
              <a:t>precise than 123.451</a:t>
            </a:r>
            <a:endParaRPr lang="en-US" sz="2800" dirty="0"/>
          </a:p>
          <a:p>
            <a:r>
              <a:rPr lang="en-US" sz="2800" b="1" dirty="0"/>
              <a:t>For most applications, using </a:t>
            </a:r>
            <a:r>
              <a:rPr lang="en-US" sz="28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/>
              <a:t>is recommended.</a:t>
            </a:r>
          </a:p>
          <a:p>
            <a:r>
              <a:rPr lang="en-US" sz="2800" dirty="0"/>
              <a:t>If possible, avoid using 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sz="2800" dirty="0"/>
              <a:t> which is imprecise in modern day standard, thus leading to loss of precision.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4261749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9F43-7EE6-4991-80FD-EA238433D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76200"/>
            <a:ext cx="8616462" cy="838200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"/>
              </a:rPr>
              <a:t>3.3. Using floating point with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9DDE2-2D1E-49AD-9DEA-F6F813558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Remember our example last time?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592C5-ADD6-4DA3-B436-7E430EFF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B7BB0A4-073F-432C-A196-97E4FB315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817322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double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pi = 3.1415927;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"A) %f\n"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pi);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"B) %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.2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pi);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"C) %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.7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pi);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20DD4D5-25EE-4D20-9A7E-F9806D065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17322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45014D-0F66-4D58-AAB6-8458B8DA8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1524" y="2664490"/>
            <a:ext cx="2362519" cy="1275201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A) 3.141593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B) 3.14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C) 3.1415927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3D65495B-1BC3-488A-AF7D-8B9E07679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7783" y="4371517"/>
            <a:ext cx="4570412" cy="1651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The format specifier, </a:t>
            </a:r>
            <a:r>
              <a:rPr kumimoji="1" lang="en-US" altLang="zh-TW" sz="2400" b="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%</a:t>
            </a:r>
            <a:r>
              <a:rPr kumimoji="1" lang="en-US" altLang="zh-TW" sz="2400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.</a:t>
            </a:r>
            <a:r>
              <a:rPr kumimoji="1" lang="en-US" altLang="zh-TW" sz="2400" b="0" i="1" dirty="0" err="1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x</a:t>
            </a:r>
            <a:r>
              <a:rPr kumimoji="1" lang="en-US" altLang="zh-TW" sz="2400" b="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f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, tells</a:t>
            </a:r>
          </a:p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 to format the corresponding floating point number with </a:t>
            </a:r>
            <a:r>
              <a:rPr kumimoji="1"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x</a:t>
            </a:r>
            <a:r>
              <a:rPr kumimoji="1" lang="en-US" altLang="zh-TW" sz="2400" b="0" i="1" dirty="0">
                <a:solidFill>
                  <a:srgbClr val="FF0000"/>
                </a:solidFill>
                <a:latin typeface="+mn-lt"/>
                <a:ea typeface="新細明體" charset="-120"/>
              </a:rPr>
              <a:t> 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decimal places.</a:t>
            </a:r>
          </a:p>
        </p:txBody>
      </p:sp>
    </p:spTree>
    <p:extLst>
      <p:ext uri="{BB962C8B-B14F-4D97-AF65-F5344CB8AC3E}">
        <p14:creationId xmlns:p14="http://schemas.microsoft.com/office/powerpoint/2010/main" val="16106395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47E23-4E95-4C41-BBF5-29A69CC57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You should now realize that integers and floating point numbers are completely different things in C language </a:t>
            </a:r>
            <a:endParaRPr lang="en-US" dirty="0"/>
          </a:p>
          <a:p>
            <a:r>
              <a:rPr lang="en-US" dirty="0">
                <a:cs typeface="Calibri"/>
              </a:rPr>
              <a:t>You must specify correctly what data type you are supplying or you will see meaningless results</a:t>
            </a:r>
            <a:endParaRPr lang="en-US" dirty="0"/>
          </a:p>
          <a:p>
            <a:r>
              <a:rPr lang="en-US" dirty="0">
                <a:cs typeface="Calibri"/>
              </a:rPr>
              <a:t>What do you think the result will be in the following example?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e.g.  </a:t>
            </a:r>
            <a:r>
              <a:rPr lang="en-US" sz="2800" dirty="0" err="1">
                <a:latin typeface="Consolas" panose="020B0609020204030204" pitchFamily="49" charset="0"/>
                <a:cs typeface="Calibri"/>
              </a:rPr>
              <a:t>printf</a:t>
            </a:r>
            <a:r>
              <a:rPr lang="en-US" sz="2800" dirty="0">
                <a:latin typeface="Consolas" panose="020B0609020204030204" pitchFamily="49" charset="0"/>
                <a:cs typeface="Calibri"/>
              </a:rPr>
              <a:t>("%d", 3.14);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DBD8E-4797-4E3B-8115-B38F9AC0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0672B9D-14FB-524C-BC6F-F7231FCB2D30}"/>
              </a:ext>
            </a:extLst>
          </p:cNvPr>
          <p:cNvSpPr txBox="1">
            <a:spLocks/>
          </p:cNvSpPr>
          <p:nvPr/>
        </p:nvSpPr>
        <p:spPr>
          <a:xfrm>
            <a:off x="70338" y="76200"/>
            <a:ext cx="8616462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Calibri"/>
              </a:rPr>
              <a:t>3.3. Using floating point with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7726199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47454D-5C83-4668-9920-F82B7CA17631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539750" y="994745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double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r1, r2;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"Enter two real numbers:\n"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"%</a:t>
            </a:r>
            <a:r>
              <a:rPr kumimoji="1" lang="en-US" altLang="zh-TW" sz="2000" dirty="0" err="1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lf%lf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r1, 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r2);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"r1 = %f\n"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r1);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"r2 = %f\n"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r2);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0" y="994745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5404820"/>
            <a:ext cx="9144000" cy="1457325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Enter two real numbers: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123 456.125</a:t>
            </a: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Symbol" pitchFamily="18" charset="2"/>
              </a:rPr>
              <a:t>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r1 = 123.000000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r2 = 456.125000</a:t>
            </a:r>
          </a:p>
        </p:txBody>
      </p:sp>
      <p:sp>
        <p:nvSpPr>
          <p:cNvPr id="34823" name="Rectangle 12"/>
          <p:cNvSpPr>
            <a:spLocks noChangeArrowheads="1"/>
          </p:cNvSpPr>
          <p:nvPr/>
        </p:nvSpPr>
        <p:spPr bwMode="auto">
          <a:xfrm>
            <a:off x="3305175" y="1850408"/>
            <a:ext cx="5645150" cy="56851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>
                <a:latin typeface="+mn-lt"/>
                <a:ea typeface="新細明體"/>
              </a:rPr>
              <a:t>Variables</a:t>
            </a:r>
            <a:r>
              <a:rPr kumimoji="1" lang="en-US" altLang="zh-TW" sz="2400" b="0" dirty="0">
                <a:latin typeface="+mn-lt"/>
                <a:ea typeface="新細明體"/>
              </a:rPr>
              <a:t> </a:t>
            </a:r>
            <a:r>
              <a:rPr kumimoji="1" lang="en-US" altLang="zh-TW" sz="2400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r1</a:t>
            </a:r>
            <a:r>
              <a:rPr kumimoji="1" lang="en-US" altLang="zh-TW" sz="2400" dirty="0">
                <a:latin typeface="+mn-lt"/>
                <a:ea typeface="新細明體"/>
              </a:rPr>
              <a:t> and </a:t>
            </a:r>
            <a:r>
              <a:rPr kumimoji="1" lang="en-US" altLang="zh-TW" sz="2400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r2</a:t>
            </a:r>
            <a:r>
              <a:rPr kumimoji="1" lang="en-US" altLang="zh-TW" sz="2400" dirty="0">
                <a:latin typeface="+mn-lt"/>
                <a:ea typeface="新細明體"/>
              </a:rPr>
              <a:t> are of</a:t>
            </a:r>
            <a:r>
              <a:rPr kumimoji="1" lang="en-US" altLang="zh-TW" sz="2400" b="0" dirty="0">
                <a:latin typeface="+mn-lt"/>
                <a:ea typeface="新細明體"/>
              </a:rPr>
              <a:t> type </a:t>
            </a:r>
            <a:r>
              <a:rPr kumimoji="1" lang="en-US" altLang="zh-TW" sz="2400" b="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double</a:t>
            </a:r>
            <a:r>
              <a:rPr kumimoji="1" lang="en-US" altLang="zh-TW" sz="2400" dirty="0">
                <a:solidFill>
                  <a:srgbClr val="0070C0"/>
                </a:solidFill>
                <a:latin typeface="+mn-lt"/>
                <a:ea typeface="新細明體"/>
              </a:rPr>
              <a:t> </a:t>
            </a:r>
            <a:endParaRPr lang="en-US" altLang="zh-TW" sz="2400" b="0" dirty="0">
              <a:latin typeface="+mn-lt"/>
              <a:ea typeface="新細明體"/>
              <a:cs typeface="Calibri"/>
            </a:endParaRPr>
          </a:p>
        </p:txBody>
      </p:sp>
      <p:sp>
        <p:nvSpPr>
          <p:cNvPr id="34824" name="Rectangle 12"/>
          <p:cNvSpPr>
            <a:spLocks noChangeArrowheads="1"/>
          </p:cNvSpPr>
          <p:nvPr/>
        </p:nvSpPr>
        <p:spPr bwMode="auto">
          <a:xfrm>
            <a:off x="4572000" y="3232301"/>
            <a:ext cx="4522788" cy="1701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dirty="0">
                <a:latin typeface="+mn-lt"/>
                <a:ea typeface="新細明體" charset="-120"/>
              </a:rPr>
              <a:t>Concerning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double</a:t>
            </a:r>
            <a:r>
              <a:rPr kumimoji="1" lang="en-US" altLang="zh-TW" sz="2400" dirty="0">
                <a:latin typeface="+mn-lt"/>
                <a:ea typeface="新細明體" charset="-120"/>
              </a:rPr>
              <a:t>-typed values,</a:t>
            </a:r>
            <a:endParaRPr kumimoji="1" lang="en-US" altLang="zh-TW" sz="2400" b="0" dirty="0">
              <a:latin typeface="+mn-lt"/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 uses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%lf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 (‘ell’ f);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 dirty="0">
                <a:latin typeface="+mn-lt"/>
                <a:ea typeface="新細明體" charset="-120"/>
              </a:rPr>
              <a:t> uses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%f</a:t>
            </a:r>
            <a:r>
              <a:rPr kumimoji="1" lang="en-US" altLang="zh-TW" sz="2400" dirty="0">
                <a:latin typeface="+mn-lt"/>
                <a:ea typeface="新細明體" charset="-120"/>
              </a:rPr>
              <a:t>.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>
                <a:latin typeface="+mn-lt"/>
                <a:ea typeface="新細明體" charset="-120"/>
              </a:rPr>
              <a:t>Look similar but </a:t>
            </a:r>
            <a:r>
              <a:rPr kumimoji="1" lang="en-US" altLang="zh-TW" sz="2400" i="1" dirty="0">
                <a:latin typeface="+mn-lt"/>
                <a:ea typeface="新細明體" charset="-120"/>
              </a:rPr>
              <a:t>slightly different</a:t>
            </a:r>
            <a:r>
              <a:rPr kumimoji="1" lang="en-US" altLang="zh-TW" sz="2400" dirty="0">
                <a:latin typeface="+mn-lt"/>
                <a:ea typeface="新細明體" charset="-120"/>
              </a:rPr>
              <a:t>!</a:t>
            </a:r>
          </a:p>
        </p:txBody>
      </p:sp>
      <p:sp>
        <p:nvSpPr>
          <p:cNvPr id="34825" name="Rectangle 12"/>
          <p:cNvSpPr>
            <a:spLocks noChangeArrowheads="1"/>
          </p:cNvSpPr>
          <p:nvPr/>
        </p:nvSpPr>
        <p:spPr bwMode="auto">
          <a:xfrm>
            <a:off x="4379913" y="5538170"/>
            <a:ext cx="4764087" cy="12287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kumimoji="1" lang="en-US" altLang="zh-TW" sz="24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()</a:t>
            </a:r>
            <a:r>
              <a:rPr kumimoji="1" lang="en-US" altLang="zh-TW" sz="2400" b="0" dirty="0">
                <a:latin typeface="+mn-lt"/>
                <a:ea typeface="新細明體"/>
              </a:rPr>
              <a:t>, by default, prints </a:t>
            </a:r>
            <a:r>
              <a:rPr kumimoji="1" lang="en-US" altLang="zh-TW" sz="2400" dirty="0">
                <a:latin typeface="+mn-lt"/>
                <a:ea typeface="新細明體"/>
              </a:rPr>
              <a:t>decimal numbers (floating</a:t>
            </a:r>
            <a:r>
              <a:rPr kumimoji="1" lang="en-US" altLang="zh-TW" sz="2400" b="0" dirty="0">
                <a:latin typeface="+mn-lt"/>
                <a:ea typeface="新細明體"/>
              </a:rPr>
              <a:t> point numbers</a:t>
            </a:r>
            <a:r>
              <a:rPr kumimoji="1" lang="en-US" altLang="zh-TW" sz="2400" dirty="0">
                <a:latin typeface="+mn-lt"/>
                <a:ea typeface="新細明體"/>
              </a:rPr>
              <a:t>)</a:t>
            </a:r>
            <a:r>
              <a:rPr kumimoji="1" lang="en-US" altLang="zh-TW" sz="2400" b="0" dirty="0">
                <a:latin typeface="+mn-lt"/>
                <a:ea typeface="新細明體"/>
              </a:rPr>
              <a:t> with 6 decimal places.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66E5FE-E9F6-416C-B884-0F2561973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3.4. Using floating point with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297143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1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1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B1909839-3CD1-4F16-9BE2-215240485736}" type="slidenum">
              <a:rPr lang="zh-TW" altLang="en-US" b="0"/>
              <a:pPr/>
              <a:t>19</a:t>
            </a:fld>
            <a:endParaRPr lang="en-US" altLang="zh-TW" b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721725" cy="7620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/>
              </a:rPr>
              <a:t>4. Type Conversion</a:t>
            </a:r>
          </a:p>
        </p:txBody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9563" y="1219200"/>
            <a:ext cx="8678862" cy="50133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TW" b="1" u="sng" dirty="0">
                <a:ea typeface="新細明體" pitchFamily="18" charset="-120"/>
              </a:rPr>
              <a:t>Key Concepts</a:t>
            </a: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How types are converted in an expression with mixed types of numbers</a:t>
            </a:r>
          </a:p>
          <a:p>
            <a:pPr marL="457200" lvl="1" indent="0">
              <a:buNone/>
            </a:pPr>
            <a:r>
              <a:rPr lang="en-US" altLang="zh-TW" sz="2400" dirty="0">
                <a:ea typeface="新細明體" pitchFamily="18" charset="-120"/>
              </a:rPr>
              <a:t>e.g., 	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2.5 + 5 / 2 = ?</a:t>
            </a: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How a 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sz="2800" dirty="0">
                <a:ea typeface="新細明體" pitchFamily="18" charset="-120"/>
              </a:rPr>
              <a:t> type value is converted to an integral type value</a:t>
            </a: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Explicit Type Conversion (Type Casting)</a:t>
            </a: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452537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B1909839-3CD1-4F16-9BE2-215240485736}" type="slidenum">
              <a:rPr lang="zh-TW" altLang="en-US" b="0"/>
              <a:pPr/>
              <a:t>20</a:t>
            </a:fld>
            <a:endParaRPr lang="en-US" altLang="zh-TW" b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721725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4.1. Expressions with mixed types of data</a:t>
            </a:r>
          </a:p>
        </p:txBody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9563" y="1219200"/>
            <a:ext cx="8678862" cy="5013325"/>
          </a:xfrm>
        </p:spPr>
        <p:txBody>
          <a:bodyPr/>
          <a:lstStyle/>
          <a:p>
            <a:pPr eaLnBrk="1" hangingPunct="1"/>
            <a:r>
              <a:rPr lang="en-US" altLang="zh-TW" sz="2400" dirty="0">
                <a:ea typeface="新細明體" pitchFamily="18" charset="-120"/>
              </a:rPr>
              <a:t>HK$1000 + US$100 	= ?</a:t>
            </a:r>
          </a:p>
          <a:p>
            <a:pPr eaLnBrk="1" hangingPunct="1"/>
            <a:endParaRPr lang="en-US" altLang="zh-TW" sz="1600" dirty="0">
              <a:ea typeface="新細明體" pitchFamily="18" charset="-120"/>
            </a:endParaRPr>
          </a:p>
          <a:p>
            <a:pPr eaLnBrk="1" hangingPunct="1"/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3.1 + 2</a:t>
            </a:r>
            <a:r>
              <a:rPr lang="en-US" altLang="zh-TW" sz="2400" dirty="0">
                <a:ea typeface="新細明體" pitchFamily="18" charset="-120"/>
              </a:rPr>
              <a:t>	   		= ?</a:t>
            </a:r>
          </a:p>
          <a:p>
            <a:pPr eaLnBrk="1" hangingPunct="1"/>
            <a:endParaRPr lang="en-US" altLang="zh-TW" sz="1600" dirty="0">
              <a:ea typeface="新細明體" pitchFamily="18" charset="-120"/>
            </a:endParaRPr>
          </a:p>
          <a:p>
            <a:pPr eaLnBrk="1" hangingPunct="1"/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double d = 4;	</a:t>
            </a:r>
            <a:r>
              <a:rPr lang="en-US" altLang="zh-TW" sz="2400" dirty="0">
                <a:ea typeface="新細明體" pitchFamily="18" charset="-120"/>
              </a:rPr>
              <a:t>	What value will 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d</a:t>
            </a:r>
            <a:r>
              <a:rPr lang="en-US" altLang="zh-TW" sz="2400" dirty="0">
                <a:ea typeface="新細明體" pitchFamily="18" charset="-120"/>
              </a:rPr>
              <a:t> hold?</a:t>
            </a:r>
          </a:p>
          <a:p>
            <a:pPr eaLnBrk="1" hangingPunct="1"/>
            <a:endParaRPr lang="en-US" altLang="zh-TW" sz="1600" dirty="0">
              <a:ea typeface="新細明體" pitchFamily="18" charset="-120"/>
            </a:endParaRPr>
          </a:p>
          <a:p>
            <a:pPr eaLnBrk="1" hangingPunct="1"/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x = 4.1;</a:t>
            </a:r>
            <a:r>
              <a:rPr lang="en-US" altLang="zh-TW" sz="2400" dirty="0">
                <a:ea typeface="新細明體" pitchFamily="18" charset="-120"/>
              </a:rPr>
              <a:t> 		What value will 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400" dirty="0">
                <a:ea typeface="新細明體" pitchFamily="18" charset="-120"/>
              </a:rPr>
              <a:t> hold?</a:t>
            </a:r>
          </a:p>
          <a:p>
            <a:pPr eaLnBrk="1" hangingPunct="1"/>
            <a:endParaRPr lang="en-US" altLang="zh-TW" sz="1600" dirty="0">
              <a:ea typeface="新細明體" pitchFamily="18" charset="-120"/>
            </a:endParaRPr>
          </a:p>
          <a:p>
            <a:pPr eaLnBrk="1" hangingPunct="1"/>
            <a:endParaRPr lang="en-US" altLang="zh-TW" sz="16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Some kind of </a:t>
            </a:r>
            <a:r>
              <a:rPr lang="en-US" altLang="zh-TW" sz="2800" u="sng" dirty="0">
                <a:ea typeface="新細明體" pitchFamily="18" charset="-120"/>
              </a:rPr>
              <a:t>conversion</a:t>
            </a:r>
            <a:r>
              <a:rPr lang="en-US" altLang="zh-TW" sz="2800" dirty="0">
                <a:ea typeface="新細明體" pitchFamily="18" charset="-120"/>
              </a:rPr>
              <a:t> is needed to ensure the type of both operands are compatible before the computer can evaluate the expressions.</a:t>
            </a:r>
          </a:p>
        </p:txBody>
      </p:sp>
    </p:spTree>
    <p:extLst>
      <p:ext uri="{BB962C8B-B14F-4D97-AF65-F5344CB8AC3E}">
        <p14:creationId xmlns:p14="http://schemas.microsoft.com/office/powerpoint/2010/main" val="34022483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0442B58-B734-4686-8E1B-65A730E640E2}" type="slidenum">
              <a:rPr lang="zh-TW" altLang="en-US" b="0"/>
              <a:pPr/>
              <a:t>21</a:t>
            </a:fld>
            <a:endParaRPr lang="en-US" altLang="zh-TW" b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462963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4.1. Implicit Type Conversion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9563" y="1123950"/>
            <a:ext cx="8640762" cy="5262563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ea typeface="新細明體" pitchFamily="18" charset="-120"/>
              </a:rPr>
              <a:t>C language has a set of conversion rules to resolve </a:t>
            </a:r>
            <a:r>
              <a:rPr lang="en-US" altLang="zh-TW" sz="2800" u="sng" dirty="0">
                <a:ea typeface="新細明體" pitchFamily="18" charset="-120"/>
              </a:rPr>
              <a:t>certain</a:t>
            </a:r>
            <a:r>
              <a:rPr lang="en-US" altLang="zh-TW" sz="2800" dirty="0">
                <a:ea typeface="新細明體" pitchFamily="18" charset="-120"/>
              </a:rPr>
              <a:t> mismatched operand types.</a:t>
            </a: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As a convenient to programmers, compilers </a:t>
            </a:r>
            <a:r>
              <a:rPr lang="en-US" altLang="zh-TW" sz="2800" u="sng" dirty="0">
                <a:ea typeface="新細明體" pitchFamily="18" charset="-120"/>
              </a:rPr>
              <a:t>automatically convert</a:t>
            </a:r>
            <a:r>
              <a:rPr lang="en-US" altLang="zh-TW" sz="2800" dirty="0">
                <a:ea typeface="新細明體" pitchFamily="18" charset="-120"/>
              </a:rPr>
              <a:t> the value of an operand from one type to another based on these rules whenever possible.</a:t>
            </a:r>
          </a:p>
          <a:p>
            <a:pPr eaLnBrk="1" hangingPunct="1"/>
            <a:endParaRPr lang="en-US" altLang="zh-TW" sz="2800" dirty="0">
              <a:solidFill>
                <a:srgbClr val="0000FF"/>
              </a:solidFill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Sometimes called </a:t>
            </a:r>
            <a:r>
              <a:rPr lang="en-US" altLang="zh-TW" sz="2800" i="1" dirty="0">
                <a:solidFill>
                  <a:srgbClr val="FF3300"/>
                </a:solidFill>
                <a:ea typeface="新細明體" pitchFamily="18" charset="-120"/>
              </a:rPr>
              <a:t>coercion</a:t>
            </a:r>
            <a:r>
              <a:rPr lang="en-US" altLang="zh-TW" sz="2800" dirty="0"/>
              <a:t>.</a:t>
            </a:r>
            <a:endParaRPr lang="en-US" altLang="zh-TW" sz="2800" dirty="0">
              <a:solidFill>
                <a:srgbClr val="0000FF"/>
              </a:solidFill>
              <a:ea typeface="新細明體" pitchFamily="18" charset="-120"/>
            </a:endParaRPr>
          </a:p>
          <a:p>
            <a:pPr eaLnBrk="1" hangingPunct="1"/>
            <a:endParaRPr lang="en-US" altLang="zh-TW" sz="2800" dirty="0">
              <a:solidFill>
                <a:srgbClr val="0000FF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2916083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1472832-AD4B-44AB-ACC6-B774B4ACBDE4}" type="slidenum">
              <a:rPr lang="zh-TW" altLang="en-US" b="0"/>
              <a:pPr/>
              <a:t>22</a:t>
            </a:fld>
            <a:endParaRPr lang="en-US" altLang="zh-TW" b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839200" cy="89535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3600" dirty="0">
                <a:ea typeface="新細明體" pitchFamily="18" charset="-120"/>
              </a:rPr>
              <a:t>4.1. Arithmetic Conversions (Simplified Rules)</a:t>
            </a:r>
          </a:p>
        </p:txBody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9563" y="1085850"/>
            <a:ext cx="8640762" cy="5262563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ea typeface="新細明體" pitchFamily="18" charset="-120"/>
              </a:rPr>
              <a:t>If either operand is a 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sz="2800" dirty="0">
                <a:ea typeface="新細明體" pitchFamily="18" charset="-120"/>
              </a:rPr>
              <a:t>, the other is converted to 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sz="2800" dirty="0">
                <a:ea typeface="新細明體" pitchFamily="18" charset="-120"/>
              </a:rPr>
              <a:t>. The result type is also 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pPr lvl="1" eaLnBrk="1" hangingPunct="1"/>
            <a:endParaRPr lang="en-US" altLang="zh-TW" sz="1400" dirty="0">
              <a:ea typeface="新細明體" pitchFamily="18" charset="-12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b="1" dirty="0">
                <a:ea typeface="新細明體" pitchFamily="18" charset="-120"/>
              </a:rPr>
              <a:t>	e.g.:</a:t>
            </a:r>
            <a:r>
              <a:rPr lang="en-US" altLang="zh-TW" sz="2400" dirty="0">
                <a:ea typeface="新細明體" pitchFamily="18" charset="-12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   3.1 + 2	 </a:t>
            </a:r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(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3.1</a:t>
            </a:r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 is of type 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double</a:t>
            </a:r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	= 3.1 + 2.0	 </a:t>
            </a:r>
            <a:r>
              <a:rPr lang="en-US" altLang="zh-TW" sz="2400" dirty="0">
                <a:ea typeface="新細明體" pitchFamily="18" charset="-120"/>
              </a:rPr>
              <a:t>(Therefore, 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2</a:t>
            </a:r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 is converted to 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2.0</a:t>
            </a:r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)</a:t>
            </a:r>
            <a:endParaRPr lang="en-US" altLang="zh-TW" sz="240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	= 5.1	   	 </a:t>
            </a:r>
            <a:r>
              <a:rPr lang="en-US" altLang="zh-TW" sz="2400" dirty="0">
                <a:ea typeface="新細明體" pitchFamily="18" charset="-120"/>
              </a:rPr>
              <a:t>(Result is of type 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double</a:t>
            </a:r>
            <a:r>
              <a:rPr lang="en-US" altLang="zh-TW" sz="2400" dirty="0">
                <a:ea typeface="新細明體" pitchFamily="18" charset="-12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800" dirty="0">
              <a:ea typeface="新細明體" pitchFamily="18" charset="-120"/>
            </a:endParaRPr>
          </a:p>
          <a:p>
            <a:pPr lvl="0"/>
            <a:r>
              <a:rPr lang="en-US" altLang="zh-TW" sz="2800" dirty="0">
                <a:solidFill>
                  <a:prstClr val="black"/>
                </a:solidFill>
                <a:ea typeface="新細明體" pitchFamily="18" charset="-120"/>
              </a:rPr>
              <a:t>If both operands are of one of the integral types 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800" dirty="0">
                <a:solidFill>
                  <a:prstClr val="black"/>
                </a:solidFill>
                <a:ea typeface="新細明體" pitchFamily="18" charset="-120"/>
              </a:rPr>
              <a:t>, 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short</a:t>
            </a:r>
            <a:r>
              <a:rPr lang="en-US" altLang="zh-TW" sz="2800" dirty="0">
                <a:solidFill>
                  <a:prstClr val="black"/>
                </a:solidFill>
                <a:ea typeface="新細明體" pitchFamily="18" charset="-120"/>
              </a:rPr>
              <a:t> and </a:t>
            </a:r>
            <a:r>
              <a:rPr lang="en-US" altLang="zh-TW" sz="28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800" dirty="0">
                <a:solidFill>
                  <a:prstClr val="black"/>
                </a:solidFill>
                <a:ea typeface="新細明體" pitchFamily="18" charset="-120"/>
              </a:rPr>
              <a:t>, then both operands are converted to 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800" dirty="0">
                <a:solidFill>
                  <a:prstClr val="black"/>
                </a:solidFill>
                <a:ea typeface="新細明體" pitchFamily="18" charset="-120"/>
              </a:rPr>
              <a:t>. The result type is also 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800" dirty="0">
                <a:solidFill>
                  <a:prstClr val="black"/>
                </a:solidFill>
                <a:ea typeface="新細明體" pitchFamily="18" charset="-120"/>
              </a:rPr>
              <a:t>.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TW" sz="1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2542898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9C3EEF96-815D-47DD-A734-078C3B603748}" type="slidenum">
              <a:rPr lang="zh-TW" altLang="en-US" b="0"/>
              <a:pPr/>
              <a:t>23</a:t>
            </a:fld>
            <a:endParaRPr lang="en-US" altLang="zh-TW" b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ea typeface="新細明體" pitchFamily="18" charset="-120"/>
              </a:rPr>
              <a:t>4.2. </a:t>
            </a:r>
            <a:r>
              <a:rPr lang="en-US" altLang="zh-TW" sz="4000" dirty="0">
                <a:ea typeface="新細明體" pitchFamily="18" charset="-120"/>
              </a:rPr>
              <a:t>Converting Integral Type to </a:t>
            </a:r>
            <a:r>
              <a:rPr lang="en-US" altLang="zh-TW" sz="4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endParaRPr lang="en-US" altLang="zh-TW" sz="36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45525" cy="5205413"/>
          </a:xfrm>
        </p:spPr>
        <p:txBody>
          <a:bodyPr/>
          <a:lstStyle/>
          <a:p>
            <a:r>
              <a:rPr lang="en-US" altLang="zh-TW" sz="2800" dirty="0">
                <a:ea typeface="新細明體" pitchFamily="18" charset="-120"/>
              </a:rPr>
              <a:t>Converting integral type to 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</a:rPr>
              <a:t>double</a:t>
            </a:r>
            <a:r>
              <a:rPr lang="en-US" altLang="zh-TW" sz="2800" dirty="0">
                <a:ea typeface="新細明體" pitchFamily="18" charset="-120"/>
              </a:rPr>
              <a:t> is safe.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No warning is given at compile time</a:t>
            </a:r>
          </a:p>
          <a:p>
            <a:pPr lvl="1"/>
            <a:endParaRPr lang="en-US" altLang="zh-TW" sz="2400" dirty="0">
              <a:ea typeface="新細明體" pitchFamily="18" charset="-120"/>
            </a:endParaRPr>
          </a:p>
          <a:p>
            <a:pPr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 d;</a:t>
            </a:r>
          </a:p>
          <a:p>
            <a:pPr>
              <a:buFont typeface="Wingdings" pitchFamily="2" charset="2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d = 4;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</a:p>
          <a:p>
            <a:pPr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/* 4 is converted to 4.0,</a:t>
            </a:r>
          </a:p>
          <a:p>
            <a:pPr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and then 4.0 is assigned to d */</a:t>
            </a:r>
          </a:p>
          <a:p>
            <a:pPr marL="1828800" lvl="4" indent="0">
              <a:buNone/>
            </a:pPr>
            <a:endParaRPr lang="en-US" altLang="zh-TW" sz="1800" dirty="0">
              <a:solidFill>
                <a:srgbClr val="0000FF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345823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9C3EEF96-815D-47DD-A734-078C3B603748}" type="slidenum">
              <a:rPr lang="zh-TW" altLang="en-US" b="0"/>
              <a:pPr/>
              <a:t>24</a:t>
            </a:fld>
            <a:endParaRPr lang="en-US" altLang="zh-TW" b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4.2. Converting </a:t>
            </a:r>
            <a:r>
              <a:rPr lang="en-US" altLang="zh-TW" sz="4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sz="4000" dirty="0">
                <a:ea typeface="新細明體" pitchFamily="18" charset="-120"/>
              </a:rPr>
              <a:t> to Integral Type</a:t>
            </a:r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45525" cy="5205413"/>
          </a:xfrm>
        </p:spPr>
        <p:txBody>
          <a:bodyPr/>
          <a:lstStyle/>
          <a:p>
            <a:r>
              <a:rPr lang="en-US" altLang="zh-TW" sz="2800" dirty="0">
                <a:ea typeface="新細明體" pitchFamily="18" charset="-120"/>
              </a:rPr>
              <a:t>Converting a 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</a:rPr>
              <a:t>double</a:t>
            </a:r>
            <a:r>
              <a:rPr lang="en-US" altLang="zh-TW" sz="2800" dirty="0">
                <a:ea typeface="新細明體" pitchFamily="18" charset="-120"/>
              </a:rPr>
              <a:t> to an integral type may result in </a:t>
            </a:r>
            <a:r>
              <a:rPr lang="en-US" altLang="zh-TW" sz="2800" i="1" dirty="0">
                <a:solidFill>
                  <a:srgbClr val="FF0000"/>
                </a:solidFill>
                <a:ea typeface="新細明體" pitchFamily="18" charset="-120"/>
              </a:rPr>
              <a:t>loss of data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If the number is within the range of the integral type, the fractional part is </a:t>
            </a:r>
            <a:r>
              <a:rPr lang="en-US" altLang="zh-TW" sz="2400" i="1" dirty="0">
                <a:ea typeface="新細明體" pitchFamily="18" charset="-120"/>
              </a:rPr>
              <a:t>truncated</a:t>
            </a:r>
            <a:r>
              <a:rPr lang="en-US" altLang="zh-TW" sz="2400" dirty="0">
                <a:ea typeface="新細明體" pitchFamily="18" charset="-120"/>
              </a:rPr>
              <a:t>, i.e. </a:t>
            </a:r>
            <a:r>
              <a:rPr lang="en-US" altLang="zh-TW" sz="2400" i="1" dirty="0">
                <a:ea typeface="新細明體" pitchFamily="18" charset="-120"/>
              </a:rPr>
              <a:t>discarded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Compilers </a:t>
            </a:r>
            <a:r>
              <a:rPr lang="en-US" altLang="zh-TW" sz="2400" i="1" dirty="0">
                <a:solidFill>
                  <a:srgbClr val="FF3300"/>
                </a:solidFill>
                <a:ea typeface="新細明體" pitchFamily="18" charset="-120"/>
              </a:rPr>
              <a:t>usually</a:t>
            </a:r>
            <a:r>
              <a:rPr lang="en-US" altLang="zh-TW" sz="2400" dirty="0">
                <a:ea typeface="新細明體" pitchFamily="18" charset="-120"/>
              </a:rPr>
              <a:t> warn at compile time (but NOT guaranteed.)</a:t>
            </a:r>
          </a:p>
          <a:p>
            <a:pPr lvl="1"/>
            <a:endParaRPr lang="en-US" altLang="zh-TW" sz="240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lvl="1"/>
            <a:endParaRPr lang="en-US" altLang="zh-TW" sz="240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68313" y="3810000"/>
            <a:ext cx="8465779" cy="19389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 = 4.1;		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/* 4.1 is converted to 4 */</a:t>
            </a:r>
          </a:p>
          <a:p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= 2 * 4.1;		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/* 8.2 is converted to 8 */</a:t>
            </a:r>
          </a:p>
          <a:p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= 92345678901.2;	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/* </a:t>
            </a:r>
            <a:r>
              <a:rPr lang="en-US" altLang="zh-TW" sz="24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behaviour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is undefined </a:t>
            </a:r>
          </a:p>
          <a:p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  when the value is too </a:t>
            </a:r>
          </a:p>
          <a:p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  large to hold in x */</a:t>
            </a:r>
          </a:p>
        </p:txBody>
      </p:sp>
    </p:spTree>
    <p:extLst>
      <p:ext uri="{BB962C8B-B14F-4D97-AF65-F5344CB8AC3E}">
        <p14:creationId xmlns:p14="http://schemas.microsoft.com/office/powerpoint/2010/main" val="11094987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1D8ED-140F-40FE-97DE-C5FAF6AF346E}" type="slidenum">
              <a:rPr lang="zh-TW" altLang="en-US"/>
              <a:pPr/>
              <a:t>25</a:t>
            </a:fld>
            <a:endParaRPr lang="en-US" altLang="zh-TW"/>
          </a:p>
        </p:txBody>
      </p: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4.3. Explicit Type Conversion (Casting)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763000" cy="4876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zh-TW" sz="2800" dirty="0">
                <a:ea typeface="新細明體" pitchFamily="18" charset="-120"/>
              </a:rPr>
              <a:t>		</a:t>
            </a:r>
            <a:r>
              <a:rPr lang="en-US" altLang="zh-TW" sz="2800" b="1" dirty="0">
                <a:ea typeface="新細明體" pitchFamily="18" charset="-120"/>
              </a:rPr>
              <a:t>Syntax</a:t>
            </a:r>
            <a:r>
              <a:rPr lang="en-US" altLang="zh-TW" sz="2800" dirty="0">
                <a:ea typeface="新細明體" pitchFamily="18" charset="-120"/>
              </a:rPr>
              <a:t>:	  </a:t>
            </a:r>
            <a:r>
              <a:rPr lang="en-US" altLang="zh-TW" sz="28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8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new_type</a:t>
            </a:r>
            <a:r>
              <a:rPr lang="en-US" altLang="zh-TW" sz="28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)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sz="28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operand</a:t>
            </a:r>
            <a:endParaRPr lang="en-US" altLang="zh-TW" dirty="0">
              <a:ea typeface="新細明體" pitchFamily="18" charset="-120"/>
            </a:endParaRPr>
          </a:p>
          <a:p>
            <a:endParaRPr lang="en-US" altLang="zh-TW" sz="16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Converts the </a:t>
            </a:r>
            <a:r>
              <a:rPr lang="en-US" altLang="zh-TW" sz="2800" i="1" u="sng" dirty="0">
                <a:solidFill>
                  <a:srgbClr val="FF3300"/>
                </a:solidFill>
                <a:ea typeface="新細明體" pitchFamily="18" charset="-120"/>
              </a:rPr>
              <a:t>value of</a:t>
            </a:r>
            <a:r>
              <a:rPr lang="en-US" altLang="zh-TW" sz="2800" dirty="0">
                <a:ea typeface="新細明體" pitchFamily="18" charset="-120"/>
              </a:rPr>
              <a:t> </a:t>
            </a:r>
            <a:r>
              <a:rPr lang="en-US" altLang="zh-TW" sz="28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operand</a:t>
            </a:r>
            <a:r>
              <a:rPr lang="en-US" altLang="zh-TW" sz="2800" dirty="0">
                <a:ea typeface="新細明體" pitchFamily="18" charset="-120"/>
              </a:rPr>
              <a:t> to the equivalent value of type </a:t>
            </a:r>
            <a:r>
              <a:rPr lang="en-US" altLang="zh-TW" sz="28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new_type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pPr lvl="1"/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4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new_type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)</a:t>
            </a:r>
            <a:r>
              <a:rPr lang="en-US" altLang="zh-TW" sz="2400" dirty="0">
                <a:ea typeface="新細明體" pitchFamily="18" charset="-120"/>
              </a:rPr>
              <a:t> is called the type casting operator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Note that not every type conversion is possible, however.</a:t>
            </a:r>
          </a:p>
          <a:p>
            <a:pPr marL="457200" lvl="1" indent="0">
              <a:buNone/>
            </a:pPr>
            <a:r>
              <a:rPr lang="en-US" altLang="zh-TW" sz="2400" dirty="0">
                <a:ea typeface="新細明體" pitchFamily="18" charset="-120"/>
              </a:rPr>
              <a:t>e.g.,</a:t>
            </a:r>
          </a:p>
          <a:p>
            <a:pPr marL="463550" lvl="1" indent="-6350"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double d = 4.2;</a:t>
            </a:r>
          </a:p>
          <a:p>
            <a:pPr marL="463550" lvl="1" indent="-6350"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y = (</a:t>
            </a: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d;  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y becomes 4, no warning</a:t>
            </a:r>
          </a:p>
          <a:p>
            <a:pPr marL="463550" lvl="1" indent="-6350"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= d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   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x becomes 4, compiler warns</a:t>
            </a:r>
          </a:p>
          <a:p>
            <a:pPr marL="463550" lvl="1" indent="-6350"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	// because of missing type casting</a:t>
            </a:r>
          </a:p>
          <a:p>
            <a:pPr marL="463550" lvl="1" indent="-6350">
              <a:buFont typeface="Wingdings" pitchFamily="2" charset="2"/>
              <a:buNone/>
            </a:pPr>
            <a:endParaRPr lang="en-US" altLang="zh-TW" sz="240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endParaRPr lang="en-US" altLang="zh-TW" sz="2800" dirty="0">
              <a:ea typeface="新細明體" pitchFamily="18" charset="-120"/>
            </a:endParaRPr>
          </a:p>
          <a:p>
            <a:endParaRPr lang="en-US" altLang="zh-TW" sz="2800" dirty="0">
              <a:ea typeface="新細明體" pitchFamily="18" charset="-120"/>
            </a:endParaRPr>
          </a:p>
          <a:p>
            <a:endParaRPr lang="en-US" altLang="zh-TW" sz="28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2918976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E72E08-D9CD-4261-9DF6-479FD3E381A2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457200" y="914400"/>
            <a:ext cx="8686800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x = 5, y = 2;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double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a, b;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a = 2.5 + (x / y);           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/*    R.H.S. is evaluated as</a:t>
            </a:r>
            <a:endParaRPr lang="en-US" altLang="zh-TW" sz="20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      2.5 + (5 / 2)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   =&gt; 2.5 + 2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   =&gt; 2.5 + 2.0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   =&gt; 4.5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*/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solidFill>
                <a:srgbClr val="0099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b = 2.5 + ((double)x / y);   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/*    R.H.S. is evaluated as</a:t>
            </a:r>
            <a:endParaRPr lang="en-US" altLang="zh-TW" sz="20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      2.5 + (5.0 / 2)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   =&gt; 2.5 + (5.0 / 2.0)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   =&gt; 2.5 + 2.5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   =&gt; 5.0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*/</a:t>
            </a: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4.4. Type Conversion (Examples)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79120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Example 4.1. Expression with mixed data types 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-3175" y="914400"/>
            <a:ext cx="460375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2418020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E72E08-D9CD-4261-9DF6-479FD3E381A2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457200" y="914400"/>
            <a:ext cx="8686800" cy="144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x, y;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double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a = 2.6, b = 2.4;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x = (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)(a + 0.5);     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// x is assigned 3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y = (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)(b + 0.5);     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// y is assigned 2</a:t>
            </a:r>
          </a:p>
          <a:p>
            <a:pPr>
              <a:spcBef>
                <a:spcPct val="0"/>
              </a:spcBef>
              <a:buClr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4000" dirty="0">
                <a:ea typeface="新細明體" pitchFamily="18" charset="-120"/>
              </a:rPr>
              <a:t>4.4. </a:t>
            </a:r>
            <a:r>
              <a:rPr lang="en-US" altLang="zh-TW" sz="4000" dirty="0">
                <a:ea typeface="新細明體"/>
              </a:rPr>
              <a:t>Type Conversion (Examples)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0" y="236220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Example 4.2. Rounding floating point numbers to nearest integer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-3175" y="914400"/>
            <a:ext cx="460375" cy="144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279703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F99A7059-1B0C-41A6-B36F-CFB9334D7CE8}" type="slidenum">
              <a:rPr lang="zh-TW" altLang="en-US" b="0"/>
              <a:pPr/>
              <a:t>28</a:t>
            </a:fld>
            <a:endParaRPr lang="en-US" altLang="zh-TW" b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65100"/>
            <a:ext cx="8839199" cy="673100"/>
          </a:xfrm>
        </p:spPr>
        <p:txBody>
          <a:bodyPr>
            <a:noAutofit/>
          </a:bodyPr>
          <a:lstStyle/>
          <a:p>
            <a:r>
              <a:rPr lang="en-US" sz="3600" dirty="0">
                <a:ea typeface="新細明體"/>
              </a:rPr>
              <a:t>4.4. </a:t>
            </a:r>
            <a:r>
              <a:rPr lang="en-US" altLang="zh-TW" sz="3600" dirty="0">
                <a:ea typeface="新細明體"/>
              </a:rPr>
              <a:t>Using Type Casting Operators (Exercise)</a:t>
            </a:r>
            <a:endParaRPr lang="zh-TW" altLang="en-US" sz="3600" dirty="0">
              <a:ea typeface="新細明體"/>
              <a:cs typeface="Calibri"/>
            </a:endParaRP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1219199"/>
            <a:ext cx="8224837" cy="49752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>
                <a:ea typeface="新細明體" pitchFamily="18" charset="-120"/>
              </a:rPr>
              <a:t>Average of </a:t>
            </a:r>
            <a:r>
              <a:rPr lang="en-US" altLang="zh-TW" sz="2800" b="1" i="1" dirty="0">
                <a:latin typeface="Times New Roman" pitchFamily="18" charset="0"/>
                <a:ea typeface="新細明體" pitchFamily="18" charset="-120"/>
              </a:rPr>
              <a:t>N</a:t>
            </a:r>
            <a:r>
              <a:rPr lang="en-US" altLang="zh-TW" sz="2800" dirty="0">
                <a:ea typeface="新細明體" pitchFamily="18" charset="-120"/>
              </a:rPr>
              <a:t> integers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sz="200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</a:t>
            </a: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Consider the following declaration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 total, N;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double</a:t>
            </a: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 avg;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…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</a:t>
            </a: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Suppose we have obtained the value of 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N</a:t>
            </a: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 and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</a:t>
            </a: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  calculated the total of  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N</a:t>
            </a: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 integers.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</a:t>
            </a: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Which of these will correctly calculate the average?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avg = total / N;				</a:t>
            </a:r>
            <a:r>
              <a:rPr lang="en-US" altLang="zh-TW" sz="2400" dirty="0">
                <a:solidFill>
                  <a:srgbClr val="009900"/>
                </a:solidFill>
                <a:latin typeface="Consolas"/>
                <a:ea typeface="新細明體"/>
                <a:cs typeface="Consolas" panose="020B0609020204030204" pitchFamily="49" charset="0"/>
              </a:rPr>
              <a:t>// A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avg = (double)total / N;		</a:t>
            </a:r>
            <a:r>
              <a:rPr lang="en-US" altLang="zh-TW" sz="2400" dirty="0">
                <a:solidFill>
                  <a:srgbClr val="00990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// B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avg = total / (double)N;		</a:t>
            </a:r>
            <a:r>
              <a:rPr lang="en-US" altLang="zh-TW" sz="2400" dirty="0">
                <a:solidFill>
                  <a:srgbClr val="00990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// C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err="1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avg</a:t>
            </a:r>
            <a:r>
              <a:rPr lang="en-US" altLang="zh-TW" sz="240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= (double)(total / N);		</a:t>
            </a:r>
            <a:r>
              <a:rPr lang="en-US" altLang="zh-TW" sz="2400" dirty="0">
                <a:solidFill>
                  <a:srgbClr val="00990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// D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avg = (double)total / (double)N;	</a:t>
            </a:r>
            <a:r>
              <a:rPr lang="en-US" altLang="zh-TW" sz="2400" dirty="0">
                <a:solidFill>
                  <a:srgbClr val="009900"/>
                </a:solidFill>
                <a:latin typeface="Consolas"/>
                <a:ea typeface="新細明體"/>
                <a:cs typeface="Consolas" panose="020B0609020204030204" pitchFamily="49" charset="0"/>
              </a:rPr>
              <a:t>// E</a:t>
            </a:r>
          </a:p>
        </p:txBody>
      </p:sp>
    </p:spTree>
    <p:extLst>
      <p:ext uri="{BB962C8B-B14F-4D97-AF65-F5344CB8AC3E}">
        <p14:creationId xmlns:p14="http://schemas.microsoft.com/office/powerpoint/2010/main" val="95103099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79A2FBB4-E11F-4B73-9CC7-648BAB3673D3}" type="slidenum">
              <a:rPr lang="zh-TW" altLang="en-US" b="0"/>
              <a:pPr/>
              <a:t>29</a:t>
            </a:fld>
            <a:endParaRPr lang="en-US" altLang="zh-TW" b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ea typeface="新細明體"/>
              </a:rPr>
              <a:t>4.5. How are numbers converted?</a:t>
            </a:r>
            <a:br>
              <a:rPr lang="en-US" altLang="zh-TW" dirty="0">
                <a:ea typeface="新細明體" pitchFamily="18" charset="-120"/>
              </a:rPr>
            </a:br>
            <a:r>
              <a:rPr lang="en-US" altLang="zh-TW" sz="2200" dirty="0">
                <a:ea typeface="新細明體"/>
              </a:rPr>
              <a:t>(Apply to both implicit and explicit conversions)</a:t>
            </a:r>
          </a:p>
        </p:txBody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759825" cy="5281613"/>
          </a:xfrm>
        </p:spPr>
        <p:txBody>
          <a:bodyPr/>
          <a:lstStyle/>
          <a:p>
            <a:pPr eaLnBrk="1" hangingPunct="1"/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dirty="0">
                <a:ea typeface="新細明體" pitchFamily="18" charset="-120"/>
              </a:rPr>
              <a:t> to integral types</a:t>
            </a:r>
          </a:p>
          <a:p>
            <a:pPr lvl="1" eaLnBrk="1" hangingPunct="1"/>
            <a:r>
              <a:rPr lang="en-US" altLang="zh-TW" sz="2500" dirty="0">
                <a:ea typeface="新細明體" pitchFamily="18" charset="-120"/>
              </a:rPr>
              <a:t>Only retain the integer part (no rounding)</a:t>
            </a:r>
          </a:p>
          <a:p>
            <a:pPr lvl="1" eaLnBrk="1" hangingPunct="1"/>
            <a:r>
              <a:rPr lang="en-US" altLang="zh-TW" sz="2000" dirty="0">
                <a:ea typeface="新細明體" pitchFamily="18" charset="-120"/>
              </a:rPr>
              <a:t>e.g.: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</a:t>
            </a:r>
            <a:r>
              <a:rPr lang="en-US" altLang="zh-TW" sz="2000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 = (</a:t>
            </a:r>
            <a:r>
              <a:rPr lang="en-US" altLang="zh-TW" sz="2000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4.9;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x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gets 4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</a:t>
            </a:r>
            <a:r>
              <a:rPr lang="en-US" altLang="zh-TW" sz="2000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y = (</a:t>
            </a:r>
            <a:r>
              <a:rPr lang="en-US" altLang="zh-TW" sz="2000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-3.99;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y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gets -3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TW" sz="1400" dirty="0">
              <a:ea typeface="新細明體" pitchFamily="18" charset="-120"/>
            </a:endParaRPr>
          </a:p>
          <a:p>
            <a:pPr eaLnBrk="1" hangingPunct="1"/>
            <a:r>
              <a:rPr lang="en-US" altLang="zh-TW" dirty="0">
                <a:ea typeface="新細明體" pitchFamily="18" charset="-120"/>
              </a:rPr>
              <a:t>"Larger" integral types to "smaller" integral types</a:t>
            </a:r>
            <a:endParaRPr lang="en-US" altLang="zh-TW" sz="2000" dirty="0">
              <a:solidFill>
                <a:srgbClr val="4D4D4D"/>
              </a:solidFill>
              <a:ea typeface="新細明體" pitchFamily="18" charset="-120"/>
            </a:endParaRPr>
          </a:p>
          <a:p>
            <a:pPr lvl="1" eaLnBrk="1" hangingPunct="1"/>
            <a:r>
              <a:rPr lang="en-US" altLang="zh-TW" sz="2000" dirty="0">
                <a:ea typeface="新細明體" pitchFamily="18" charset="-120"/>
              </a:rPr>
              <a:t>Retain only the </a:t>
            </a:r>
            <a:r>
              <a:rPr lang="en-US" altLang="zh-TW" sz="2000" b="1" i="1" dirty="0">
                <a:ea typeface="新細明體" pitchFamily="18" charset="-120"/>
              </a:rPr>
              <a:t>least significant bits (LS-bit)</a:t>
            </a:r>
          </a:p>
          <a:p>
            <a:pPr lvl="1" eaLnBrk="1" hangingPunct="1"/>
            <a:r>
              <a:rPr lang="en-US" altLang="zh-TW" sz="2000" dirty="0">
                <a:ea typeface="新細明體" pitchFamily="18" charset="-120"/>
              </a:rPr>
              <a:t>e.g.: 32-bit integer (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2000" dirty="0">
                <a:ea typeface="新細明體" pitchFamily="18" charset="-120"/>
              </a:rPr>
              <a:t>) to 16-bit integer (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</a:rPr>
              <a:t>short</a:t>
            </a:r>
            <a:r>
              <a:rPr lang="en-US" altLang="zh-TW" sz="2000" dirty="0">
                <a:ea typeface="新細明體" pitchFamily="18" charset="-120"/>
              </a:rPr>
              <a:t>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0000000000000010</a:t>
            </a: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0000000000000011	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 131075</a:t>
            </a:r>
            <a:r>
              <a:rPr lang="en-US" altLang="zh-TW" sz="2000" baseline="-250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           0000000000000011</a:t>
            </a:r>
            <a:r>
              <a:rPr lang="en-US" altLang="zh-TW" sz="20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 3</a:t>
            </a:r>
            <a:r>
              <a:rPr lang="en-US" altLang="zh-TW" sz="2000" baseline="-250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	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short x = (short)131075;	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// x becomes 3</a:t>
            </a:r>
          </a:p>
        </p:txBody>
      </p:sp>
    </p:spTree>
    <p:extLst>
      <p:ext uri="{BB962C8B-B14F-4D97-AF65-F5344CB8AC3E}">
        <p14:creationId xmlns:p14="http://schemas.microsoft.com/office/powerpoint/2010/main" val="22353842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4632-73C7-4E61-BD5E-00ED4DF6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5. Back to the Original Example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D0C3-4DB9-44C9-99CC-97D4BFA9B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Given your understanding of data types now, what is wrong with our original example?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0A64B-AAF9-484F-97C3-ECB45583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0CE01-46CB-40A8-86E4-A6DDDE9D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32100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8F04ED-B5FE-4B87-8A59-F7F5B8DA7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932100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area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h, b;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h = 3;</a:t>
            </a: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b = 4; </a:t>
            </a: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"Height and base of triangle: %d, %d\n"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h, b);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area = (1/2) * h * b;</a:t>
            </a:r>
            <a:endParaRPr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"Area of triangle: %d\n"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area);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  </a:t>
            </a:r>
            <a:endParaRPr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5580447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4632-73C7-4E61-BD5E-00ED4DF6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5. Back to the Original Example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D0C3-4DB9-44C9-99CC-97D4BFA9B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Given your understanding of data types now, what is wrong with our original example?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0A64B-AAF9-484F-97C3-ECB45583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dirty="0" smtClean="0"/>
              <a:pPr/>
              <a:t>31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0CE01-46CB-40A8-86E4-A6DDDE9D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32100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8F04ED-B5FE-4B87-8A59-F7F5B8DA7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932100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area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h, b;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h = 3;</a:t>
            </a: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b = 4; </a:t>
            </a: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"Height and base of triangle: %d, %d\n"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h, b);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area = (1/2) * h * b;</a:t>
            </a:r>
            <a:endParaRPr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"Area of triangle: %d\n"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area);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  </a:t>
            </a:r>
            <a:endParaRPr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9EC3AC-6EB4-494F-8040-3B6D5D69E2C7}"/>
              </a:ext>
            </a:extLst>
          </p:cNvPr>
          <p:cNvSpPr/>
          <p:nvPr/>
        </p:nvSpPr>
        <p:spPr>
          <a:xfrm>
            <a:off x="690582" y="3105707"/>
            <a:ext cx="2434254" cy="5165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4C8DBC-AEA9-4902-969D-CDC6C9AB5385}"/>
              </a:ext>
            </a:extLst>
          </p:cNvPr>
          <p:cNvSpPr/>
          <p:nvPr/>
        </p:nvSpPr>
        <p:spPr>
          <a:xfrm>
            <a:off x="5253016" y="4291748"/>
            <a:ext cx="2434254" cy="5165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503FDD-F0F6-4EC5-B265-FE1F27DF9B6F}"/>
              </a:ext>
            </a:extLst>
          </p:cNvPr>
          <p:cNvSpPr/>
          <p:nvPr/>
        </p:nvSpPr>
        <p:spPr>
          <a:xfrm>
            <a:off x="1647065" y="4640864"/>
            <a:ext cx="1353426" cy="5165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5AE504-83FC-415C-8F82-E69C065DFE78}"/>
              </a:ext>
            </a:extLst>
          </p:cNvPr>
          <p:cNvSpPr txBox="1"/>
          <p:nvPr/>
        </p:nvSpPr>
        <p:spPr>
          <a:xfrm>
            <a:off x="3166923" y="2846500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Are we using the proper type? Are these variables always integers?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E2E398-E59B-457E-ADD2-C8E6FAA299D0}"/>
              </a:ext>
            </a:extLst>
          </p:cNvPr>
          <p:cNvSpPr txBox="1"/>
          <p:nvPr/>
        </p:nvSpPr>
        <p:spPr>
          <a:xfrm>
            <a:off x="5806822" y="3621253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How about this? What are we telling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9CEF6D-5417-4A53-A10F-9746ABC8DC3B}"/>
              </a:ext>
            </a:extLst>
          </p:cNvPr>
          <p:cNvSpPr txBox="1"/>
          <p:nvPr/>
        </p:nvSpPr>
        <p:spPr>
          <a:xfrm>
            <a:off x="2325215" y="5338144"/>
            <a:ext cx="3144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Does 1/2 give integer as result, or floating point? Should we use, say, 0.5 instead? </a:t>
            </a:r>
            <a:endParaRPr lang="en-US" dirty="0">
              <a:solidFill>
                <a:srgbClr val="FF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8041660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All number types have an intended purpose, precision, and range.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Choose a proper data type to represent data</a:t>
            </a:r>
          </a:p>
          <a:p>
            <a:pPr lvl="1"/>
            <a:r>
              <a:rPr lang="en-US" dirty="0"/>
              <a:t>Beware of and prevent overflow</a:t>
            </a:r>
          </a:p>
          <a:p>
            <a:endParaRPr lang="en-US" dirty="0"/>
          </a:p>
          <a:p>
            <a:r>
              <a:rPr lang="en-US" dirty="0"/>
              <a:t>Floating-point representation and arithmetic may not be exact.</a:t>
            </a:r>
          </a:p>
          <a:p>
            <a:endParaRPr lang="en-US" dirty="0"/>
          </a:p>
          <a:p>
            <a:r>
              <a:rPr lang="en-US" dirty="0"/>
              <a:t>Expressions with mixed types of data</a:t>
            </a:r>
          </a:p>
          <a:p>
            <a:pPr lvl="1"/>
            <a:r>
              <a:rPr lang="en-US" dirty="0"/>
              <a:t>Automatic and explicit type conversion</a:t>
            </a:r>
          </a:p>
          <a:p>
            <a:pPr lvl="1"/>
            <a:r>
              <a:rPr lang="en-US" dirty="0"/>
              <a:t>Number conversion (</a:t>
            </a:r>
            <a:r>
              <a:rPr lang="en-US" dirty="0">
                <a:latin typeface="Consolas"/>
                <a:cs typeface="Consolas" panose="020B0609020204030204" pitchFamily="49" charset="0"/>
              </a:rPr>
              <a:t>double</a:t>
            </a:r>
            <a:r>
              <a:rPr lang="en-US" dirty="0"/>
              <a:t> to </a:t>
            </a:r>
            <a:r>
              <a:rPr lang="en-US" dirty="0" err="1">
                <a:latin typeface="Consolas"/>
                <a:cs typeface="Consolas" panose="020B0609020204030204" pitchFamily="49" charset="0"/>
              </a:rPr>
              <a:t>int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dirty="0" smtClean="0"/>
              <a:pPr/>
              <a:t>32</a:t>
            </a:fld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088E-157D-4920-9B96-BD8BCC44BAF4}" type="slidenum">
              <a:rPr lang="zh-TW" altLang="en-US"/>
              <a:pPr/>
              <a:t>33</a:t>
            </a:fld>
            <a:endParaRPr lang="en-US" altLang="zh-TW"/>
          </a:p>
        </p:txBody>
      </p:sp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30981" y="76200"/>
            <a:ext cx="8684419" cy="914400"/>
          </a:xfrm>
        </p:spPr>
        <p:txBody>
          <a:bodyPr>
            <a:noAutofit/>
          </a:bodyPr>
          <a:lstStyle/>
          <a:p>
            <a:r>
              <a:rPr lang="en-US" altLang="zh-TW" sz="3600" dirty="0">
                <a:ea typeface="新細明體" pitchFamily="18" charset="-120"/>
              </a:rPr>
              <a:t>Appendix: Finding out the size of an integer</a:t>
            </a:r>
          </a:p>
        </p:txBody>
      </p:sp>
      <p:sp>
        <p:nvSpPr>
          <p:cNvPr id="131076" name="Rectangle 4"/>
          <p:cNvSpPr>
            <a:spLocks noChangeArrowheads="1"/>
          </p:cNvSpPr>
          <p:nvPr/>
        </p:nvSpPr>
        <p:spPr bwMode="auto">
          <a:xfrm>
            <a:off x="457200" y="990600"/>
            <a:ext cx="8686800" cy="2209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stdio.h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1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main(void) {</a:t>
            </a:r>
          </a:p>
          <a:p>
            <a:pPr>
              <a:lnSpc>
                <a:spcPct val="110000"/>
              </a:lnSpc>
            </a:pPr>
            <a:r>
              <a:rPr lang="en-US" altLang="zh-TW" sz="2000" b="1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1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1" dirty="0">
                <a:latin typeface="Consolas"/>
                <a:ea typeface="新細明體"/>
                <a:cs typeface="Consolas" panose="020B0609020204030204" pitchFamily="49" charset="0"/>
              </a:rPr>
              <a:t>("size of </a:t>
            </a:r>
            <a:r>
              <a:rPr lang="en-US" altLang="zh-TW" sz="2000" b="1" dirty="0" err="1"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latin typeface="Consolas"/>
                <a:ea typeface="新細明體"/>
                <a:cs typeface="Consolas" panose="020B0609020204030204" pitchFamily="49" charset="0"/>
              </a:rPr>
              <a:t> = %d bytes\n", </a:t>
            </a:r>
            <a:r>
              <a:rPr lang="en-US" altLang="zh-TW" sz="2000" b="1" dirty="0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1" dirty="0" err="1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)</a:t>
            </a:r>
            <a:r>
              <a:rPr lang="en-US" altLang="zh-TW" sz="2000" b="1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1" dirty="0" err="1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sizeof</a:t>
            </a:r>
            <a:r>
              <a:rPr lang="en-US" altLang="zh-TW" sz="2000" b="1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1" dirty="0" err="1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)</a:t>
            </a:r>
            <a:r>
              <a:rPr lang="en-US" altLang="zh-TW" sz="2000" b="1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1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return 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31077" name="Rectangle 5"/>
          <p:cNvSpPr>
            <a:spLocks noChangeArrowheads="1"/>
          </p:cNvSpPr>
          <p:nvPr/>
        </p:nvSpPr>
        <p:spPr bwMode="auto">
          <a:xfrm>
            <a:off x="0" y="990600"/>
            <a:ext cx="461963" cy="2209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1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1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endParaRPr lang="en-US" altLang="zh-TW" sz="2000" b="1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131078" name="Rectangle 6"/>
          <p:cNvSpPr>
            <a:spLocks noChangeArrowheads="1"/>
          </p:cNvSpPr>
          <p:nvPr/>
        </p:nvSpPr>
        <p:spPr bwMode="auto">
          <a:xfrm>
            <a:off x="230981" y="4038600"/>
            <a:ext cx="8684419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 sz="27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zh-TW" sz="2800" dirty="0" err="1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sizeof</a:t>
            </a:r>
            <a:r>
              <a:rPr lang="en-US" altLang="zh-TW" sz="28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800" i="1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data_type</a:t>
            </a:r>
            <a:r>
              <a:rPr lang="en-US" altLang="zh-TW" sz="28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)</a:t>
            </a:r>
            <a:r>
              <a:rPr lang="en-US" altLang="zh-TW" sz="2800" dirty="0">
                <a:latin typeface="+mn-lt"/>
                <a:ea typeface="新細明體"/>
              </a:rPr>
              <a:t> yields the number of bytes used to represent a value of type </a:t>
            </a:r>
            <a:r>
              <a:rPr lang="en-US" altLang="zh-TW" sz="2800" i="1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data_type</a:t>
            </a:r>
            <a:r>
              <a:rPr lang="en-US" altLang="zh-TW" sz="2800" dirty="0">
                <a:solidFill>
                  <a:srgbClr val="000000"/>
                </a:solidFill>
                <a:latin typeface="Calibri"/>
                <a:ea typeface="新細明體"/>
                <a:cs typeface="Calibri"/>
              </a:rPr>
              <a:t> (as unsigned long).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rgbClr val="FF0000"/>
                </a:solidFill>
                <a:latin typeface="Consolas"/>
                <a:ea typeface="新細明體"/>
                <a:cs typeface="Calibri"/>
              </a:rPr>
              <a:t>(</a:t>
            </a:r>
            <a:r>
              <a:rPr lang="en-US" altLang="zh-TW" sz="2800" dirty="0" err="1">
                <a:solidFill>
                  <a:srgbClr val="FF0000"/>
                </a:solidFill>
                <a:latin typeface="Consolas"/>
                <a:ea typeface="新細明體"/>
                <a:cs typeface="Calibri"/>
              </a:rPr>
              <a:t>int</a:t>
            </a:r>
            <a:r>
              <a:rPr lang="en-US" altLang="zh-TW" sz="2800" dirty="0">
                <a:solidFill>
                  <a:srgbClr val="FF0000"/>
                </a:solidFill>
                <a:latin typeface="Consolas"/>
                <a:ea typeface="新細明體"/>
                <a:cs typeface="Calibri"/>
              </a:rPr>
              <a:t>)</a:t>
            </a:r>
            <a:r>
              <a:rPr lang="en-US" altLang="zh-TW" sz="2800" dirty="0">
                <a:latin typeface="Calibri"/>
                <a:ea typeface="新細明體"/>
                <a:cs typeface="Calibri"/>
              </a:rPr>
              <a:t> explicitly converts the value to int.</a:t>
            </a:r>
          </a:p>
        </p:txBody>
      </p:sp>
      <p:sp>
        <p:nvSpPr>
          <p:cNvPr id="131080" name="Rectangle 8"/>
          <p:cNvSpPr>
            <a:spLocks noChangeArrowheads="1"/>
          </p:cNvSpPr>
          <p:nvPr/>
        </p:nvSpPr>
        <p:spPr bwMode="auto">
          <a:xfrm>
            <a:off x="0" y="3209192"/>
            <a:ext cx="9144000" cy="533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</a:pPr>
            <a:r>
              <a:rPr lang="en-US" altLang="zh-TW" sz="2000" b="1" dirty="0">
                <a:solidFill>
                  <a:srgbClr val="000000"/>
                </a:solidFill>
                <a:latin typeface="Consolas" pitchFamily="49" charset="0"/>
                <a:ea typeface="新細明體" pitchFamily="18" charset="-120"/>
                <a:cs typeface="Consolas" pitchFamily="49" charset="0"/>
              </a:rPr>
              <a:t>size of </a:t>
            </a:r>
            <a:r>
              <a:rPr lang="en-US" altLang="zh-TW" sz="2000" b="1" dirty="0" err="1">
                <a:solidFill>
                  <a:srgbClr val="000000"/>
                </a:solidFill>
                <a:latin typeface="Consolas" pitchFamily="49" charset="0"/>
                <a:ea typeface="新細明體" pitchFamily="18" charset="-120"/>
                <a:cs typeface="Consolas" pitchFamily="49" charset="0"/>
              </a:rPr>
              <a:t>int</a:t>
            </a:r>
            <a:r>
              <a:rPr lang="en-US" altLang="zh-TW" sz="2000" b="1" dirty="0">
                <a:solidFill>
                  <a:srgbClr val="000000"/>
                </a:solidFill>
                <a:latin typeface="Consolas" pitchFamily="49" charset="0"/>
                <a:ea typeface="新細明體" pitchFamily="18" charset="-120"/>
                <a:cs typeface="Consolas" pitchFamily="49" charset="0"/>
              </a:rPr>
              <a:t> = 4 bytes</a:t>
            </a:r>
          </a:p>
        </p:txBody>
      </p:sp>
    </p:spTree>
    <p:extLst>
      <p:ext uri="{BB962C8B-B14F-4D97-AF65-F5344CB8AC3E}">
        <p14:creationId xmlns:p14="http://schemas.microsoft.com/office/powerpoint/2010/main" val="2265347520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Appendix C Number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29869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D27A-F7DA-4ED7-BC7B-5DD3E4CF4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Reminder: </a:t>
            </a:r>
            <a:r>
              <a:rPr lang="en-US" dirty="0" err="1">
                <a:cs typeface="Calibri"/>
              </a:rPr>
              <a:t>PreLabs</a:t>
            </a:r>
            <a:r>
              <a:rPr lang="en-US" dirty="0">
                <a:cs typeface="Calibri"/>
              </a:rPr>
              <a:t> are Ready!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2E128-67DC-4079-B610-6266594B8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31576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Every </a:t>
            </a:r>
            <a:r>
              <a:rPr lang="en-US" u="sng" dirty="0">
                <a:cs typeface="Calibri"/>
              </a:rPr>
              <a:t>Mon</a:t>
            </a:r>
            <a:r>
              <a:rPr lang="en-US" dirty="0">
                <a:cs typeface="Calibri"/>
              </a:rPr>
              <a:t> afternoon we will release the </a:t>
            </a:r>
            <a:r>
              <a:rPr lang="en-US" b="1" dirty="0" err="1">
                <a:solidFill>
                  <a:schemeClr val="accent6"/>
                </a:solidFill>
                <a:cs typeface="Calibri"/>
              </a:rPr>
              <a:t>PreLabs</a:t>
            </a:r>
            <a:endParaRPr lang="en-US" b="1" dirty="0">
              <a:solidFill>
                <a:schemeClr val="accent6"/>
              </a:solidFill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Meant to help you prepare for the lab</a:t>
            </a:r>
          </a:p>
          <a:p>
            <a:pPr lvl="1"/>
            <a:r>
              <a:rPr lang="en-US" dirty="0">
                <a:cs typeface="Calibri"/>
              </a:rPr>
              <a:t>Please try it after the lecture and submit </a:t>
            </a:r>
            <a:r>
              <a:rPr lang="en-US">
                <a:cs typeface="Calibri"/>
              </a:rPr>
              <a:t>before Lab.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Don't worry – it's </a:t>
            </a:r>
            <a:r>
              <a:rPr lang="en-US" u="sng" dirty="0">
                <a:cs typeface="Calibri"/>
              </a:rPr>
              <a:t>super easy</a:t>
            </a:r>
            <a:r>
              <a:rPr lang="en-US" dirty="0">
                <a:cs typeface="Calibri"/>
              </a:rPr>
              <a:t> (takes &lt; 30 min) and it helps to prepare your Lab! </a:t>
            </a:r>
            <a:r>
              <a:rPr lang="en-US" u="sng" dirty="0">
                <a:cs typeface="Calibri"/>
              </a:rPr>
              <a:t>Don't forget!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E98B7-FD25-462F-A099-A99FEF17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42CEFC-D2BF-4B29-A47E-2C174B55C702}"/>
              </a:ext>
            </a:extLst>
          </p:cNvPr>
          <p:cNvSpPr txBox="1"/>
          <p:nvPr/>
        </p:nvSpPr>
        <p:spPr>
          <a:xfrm>
            <a:off x="5476149" y="4287019"/>
            <a:ext cx="284571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solidFill>
                  <a:schemeClr val="tx2"/>
                </a:solidFill>
              </a:rPr>
              <a:t>PreLabs</a:t>
            </a:r>
            <a:r>
              <a:rPr lang="en-US" sz="2400" dirty="0">
                <a:solidFill>
                  <a:schemeClr val="tx2"/>
                </a:solidFill>
              </a:rPr>
              <a:t> are marked "(</a:t>
            </a:r>
            <a:r>
              <a:rPr lang="en-US" sz="2400" dirty="0" err="1">
                <a:solidFill>
                  <a:schemeClr val="tx2"/>
                </a:solidFill>
              </a:rPr>
              <a:t>PreLab</a:t>
            </a:r>
            <a:r>
              <a:rPr lang="en-US" sz="2400" dirty="0">
                <a:solidFill>
                  <a:schemeClr val="tx2"/>
                </a:solidFill>
              </a:rPr>
              <a:t>)" on the exercise's title</a:t>
            </a:r>
            <a:endParaRPr lang="en-US" sz="2400" dirty="0">
              <a:solidFill>
                <a:schemeClr val="tx2"/>
              </a:solidFill>
              <a:cs typeface="Calibri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B74FA9C-BEC1-BABE-0D2E-98BBA1077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40" y="3769067"/>
            <a:ext cx="3943350" cy="1866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1909745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8777</TotalTime>
  <Words>3486</Words>
  <Application>Microsoft Office PowerPoint</Application>
  <PresentationFormat>如螢幕大小 (4:3)</PresentationFormat>
  <Paragraphs>590</Paragraphs>
  <Slides>35</Slides>
  <Notes>18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36" baseType="lpstr">
      <vt:lpstr>Office Theme</vt:lpstr>
      <vt:lpstr>Fundamental Data Types</vt:lpstr>
      <vt:lpstr>Outline</vt:lpstr>
      <vt:lpstr>1. Motivation</vt:lpstr>
      <vt:lpstr>1. Motivation</vt:lpstr>
      <vt:lpstr>1. Motivation</vt:lpstr>
      <vt:lpstr>2. Integral (Integer) Types</vt:lpstr>
      <vt:lpstr>2.1. Basic Building Block: Bits</vt:lpstr>
      <vt:lpstr>2.1. From Bits to Integers</vt:lpstr>
      <vt:lpstr>2.1. From Bits to Integers</vt:lpstr>
      <vt:lpstr>2.2. Variations of Integral Types</vt:lpstr>
      <vt:lpstr>2.2. Variations of Integral Types</vt:lpstr>
      <vt:lpstr>2.3. Integer Overflow</vt:lpstr>
      <vt:lpstr>3. Floating Point Numbers</vt:lpstr>
      <vt:lpstr>3.1. Floating Point Number Representation</vt:lpstr>
      <vt:lpstr>3.2. C Language Floating-Point Types</vt:lpstr>
      <vt:lpstr>3.3. Using floating point with printf()</vt:lpstr>
      <vt:lpstr>PowerPoint 簡報</vt:lpstr>
      <vt:lpstr>3.4. Using floating point with scanf()</vt:lpstr>
      <vt:lpstr>4. Type Conversion</vt:lpstr>
      <vt:lpstr>4.1. Expressions with mixed types of data</vt:lpstr>
      <vt:lpstr>4.1. Implicit Type Conversion</vt:lpstr>
      <vt:lpstr>4.1. Arithmetic Conversions (Simplified Rules)</vt:lpstr>
      <vt:lpstr>4.2. Converting Integral Type to double</vt:lpstr>
      <vt:lpstr>4.2. Converting double to Integral Type</vt:lpstr>
      <vt:lpstr>4.3. Explicit Type Conversion (Casting)</vt:lpstr>
      <vt:lpstr>4.4. Type Conversion (Examples)</vt:lpstr>
      <vt:lpstr>4.4. Type Conversion (Examples)</vt:lpstr>
      <vt:lpstr>4.4. Using Type Casting Operators (Exercise)</vt:lpstr>
      <vt:lpstr>4.5. How are numbers converted? (Apply to both implicit and explicit conversions)</vt:lpstr>
      <vt:lpstr>5. Back to the Original Example</vt:lpstr>
      <vt:lpstr>5. Back to the Original Example</vt:lpstr>
      <vt:lpstr>Summary</vt:lpstr>
      <vt:lpstr>Appendix: Finding out the size of an integer</vt:lpstr>
      <vt:lpstr>Reading Assignment</vt:lpstr>
      <vt:lpstr>Reminder: PreLabs are Ready!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Data Types</dc:title>
  <cp:lastModifiedBy>Yim Pan Chui, Dr. (CSD)</cp:lastModifiedBy>
  <cp:revision>8</cp:revision>
  <dcterms:created xsi:type="dcterms:W3CDTF">2011-07-19T12:51:33Z</dcterms:created>
  <dcterms:modified xsi:type="dcterms:W3CDTF">2024-09-09T07:28:05Z</dcterms:modified>
</cp:coreProperties>
</file>